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9" r:id="rId2"/>
    <p:sldId id="260" r:id="rId3"/>
    <p:sldId id="266" r:id="rId4"/>
    <p:sldId id="267" r:id="rId5"/>
    <p:sldId id="261" r:id="rId6"/>
    <p:sldId id="262" r:id="rId7"/>
    <p:sldId id="263" r:id="rId8"/>
    <p:sldId id="264" r:id="rId9"/>
    <p:sldId id="265" r:id="rId10"/>
    <p:sldId id="268" r:id="rId11"/>
    <p:sldId id="270" r:id="rId12"/>
    <p:sldId id="271" r:id="rId13"/>
    <p:sldId id="273" r:id="rId14"/>
    <p:sldId id="276" r:id="rId15"/>
    <p:sldId id="277" r:id="rId16"/>
    <p:sldId id="278" r:id="rId17"/>
    <p:sldId id="280" r:id="rId18"/>
    <p:sldId id="281" r:id="rId19"/>
    <p:sldId id="282" r:id="rId20"/>
    <p:sldId id="283" r:id="rId21"/>
    <p:sldId id="284" r:id="rId22"/>
    <p:sldId id="285" r:id="rId23"/>
    <p:sldId id="286" r:id="rId24"/>
    <p:sldId id="287" r:id="rId25"/>
    <p:sldId id="288" r:id="rId26"/>
    <p:sldId id="289" r:id="rId27"/>
    <p:sldId id="290" r:id="rId28"/>
    <p:sldId id="291" r:id="rId29"/>
    <p:sldId id="292" r:id="rId30"/>
    <p:sldId id="293" r:id="rId31"/>
    <p:sldId id="294" r:id="rId32"/>
    <p:sldId id="295" r:id="rId33"/>
    <p:sldId id="296" r:id="rId34"/>
    <p:sldId id="297" r:id="rId35"/>
    <p:sldId id="298" r:id="rId36"/>
    <p:sldId id="299" r:id="rId37"/>
    <p:sldId id="300" r:id="rId38"/>
    <p:sldId id="301" r:id="rId39"/>
    <p:sldId id="302" r:id="rId40"/>
    <p:sldId id="303" r:id="rId41"/>
    <p:sldId id="304" r:id="rId42"/>
    <p:sldId id="305" r:id="rId43"/>
    <p:sldId id="306" r:id="rId44"/>
    <p:sldId id="307" r:id="rId45"/>
    <p:sldId id="308" r:id="rId46"/>
    <p:sldId id="309" r:id="rId47"/>
    <p:sldId id="310" r:id="rId48"/>
    <p:sldId id="311" r:id="rId49"/>
    <p:sldId id="312" r:id="rId50"/>
    <p:sldId id="313" r:id="rId51"/>
    <p:sldId id="314" r:id="rId52"/>
    <p:sldId id="315" r:id="rId53"/>
    <p:sldId id="316" r:id="rId54"/>
    <p:sldId id="317" r:id="rId55"/>
    <p:sldId id="318" r:id="rId56"/>
    <p:sldId id="319" r:id="rId57"/>
    <p:sldId id="320" r:id="rId58"/>
    <p:sldId id="321" r:id="rId59"/>
    <p:sldId id="322" r:id="rId60"/>
    <p:sldId id="323" r:id="rId61"/>
    <p:sldId id="324" r:id="rId62"/>
    <p:sldId id="325" r:id="rId63"/>
    <p:sldId id="326" r:id="rId64"/>
    <p:sldId id="327" r:id="rId65"/>
    <p:sldId id="328" r:id="rId66"/>
    <p:sldId id="329" r:id="rId67"/>
    <p:sldId id="330" r:id="rId68"/>
    <p:sldId id="331" r:id="rId69"/>
    <p:sldId id="332" r:id="rId70"/>
    <p:sldId id="333" r:id="rId71"/>
    <p:sldId id="334" r:id="rId72"/>
    <p:sldId id="335" r:id="rId73"/>
    <p:sldId id="360" r:id="rId74"/>
    <p:sldId id="336" r:id="rId75"/>
    <p:sldId id="337" r:id="rId76"/>
    <p:sldId id="338" r:id="rId77"/>
    <p:sldId id="339" r:id="rId78"/>
    <p:sldId id="361" r:id="rId79"/>
    <p:sldId id="340" r:id="rId80"/>
    <p:sldId id="362" r:id="rId81"/>
    <p:sldId id="341" r:id="rId82"/>
    <p:sldId id="363" r:id="rId83"/>
    <p:sldId id="364" r:id="rId84"/>
    <p:sldId id="342" r:id="rId85"/>
    <p:sldId id="343" r:id="rId86"/>
    <p:sldId id="365" r:id="rId87"/>
    <p:sldId id="344" r:id="rId88"/>
    <p:sldId id="366" r:id="rId89"/>
    <p:sldId id="345" r:id="rId90"/>
    <p:sldId id="346" r:id="rId91"/>
    <p:sldId id="347" r:id="rId92"/>
    <p:sldId id="348" r:id="rId93"/>
    <p:sldId id="349" r:id="rId94"/>
    <p:sldId id="350" r:id="rId95"/>
    <p:sldId id="351" r:id="rId96"/>
    <p:sldId id="352" r:id="rId97"/>
    <p:sldId id="353" r:id="rId98"/>
    <p:sldId id="354" r:id="rId99"/>
    <p:sldId id="355" r:id="rId100"/>
    <p:sldId id="356" r:id="rId101"/>
    <p:sldId id="368" r:id="rId102"/>
    <p:sldId id="369" r:id="rId103"/>
    <p:sldId id="370" r:id="rId104"/>
    <p:sldId id="357" r:id="rId105"/>
    <p:sldId id="367" r:id="rId106"/>
    <p:sldId id="371" r:id="rId107"/>
    <p:sldId id="358" r:id="rId108"/>
    <p:sldId id="359" r:id="rId109"/>
    <p:sldId id="372" r:id="rId110"/>
    <p:sldId id="373" r:id="rId111"/>
    <p:sldId id="374" r:id="rId112"/>
    <p:sldId id="375" r:id="rId113"/>
    <p:sldId id="376" r:id="rId114"/>
    <p:sldId id="377" r:id="rId115"/>
    <p:sldId id="378" r:id="rId116"/>
    <p:sldId id="379" r:id="rId117"/>
    <p:sldId id="380" r:id="rId118"/>
    <p:sldId id="381" r:id="rId119"/>
    <p:sldId id="382" r:id="rId120"/>
    <p:sldId id="383" r:id="rId121"/>
    <p:sldId id="384" r:id="rId122"/>
    <p:sldId id="385" r:id="rId123"/>
  </p:sldIdLst>
  <p:sldSz cx="12192000" cy="6858000"/>
  <p:notesSz cx="6858000" cy="9144000"/>
  <p:defaultTextStyle>
    <a:defPPr>
      <a:defRPr lang="hu-H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6600"/>
    <a:srgbClr val="005DA2"/>
    <a:srgbClr val="2F5597"/>
    <a:srgbClr val="0060A8"/>
    <a:srgbClr val="0070C0"/>
    <a:srgbClr val="00518E"/>
    <a:srgbClr val="002D86"/>
    <a:srgbClr val="002060"/>
    <a:srgbClr val="70AD47"/>
    <a:srgbClr val="99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885" autoAdjust="0"/>
    <p:restoredTop sz="94660"/>
  </p:normalViewPr>
  <p:slideViewPr>
    <p:cSldViewPr snapToGrid="0">
      <p:cViewPr varScale="1">
        <p:scale>
          <a:sx n="103" d="100"/>
          <a:sy n="103" d="100"/>
        </p:scale>
        <p:origin x="78" y="31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presProps" Target="pres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Cím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03036CB7-37EF-401F-A007-6A033CDC29E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Alcím 2">
            <a:extLst>
              <a:ext uri="{FF2B5EF4-FFF2-40B4-BE49-F238E27FC236}">
                <a16:creationId xmlns:a16="http://schemas.microsoft.com/office/drawing/2014/main" id="{B1CA8949-81AA-4C91-8BFF-EA5FB6D572E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hu-HU"/>
              <a:t>Kattintson ide az alcím mintájának szerkesztéséhez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77BAACFD-2B01-44A7-9CC3-CD97577EACD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27C1D9C5-72FB-4A80-B63E-F9CC2AA5E5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5CD9CE3F-0F25-41B4-A2D0-2810ACAA30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499194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ím és tartal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D7DB995B-7243-46D7-A999-7EC79BCB5B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Tartalom helye 2">
            <a:extLst>
              <a:ext uri="{FF2B5EF4-FFF2-40B4-BE49-F238E27FC236}">
                <a16:creationId xmlns:a16="http://schemas.microsoft.com/office/drawing/2014/main" id="{FA9A90D9-D8AB-408D-ADF7-E52FB4599B2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04A4B06B-61BD-4597-8E28-C967A3CA09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78816CAD-18AE-45B4-BCB3-4F48C13544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65B91BF5-7D4A-4666-BBA9-49162B458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543271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zakaszfejlé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8D932EBA-9A90-4B36-8787-10CC5F31AC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Szöveg helye 2">
            <a:extLst>
              <a:ext uri="{FF2B5EF4-FFF2-40B4-BE49-F238E27FC236}">
                <a16:creationId xmlns:a16="http://schemas.microsoft.com/office/drawing/2014/main" id="{E8CDB9D9-DAD4-413B-8012-CD226125C3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427378DA-957E-4915-BF50-1697D0144E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CFBED981-1A1A-4C1A-B032-77479F67D8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071B2E06-5164-45FC-ACD6-43E12EE9D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357060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tartalomrés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8907E386-DA6D-4960-B280-A02535DA69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Tartalom helye 2">
            <a:extLst>
              <a:ext uri="{FF2B5EF4-FFF2-40B4-BE49-F238E27FC236}">
                <a16:creationId xmlns:a16="http://schemas.microsoft.com/office/drawing/2014/main" id="{BE563F25-9562-4B85-88B1-820D9B7F9D3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Tartalom helye 3">
            <a:extLst>
              <a:ext uri="{FF2B5EF4-FFF2-40B4-BE49-F238E27FC236}">
                <a16:creationId xmlns:a16="http://schemas.microsoft.com/office/drawing/2014/main" id="{BD5B05A0-14F6-45AC-A45C-DA7261805FD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5" name="Dátum helye 4">
            <a:extLst>
              <a:ext uri="{FF2B5EF4-FFF2-40B4-BE49-F238E27FC236}">
                <a16:creationId xmlns:a16="http://schemas.microsoft.com/office/drawing/2014/main" id="{98530888-976B-4CAE-A388-92DD32CBBE8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6" name="Élőláb helye 5">
            <a:extLst>
              <a:ext uri="{FF2B5EF4-FFF2-40B4-BE49-F238E27FC236}">
                <a16:creationId xmlns:a16="http://schemas.microsoft.com/office/drawing/2014/main" id="{5C69524F-A61C-4000-9ECA-645D486150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7" name="Dia számának helye 6">
            <a:extLst>
              <a:ext uri="{FF2B5EF4-FFF2-40B4-BE49-F238E27FC236}">
                <a16:creationId xmlns:a16="http://schemas.microsoft.com/office/drawing/2014/main" id="{7E28DFA7-4E12-4740-9492-7A36D9E0AC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1605272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Összehasonlítá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9BB4C888-D156-4B76-B7C3-233C7667CD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Szöveg helye 2">
            <a:extLst>
              <a:ext uri="{FF2B5EF4-FFF2-40B4-BE49-F238E27FC236}">
                <a16:creationId xmlns:a16="http://schemas.microsoft.com/office/drawing/2014/main" id="{DA7816CF-3A2F-4A62-BACD-37CD4D84C00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4" name="Tartalom helye 3">
            <a:extLst>
              <a:ext uri="{FF2B5EF4-FFF2-40B4-BE49-F238E27FC236}">
                <a16:creationId xmlns:a16="http://schemas.microsoft.com/office/drawing/2014/main" id="{B8E1AAC3-B097-4D4B-9CB6-4ED81A547A6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5" name="Szöveg helye 4">
            <a:extLst>
              <a:ext uri="{FF2B5EF4-FFF2-40B4-BE49-F238E27FC236}">
                <a16:creationId xmlns:a16="http://schemas.microsoft.com/office/drawing/2014/main" id="{8A5E0D72-5901-48F1-B7C0-1E7D563277F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6" name="Tartalom helye 5">
            <a:extLst>
              <a:ext uri="{FF2B5EF4-FFF2-40B4-BE49-F238E27FC236}">
                <a16:creationId xmlns:a16="http://schemas.microsoft.com/office/drawing/2014/main" id="{6383A78D-7F8B-4C66-982C-4B37AA8614E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7" name="Dátum helye 6">
            <a:extLst>
              <a:ext uri="{FF2B5EF4-FFF2-40B4-BE49-F238E27FC236}">
                <a16:creationId xmlns:a16="http://schemas.microsoft.com/office/drawing/2014/main" id="{8B861534-F578-4AFC-BAA8-B83BFDF103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8" name="Élőláb helye 7">
            <a:extLst>
              <a:ext uri="{FF2B5EF4-FFF2-40B4-BE49-F238E27FC236}">
                <a16:creationId xmlns:a16="http://schemas.microsoft.com/office/drawing/2014/main" id="{7F3E680A-9C5D-48CB-8FA2-EB6AE5D895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9" name="Dia számának helye 8">
            <a:extLst>
              <a:ext uri="{FF2B5EF4-FFF2-40B4-BE49-F238E27FC236}">
                <a16:creationId xmlns:a16="http://schemas.microsoft.com/office/drawing/2014/main" id="{3CA692E9-7D83-4422-AB43-E13BF89938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781205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Csak cí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EFD8EC34-23F8-4568-9845-5563C3392C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Dátum helye 2">
            <a:extLst>
              <a:ext uri="{FF2B5EF4-FFF2-40B4-BE49-F238E27FC236}">
                <a16:creationId xmlns:a16="http://schemas.microsoft.com/office/drawing/2014/main" id="{34DB27EB-121D-49F7-BE41-48701D2ED3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4" name="Élőláb helye 3">
            <a:extLst>
              <a:ext uri="{FF2B5EF4-FFF2-40B4-BE49-F238E27FC236}">
                <a16:creationId xmlns:a16="http://schemas.microsoft.com/office/drawing/2014/main" id="{EB988C98-98D8-4255-8284-D87C22AFC2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5" name="Dia számának helye 4">
            <a:extLst>
              <a:ext uri="{FF2B5EF4-FFF2-40B4-BE49-F238E27FC236}">
                <a16:creationId xmlns:a16="http://schemas.microsoft.com/office/drawing/2014/main" id="{F5D4003F-59FA-4613-A501-F0BB635CF5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06596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Ü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zövegdoboz 4">
            <a:extLst>
              <a:ext uri="{FF2B5EF4-FFF2-40B4-BE49-F238E27FC236}">
                <a16:creationId xmlns:a16="http://schemas.microsoft.com/office/drawing/2014/main" id="{E5E90820-095F-4D84-9210-08DA33E738EA}"/>
              </a:ext>
            </a:extLst>
          </p:cNvPr>
          <p:cNvSpPr txBox="1"/>
          <p:nvPr userDrawn="1"/>
        </p:nvSpPr>
        <p:spPr>
          <a:xfrm>
            <a:off x="0" y="0"/>
            <a:ext cx="20532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200" dirty="0"/>
              <a:t>Kothencz Martin</a:t>
            </a:r>
          </a:p>
        </p:txBody>
      </p:sp>
    </p:spTree>
    <p:extLst>
      <p:ext uri="{BB962C8B-B14F-4D97-AF65-F5344CB8AC3E}">
        <p14:creationId xmlns:p14="http://schemas.microsoft.com/office/powerpoint/2010/main" val="21292801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Tartalomrész képaláíráss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B36396C5-C7AE-48AD-BE1E-AA4B51C834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Tartalom helye 2">
            <a:extLst>
              <a:ext uri="{FF2B5EF4-FFF2-40B4-BE49-F238E27FC236}">
                <a16:creationId xmlns:a16="http://schemas.microsoft.com/office/drawing/2014/main" id="{72322998-10CB-4760-9D65-B0B1449BB07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Szöveg helye 3">
            <a:extLst>
              <a:ext uri="{FF2B5EF4-FFF2-40B4-BE49-F238E27FC236}">
                <a16:creationId xmlns:a16="http://schemas.microsoft.com/office/drawing/2014/main" id="{FAB29E58-E418-4453-9A68-70EF955306F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5" name="Dátum helye 4">
            <a:extLst>
              <a:ext uri="{FF2B5EF4-FFF2-40B4-BE49-F238E27FC236}">
                <a16:creationId xmlns:a16="http://schemas.microsoft.com/office/drawing/2014/main" id="{601C5532-06B9-413B-90DE-26C7B2B6C6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6" name="Élőláb helye 5">
            <a:extLst>
              <a:ext uri="{FF2B5EF4-FFF2-40B4-BE49-F238E27FC236}">
                <a16:creationId xmlns:a16="http://schemas.microsoft.com/office/drawing/2014/main" id="{5016529B-0139-4D5C-97B4-0F339C767B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7" name="Dia számának helye 6">
            <a:extLst>
              <a:ext uri="{FF2B5EF4-FFF2-40B4-BE49-F238E27FC236}">
                <a16:creationId xmlns:a16="http://schemas.microsoft.com/office/drawing/2014/main" id="{0FFCA4B0-639B-4328-A113-3C85539497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4448512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Kép képaláíráss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39510B9D-BE4F-4E85-9D76-E3DC3EFA91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Kép helye 2">
            <a:extLst>
              <a:ext uri="{FF2B5EF4-FFF2-40B4-BE49-F238E27FC236}">
                <a16:creationId xmlns:a16="http://schemas.microsoft.com/office/drawing/2014/main" id="{929BD2C6-9B65-4B68-BD1D-6BCCE4128599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hu-HU"/>
          </a:p>
        </p:txBody>
      </p:sp>
      <p:sp>
        <p:nvSpPr>
          <p:cNvPr id="4" name="Szöveg helye 3">
            <a:extLst>
              <a:ext uri="{FF2B5EF4-FFF2-40B4-BE49-F238E27FC236}">
                <a16:creationId xmlns:a16="http://schemas.microsoft.com/office/drawing/2014/main" id="{0D1611BF-2FAD-4690-89CD-D8970515C8D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5" name="Dátum helye 4">
            <a:extLst>
              <a:ext uri="{FF2B5EF4-FFF2-40B4-BE49-F238E27FC236}">
                <a16:creationId xmlns:a16="http://schemas.microsoft.com/office/drawing/2014/main" id="{D99CC3AE-1B7D-4185-99F7-78FCE8A6E9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6" name="Élőláb helye 5">
            <a:extLst>
              <a:ext uri="{FF2B5EF4-FFF2-40B4-BE49-F238E27FC236}">
                <a16:creationId xmlns:a16="http://schemas.microsoft.com/office/drawing/2014/main" id="{D8B0AAC2-576E-46EE-896A-3E839CE38E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7" name="Dia számának helye 6">
            <a:extLst>
              <a:ext uri="{FF2B5EF4-FFF2-40B4-BE49-F238E27FC236}">
                <a16:creationId xmlns:a16="http://schemas.microsoft.com/office/drawing/2014/main" id="{A52004EB-6EC3-4703-81AD-1D63478B91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123861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Cím és függőleges szöve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545A776C-5F89-4F7D-A22C-9761CEF291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Függőleges szöveg helye 2">
            <a:extLst>
              <a:ext uri="{FF2B5EF4-FFF2-40B4-BE49-F238E27FC236}">
                <a16:creationId xmlns:a16="http://schemas.microsoft.com/office/drawing/2014/main" id="{7463A9F3-44D2-4FCC-BD8F-568789E3DEA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30B8FC48-793A-4C21-86FF-501E3CDD38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D78B05E2-4CCA-4DB2-B84C-74253D4FC7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0F9C4D9C-41B1-4CDF-A29B-B9D3A99035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893674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Függőleges cím és szöve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üggőleges cím 1">
            <a:extLst>
              <a:ext uri="{FF2B5EF4-FFF2-40B4-BE49-F238E27FC236}">
                <a16:creationId xmlns:a16="http://schemas.microsoft.com/office/drawing/2014/main" id="{25884A32-A153-47CC-9D40-ED2274D406A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Függőleges szöveg helye 2">
            <a:extLst>
              <a:ext uri="{FF2B5EF4-FFF2-40B4-BE49-F238E27FC236}">
                <a16:creationId xmlns:a16="http://schemas.microsoft.com/office/drawing/2014/main" id="{0A72FCFF-1701-4142-8F80-69ADE2AD3A4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FD7964F3-D856-4A54-AB72-C2D7BA1E0F6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B6B5DC35-1F81-41A3-AD5D-6B261414DE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400198DC-7E7A-4AE7-9C67-238665205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467446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helye 1">
            <a:extLst>
              <a:ext uri="{FF2B5EF4-FFF2-40B4-BE49-F238E27FC236}">
                <a16:creationId xmlns:a16="http://schemas.microsoft.com/office/drawing/2014/main" id="{B9AC7BB1-2B67-42BF-9759-3148B4F7C1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hu-HU"/>
              <a:t>Mintacím szerkesztése</a:t>
            </a:r>
          </a:p>
        </p:txBody>
      </p:sp>
      <p:sp>
        <p:nvSpPr>
          <p:cNvPr id="3" name="Szöveg helye 2">
            <a:extLst>
              <a:ext uri="{FF2B5EF4-FFF2-40B4-BE49-F238E27FC236}">
                <a16:creationId xmlns:a16="http://schemas.microsoft.com/office/drawing/2014/main" id="{B3D95B48-C6FA-43C6-B135-0C824A3F78C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7426418E-58FC-4F86-A653-90B96CF86E3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A7AF3F3-B95B-4BD7-A83E-F5FEF042E793}" type="datetimeFigureOut">
              <a:rPr lang="hu-HU" smtClean="0"/>
              <a:t>2022.06.08.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A6FB3CA3-F97F-482C-A351-E67357B3E53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55A8FBC0-B25E-461A-828E-C74830F889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24A8ABE-A2DB-4663-925C-A5FCB3511E73}" type="slidenum">
              <a:rPr lang="hu-HU" smtClean="0"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2603102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hu-H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Relationship Id="rId9" Type="http://schemas.microsoft.com/office/2007/relationships/hdphoto" Target="../media/hdphoto3.wdp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Relationship Id="rId9" Type="http://schemas.microsoft.com/office/2007/relationships/hdphoto" Target="../media/hdphoto3.wdp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Relationship Id="rId9" Type="http://schemas.microsoft.com/office/2007/relationships/hdphoto" Target="../media/hdphoto3.wdp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Relationship Id="rId9" Type="http://schemas.microsoft.com/office/2007/relationships/hdphoto" Target="../media/hdphoto3.wdp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Relationship Id="rId9" Type="http://schemas.microsoft.com/office/2007/relationships/hdphoto" Target="../media/hdphoto3.wdp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Relationship Id="rId9" Type="http://schemas.microsoft.com/office/2007/relationships/hdphoto" Target="../media/hdphoto3.wdp"/></Relationships>
</file>

<file path=ppt/slides/_rels/slide7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8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9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10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11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12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13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14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15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16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17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18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19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20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21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22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23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24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25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26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27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28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29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30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31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32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33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34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35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36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37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1.png"/></Relationships>
</file>

<file path=ppt/slides/_rels/slide38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9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0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1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2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3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4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5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microsoft.com/office/2007/relationships/hdphoto" Target="../media/hdphoto1.wdp"/><Relationship Id="rId7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Téglalap 68">
            <a:extLst>
              <a:ext uri="{FF2B5EF4-FFF2-40B4-BE49-F238E27FC236}">
                <a16:creationId xmlns:a16="http://schemas.microsoft.com/office/drawing/2014/main" id="{1729DDB7-C184-4814-A380-3FF79B863714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Téglalap 33">
            <a:extLst>
              <a:ext uri="{FF2B5EF4-FFF2-40B4-BE49-F238E27FC236}">
                <a16:creationId xmlns:a16="http://schemas.microsoft.com/office/drawing/2014/main" id="{DB7517D7-3149-438C-9675-689FC7A1AC42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Téglalap 34">
            <a:extLst>
              <a:ext uri="{FF2B5EF4-FFF2-40B4-BE49-F238E27FC236}">
                <a16:creationId xmlns:a16="http://schemas.microsoft.com/office/drawing/2014/main" id="{230EA350-D52E-4BA8-8A4B-A9EDC632BFF6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184C90D7-AE1B-4620-9301-6694B1619923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3D3F5ECE-7C60-441A-A084-4E155C870494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ADC5296A-3BE5-4A9C-8C4B-DD4DF22ADB65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69080D2C-4DA8-4335-A13F-7A7C15DACF4D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0" name="Téglalap 39">
            <a:extLst>
              <a:ext uri="{FF2B5EF4-FFF2-40B4-BE49-F238E27FC236}">
                <a16:creationId xmlns:a16="http://schemas.microsoft.com/office/drawing/2014/main" id="{0C8ACCCB-A8B4-4B0B-B08A-9F3EBEDFCB8B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1" name="Téglalap 40">
            <a:extLst>
              <a:ext uri="{FF2B5EF4-FFF2-40B4-BE49-F238E27FC236}">
                <a16:creationId xmlns:a16="http://schemas.microsoft.com/office/drawing/2014/main" id="{F8F56650-5627-4F44-B178-C0D281BEBF27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2" name="Téglalap 41">
            <a:extLst>
              <a:ext uri="{FF2B5EF4-FFF2-40B4-BE49-F238E27FC236}">
                <a16:creationId xmlns:a16="http://schemas.microsoft.com/office/drawing/2014/main" id="{2852263C-C0AC-4782-91F9-14139BD1CFD8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3" name="Téglalap 42">
            <a:extLst>
              <a:ext uri="{FF2B5EF4-FFF2-40B4-BE49-F238E27FC236}">
                <a16:creationId xmlns:a16="http://schemas.microsoft.com/office/drawing/2014/main" id="{6C9995C5-582F-4461-B8FB-CBBA9545C398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4" name="Téglalap 43">
            <a:extLst>
              <a:ext uri="{FF2B5EF4-FFF2-40B4-BE49-F238E27FC236}">
                <a16:creationId xmlns:a16="http://schemas.microsoft.com/office/drawing/2014/main" id="{84AA0B6D-3F37-4255-92D5-AD416AC7B10C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5" name="Téglalap 44">
            <a:extLst>
              <a:ext uri="{FF2B5EF4-FFF2-40B4-BE49-F238E27FC236}">
                <a16:creationId xmlns:a16="http://schemas.microsoft.com/office/drawing/2014/main" id="{142C6148-F723-4281-B8B9-59F3ACC4CBAA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6" name="Téglalap 45">
            <a:extLst>
              <a:ext uri="{FF2B5EF4-FFF2-40B4-BE49-F238E27FC236}">
                <a16:creationId xmlns:a16="http://schemas.microsoft.com/office/drawing/2014/main" id="{8057A026-18AA-4E52-8B85-1D0AE0D569C3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7" name="Téglalap 46">
            <a:extLst>
              <a:ext uri="{FF2B5EF4-FFF2-40B4-BE49-F238E27FC236}">
                <a16:creationId xmlns:a16="http://schemas.microsoft.com/office/drawing/2014/main" id="{6800EA3A-34D0-4AE4-B56B-28F3E3A34449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7" name="Téglalap 76">
            <a:extLst>
              <a:ext uri="{FF2B5EF4-FFF2-40B4-BE49-F238E27FC236}">
                <a16:creationId xmlns:a16="http://schemas.microsoft.com/office/drawing/2014/main" id="{6B980105-2FC2-420B-BDE8-FFF874AFF108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Téglalap 86">
            <a:extLst>
              <a:ext uri="{FF2B5EF4-FFF2-40B4-BE49-F238E27FC236}">
                <a16:creationId xmlns:a16="http://schemas.microsoft.com/office/drawing/2014/main" id="{2F53E21E-F15C-4901-852F-98914EFE4307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68" name="Téglalap 67">
            <a:extLst>
              <a:ext uri="{FF2B5EF4-FFF2-40B4-BE49-F238E27FC236}">
                <a16:creationId xmlns:a16="http://schemas.microsoft.com/office/drawing/2014/main" id="{FEBFCAFA-5C8A-4628-9E3F-D66D37808109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8" name="Trapezoid 77">
            <a:extLst>
              <a:ext uri="{FF2B5EF4-FFF2-40B4-BE49-F238E27FC236}">
                <a16:creationId xmlns:a16="http://schemas.microsoft.com/office/drawing/2014/main" id="{F719DC4C-945C-4025-B2D3-E1C230A44C1B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9" name="Téglalap 78">
            <a:extLst>
              <a:ext uri="{FF2B5EF4-FFF2-40B4-BE49-F238E27FC236}">
                <a16:creationId xmlns:a16="http://schemas.microsoft.com/office/drawing/2014/main" id="{2EE5B928-82CA-4E6F-BAFB-BDA9A77F0CF4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0" name="Trapezoid 79">
            <a:extLst>
              <a:ext uri="{FF2B5EF4-FFF2-40B4-BE49-F238E27FC236}">
                <a16:creationId xmlns:a16="http://schemas.microsoft.com/office/drawing/2014/main" id="{670AC937-FADB-4478-B266-A5AD6BC4E65E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1" name="Trapezoid 80">
            <a:extLst>
              <a:ext uri="{FF2B5EF4-FFF2-40B4-BE49-F238E27FC236}">
                <a16:creationId xmlns:a16="http://schemas.microsoft.com/office/drawing/2014/main" id="{7BB63044-4DAC-4EFA-A80B-0F4E04FE9A47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2" name="Folyamatábra: Kézi művelet 81">
            <a:extLst>
              <a:ext uri="{FF2B5EF4-FFF2-40B4-BE49-F238E27FC236}">
                <a16:creationId xmlns:a16="http://schemas.microsoft.com/office/drawing/2014/main" id="{06B51A90-877B-45C0-B21F-C6BD678547FC}"/>
              </a:ext>
            </a:extLst>
          </p:cNvPr>
          <p:cNvSpPr/>
          <p:nvPr/>
        </p:nvSpPr>
        <p:spPr>
          <a:xfrm rot="9177019">
            <a:off x="10586333" y="18929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5" name="Téglalap 84">
            <a:extLst>
              <a:ext uri="{FF2B5EF4-FFF2-40B4-BE49-F238E27FC236}">
                <a16:creationId xmlns:a16="http://schemas.microsoft.com/office/drawing/2014/main" id="{0F343CBE-B72A-4177-920E-D52AC9DD449A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6" name="Téglalap 85">
            <a:extLst>
              <a:ext uri="{FF2B5EF4-FFF2-40B4-BE49-F238E27FC236}">
                <a16:creationId xmlns:a16="http://schemas.microsoft.com/office/drawing/2014/main" id="{FA2A49C9-A983-4867-83AE-038ADE7BD6E6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25" name="Csoportba foglalás 1024">
            <a:extLst>
              <a:ext uri="{FF2B5EF4-FFF2-40B4-BE49-F238E27FC236}">
                <a16:creationId xmlns:a16="http://schemas.microsoft.com/office/drawing/2014/main" id="{2A45F013-5F1B-497D-9ED6-0349608FC3A5}"/>
              </a:ext>
            </a:extLst>
          </p:cNvPr>
          <p:cNvGrpSpPr/>
          <p:nvPr/>
        </p:nvGrpSpPr>
        <p:grpSpPr>
          <a:xfrm>
            <a:off x="3714429" y="2820709"/>
            <a:ext cx="520179" cy="764382"/>
            <a:chOff x="3714429" y="2820709"/>
            <a:chExt cx="520179" cy="764382"/>
          </a:xfrm>
        </p:grpSpPr>
        <p:grpSp>
          <p:nvGrpSpPr>
            <p:cNvPr id="134" name="Csoportba foglalás 133">
              <a:extLst>
                <a:ext uri="{FF2B5EF4-FFF2-40B4-BE49-F238E27FC236}">
                  <a16:creationId xmlns:a16="http://schemas.microsoft.com/office/drawing/2014/main" id="{01E3E91F-31F5-43A0-B7FF-B19EB55B80DE}"/>
                </a:ext>
              </a:extLst>
            </p:cNvPr>
            <p:cNvGrpSpPr/>
            <p:nvPr/>
          </p:nvGrpSpPr>
          <p:grpSpPr>
            <a:xfrm>
              <a:off x="3714429" y="2853226"/>
              <a:ext cx="520179" cy="731865"/>
              <a:chOff x="3714429" y="2853226"/>
              <a:chExt cx="520179" cy="731865"/>
            </a:xfrm>
          </p:grpSpPr>
          <p:sp>
            <p:nvSpPr>
              <p:cNvPr id="122" name="Téglalap 121">
                <a:extLst>
                  <a:ext uri="{FF2B5EF4-FFF2-40B4-BE49-F238E27FC236}">
                    <a16:creationId xmlns:a16="http://schemas.microsoft.com/office/drawing/2014/main" id="{632A82FC-A30D-4D72-A3C0-6DC104414E28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3" name="Téglalap 122">
                <a:extLst>
                  <a:ext uri="{FF2B5EF4-FFF2-40B4-BE49-F238E27FC236}">
                    <a16:creationId xmlns:a16="http://schemas.microsoft.com/office/drawing/2014/main" id="{F476CC0B-89C4-4173-9E3D-F930BDD868BC}"/>
                  </a:ext>
                </a:extLst>
              </p:cNvPr>
              <p:cNvSpPr/>
              <p:nvPr/>
            </p:nvSpPr>
            <p:spPr>
              <a:xfrm rot="16200000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Henger 123">
                <a:extLst>
                  <a:ext uri="{FF2B5EF4-FFF2-40B4-BE49-F238E27FC236}">
                    <a16:creationId xmlns:a16="http://schemas.microsoft.com/office/drawing/2014/main" id="{1BE3DB53-4F82-4FDF-BB43-D62A8DE479EF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5" name="Ellipszis 124">
                <a:extLst>
                  <a:ext uri="{FF2B5EF4-FFF2-40B4-BE49-F238E27FC236}">
                    <a16:creationId xmlns:a16="http://schemas.microsoft.com/office/drawing/2014/main" id="{E47A2C59-8426-4A54-B56E-0F94B87F906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6" name="Téglalap 125">
                <a:extLst>
                  <a:ext uri="{FF2B5EF4-FFF2-40B4-BE49-F238E27FC236}">
                    <a16:creationId xmlns:a16="http://schemas.microsoft.com/office/drawing/2014/main" id="{B8BD2741-62E1-4F91-AB37-AE3ACEF8F5D6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7" name="Téglalap 126">
                <a:extLst>
                  <a:ext uri="{FF2B5EF4-FFF2-40B4-BE49-F238E27FC236}">
                    <a16:creationId xmlns:a16="http://schemas.microsoft.com/office/drawing/2014/main" id="{5F8017A8-97C6-4E3D-A6F1-A55F65762945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8" name="Ellipszis 127">
                <a:extLst>
                  <a:ext uri="{FF2B5EF4-FFF2-40B4-BE49-F238E27FC236}">
                    <a16:creationId xmlns:a16="http://schemas.microsoft.com/office/drawing/2014/main" id="{EA05B401-5D61-4E04-8672-2731F0E6E9D8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9" name="Egyenes összekötő 128">
                <a:extLst>
                  <a:ext uri="{FF2B5EF4-FFF2-40B4-BE49-F238E27FC236}">
                    <a16:creationId xmlns:a16="http://schemas.microsoft.com/office/drawing/2014/main" id="{622C817C-8D13-4D40-820C-35D8E7323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30" name="Egyenes összekötő 129">
                <a:extLst>
                  <a:ext uri="{FF2B5EF4-FFF2-40B4-BE49-F238E27FC236}">
                    <a16:creationId xmlns:a16="http://schemas.microsoft.com/office/drawing/2014/main" id="{0A38556F-2463-491E-866E-7534814D260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31" name="Egyenes összekötő 130">
                <a:extLst>
                  <a:ext uri="{FF2B5EF4-FFF2-40B4-BE49-F238E27FC236}">
                    <a16:creationId xmlns:a16="http://schemas.microsoft.com/office/drawing/2014/main" id="{EDF89CFB-D78E-4DF3-BD65-75AFC6547E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32" name="Egyenes összekötő 131">
                <a:extLst>
                  <a:ext uri="{FF2B5EF4-FFF2-40B4-BE49-F238E27FC236}">
                    <a16:creationId xmlns:a16="http://schemas.microsoft.com/office/drawing/2014/main" id="{94346018-26D3-4913-9B48-639ACAE8C4F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33" name="Ellipszis 132">
                <a:extLst>
                  <a:ext uri="{FF2B5EF4-FFF2-40B4-BE49-F238E27FC236}">
                    <a16:creationId xmlns:a16="http://schemas.microsoft.com/office/drawing/2014/main" id="{E205D229-DCAB-45A4-8F13-C6A6265BCA30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36" name="Egyenes összekötő 135">
              <a:extLst>
                <a:ext uri="{FF2B5EF4-FFF2-40B4-BE49-F238E27FC236}">
                  <a16:creationId xmlns:a16="http://schemas.microsoft.com/office/drawing/2014/main" id="{1005ED5A-1514-411F-A4A6-C44457C6BFD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41" name="Egyenes összekötő 140">
              <a:extLst>
                <a:ext uri="{FF2B5EF4-FFF2-40B4-BE49-F238E27FC236}">
                  <a16:creationId xmlns:a16="http://schemas.microsoft.com/office/drawing/2014/main" id="{0A1B8CE1-9630-4C30-B042-F24E6BA8273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027" name="Csoportba foglalás 1026">
            <a:extLst>
              <a:ext uri="{FF2B5EF4-FFF2-40B4-BE49-F238E27FC236}">
                <a16:creationId xmlns:a16="http://schemas.microsoft.com/office/drawing/2014/main" id="{CCCB8455-B511-4F66-8580-00596CD76017}"/>
              </a:ext>
            </a:extLst>
          </p:cNvPr>
          <p:cNvGrpSpPr/>
          <p:nvPr/>
        </p:nvGrpSpPr>
        <p:grpSpPr>
          <a:xfrm>
            <a:off x="3043856" y="2828171"/>
            <a:ext cx="520179" cy="774685"/>
            <a:chOff x="3043856" y="2828171"/>
            <a:chExt cx="520179" cy="774685"/>
          </a:xfrm>
        </p:grpSpPr>
        <p:sp>
          <p:nvSpPr>
            <p:cNvPr id="92" name="Téglalap 91">
              <a:extLst>
                <a:ext uri="{FF2B5EF4-FFF2-40B4-BE49-F238E27FC236}">
                  <a16:creationId xmlns:a16="http://schemas.microsoft.com/office/drawing/2014/main" id="{ED4E1D28-EF5B-4942-9AF8-D9669E3B725A}"/>
                </a:ext>
              </a:extLst>
            </p:cNvPr>
            <p:cNvSpPr/>
            <p:nvPr/>
          </p:nvSpPr>
          <p:spPr>
            <a:xfrm rot="18591660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4" name="Téglalap 93">
              <a:extLst>
                <a:ext uri="{FF2B5EF4-FFF2-40B4-BE49-F238E27FC236}">
                  <a16:creationId xmlns:a16="http://schemas.microsoft.com/office/drawing/2014/main" id="{A06AEB94-4B13-4E02-A94F-4CC739D7AC9A}"/>
                </a:ext>
              </a:extLst>
            </p:cNvPr>
            <p:cNvSpPr/>
            <p:nvPr/>
          </p:nvSpPr>
          <p:spPr>
            <a:xfrm rot="16200000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Henger 88">
              <a:extLst>
                <a:ext uri="{FF2B5EF4-FFF2-40B4-BE49-F238E27FC236}">
                  <a16:creationId xmlns:a16="http://schemas.microsoft.com/office/drawing/2014/main" id="{AE68E531-A6DB-4850-91DC-5F4E5A27C245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0" name="Ellipszis 89">
              <a:extLst>
                <a:ext uri="{FF2B5EF4-FFF2-40B4-BE49-F238E27FC236}">
                  <a16:creationId xmlns:a16="http://schemas.microsoft.com/office/drawing/2014/main" id="{89601977-957C-4126-8C9F-BDAE1036EC26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3" name="Téglalap 92">
              <a:extLst>
                <a:ext uri="{FF2B5EF4-FFF2-40B4-BE49-F238E27FC236}">
                  <a16:creationId xmlns:a16="http://schemas.microsoft.com/office/drawing/2014/main" id="{71619964-ACDA-4588-B805-3E35DFB0BBA9}"/>
                </a:ext>
              </a:extLst>
            </p:cNvPr>
            <p:cNvSpPr/>
            <p:nvPr/>
          </p:nvSpPr>
          <p:spPr>
            <a:xfrm rot="16200000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1" name="Téglalap 90">
              <a:extLst>
                <a:ext uri="{FF2B5EF4-FFF2-40B4-BE49-F238E27FC236}">
                  <a16:creationId xmlns:a16="http://schemas.microsoft.com/office/drawing/2014/main" id="{6DA272AE-2692-4F74-8384-13B7172A475E}"/>
                </a:ext>
              </a:extLst>
            </p:cNvPr>
            <p:cNvSpPr/>
            <p:nvPr/>
          </p:nvSpPr>
          <p:spPr>
            <a:xfrm rot="1579643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5" name="Ellipszis 94">
              <a:extLst>
                <a:ext uri="{FF2B5EF4-FFF2-40B4-BE49-F238E27FC236}">
                  <a16:creationId xmlns:a16="http://schemas.microsoft.com/office/drawing/2014/main" id="{29472093-10E7-437F-BE21-E01854F228EC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245033DE-52E0-45F3-8E31-CB954500CE75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9" name="Egyenes összekötő 98">
              <a:extLst>
                <a:ext uri="{FF2B5EF4-FFF2-40B4-BE49-F238E27FC236}">
                  <a16:creationId xmlns:a16="http://schemas.microsoft.com/office/drawing/2014/main" id="{A063503D-8C53-43F3-B19A-F7490BDC01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6581DD61-4125-4E4E-BEC5-B9022BBB0A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5" name="Egyenes összekötő 104">
              <a:extLst>
                <a:ext uri="{FF2B5EF4-FFF2-40B4-BE49-F238E27FC236}">
                  <a16:creationId xmlns:a16="http://schemas.microsoft.com/office/drawing/2014/main" id="{22D591FC-532F-4514-80F9-DA592A08B0F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3" name="Ellipszis 112">
              <a:extLst>
                <a:ext uri="{FF2B5EF4-FFF2-40B4-BE49-F238E27FC236}">
                  <a16:creationId xmlns:a16="http://schemas.microsoft.com/office/drawing/2014/main" id="{EC981023-ACD4-4816-AE0F-C6F2B1C5731E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028" name="Picture 4" descr="Forráskép megtekintése">
              <a:extLst>
                <a:ext uri="{FF2B5EF4-FFF2-40B4-BE49-F238E27FC236}">
                  <a16:creationId xmlns:a16="http://schemas.microsoft.com/office/drawing/2014/main" id="{F3F26D80-F9AA-4C75-A2D4-4E7EB193EF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29" name="Csoportba foglalás 1028">
            <a:extLst>
              <a:ext uri="{FF2B5EF4-FFF2-40B4-BE49-F238E27FC236}">
                <a16:creationId xmlns:a16="http://schemas.microsoft.com/office/drawing/2014/main" id="{9F1DE888-AD98-41A7-A32D-E290BE84583E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8" name="Csoportba foglalás 47">
              <a:extLst>
                <a:ext uri="{FF2B5EF4-FFF2-40B4-BE49-F238E27FC236}">
                  <a16:creationId xmlns:a16="http://schemas.microsoft.com/office/drawing/2014/main" id="{8B79EF24-9F88-4A96-876E-ECDF57E80AD1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49" name="Derékszögű háromszög 48">
                <a:extLst>
                  <a:ext uri="{FF2B5EF4-FFF2-40B4-BE49-F238E27FC236}">
                    <a16:creationId xmlns:a16="http://schemas.microsoft.com/office/drawing/2014/main" id="{01C56E12-4469-4A11-80B7-CD8AAA5317A5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Derékszögű háromszög 49">
                <a:extLst>
                  <a:ext uri="{FF2B5EF4-FFF2-40B4-BE49-F238E27FC236}">
                    <a16:creationId xmlns:a16="http://schemas.microsoft.com/office/drawing/2014/main" id="{0B3F116A-F32C-43CF-836B-BFC41C85BA54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Téglalap 15">
                <a:extLst>
                  <a:ext uri="{FF2B5EF4-FFF2-40B4-BE49-F238E27FC236}">
                    <a16:creationId xmlns:a16="http://schemas.microsoft.com/office/drawing/2014/main" id="{26DA8097-7076-4500-ACA6-656222090E32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2" name="Folyamatábra: Tárolt adat 17">
                <a:extLst>
                  <a:ext uri="{FF2B5EF4-FFF2-40B4-BE49-F238E27FC236}">
                    <a16:creationId xmlns:a16="http://schemas.microsoft.com/office/drawing/2014/main" id="{06DDDCEF-1F20-4145-B5B3-DED36668BB90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Derékszögű háromszög 52">
                <a:extLst>
                  <a:ext uri="{FF2B5EF4-FFF2-40B4-BE49-F238E27FC236}">
                    <a16:creationId xmlns:a16="http://schemas.microsoft.com/office/drawing/2014/main" id="{08D39199-2F6D-4F34-900F-4963C761CD18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Kivonás jele 53">
                <a:extLst>
                  <a:ext uri="{FF2B5EF4-FFF2-40B4-BE49-F238E27FC236}">
                    <a16:creationId xmlns:a16="http://schemas.microsoft.com/office/drawing/2014/main" id="{4939E835-05C6-44B3-81DA-9E675D93A489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8AC49F5B-C987-4C33-AD9C-DAD6CB8FE7CC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Ellipszis 55">
                <a:extLst>
                  <a:ext uri="{FF2B5EF4-FFF2-40B4-BE49-F238E27FC236}">
                    <a16:creationId xmlns:a16="http://schemas.microsoft.com/office/drawing/2014/main" id="{9FB14D83-ACA5-42CE-A805-B858256F2DB8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7" name="Kivonás jele 56">
                <a:extLst>
                  <a:ext uri="{FF2B5EF4-FFF2-40B4-BE49-F238E27FC236}">
                    <a16:creationId xmlns:a16="http://schemas.microsoft.com/office/drawing/2014/main" id="{80669C17-468C-476F-A134-1C8DFA5521E0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Kivonás jele 57">
                <a:extLst>
                  <a:ext uri="{FF2B5EF4-FFF2-40B4-BE49-F238E27FC236}">
                    <a16:creationId xmlns:a16="http://schemas.microsoft.com/office/drawing/2014/main" id="{F47058E3-E971-44CC-9766-3DFBFFA46EA4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Ellipszis 58">
                <a:extLst>
                  <a:ext uri="{FF2B5EF4-FFF2-40B4-BE49-F238E27FC236}">
                    <a16:creationId xmlns:a16="http://schemas.microsoft.com/office/drawing/2014/main" id="{73AC95B0-46D1-4A1E-9273-08ED77EB0E5B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0" name="Romboid 59">
                <a:extLst>
                  <a:ext uri="{FF2B5EF4-FFF2-40B4-BE49-F238E27FC236}">
                    <a16:creationId xmlns:a16="http://schemas.microsoft.com/office/drawing/2014/main" id="{D5F58F0D-066B-4CD1-9028-A9E7455F8A64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 60">
                <a:extLst>
                  <a:ext uri="{FF2B5EF4-FFF2-40B4-BE49-F238E27FC236}">
                    <a16:creationId xmlns:a16="http://schemas.microsoft.com/office/drawing/2014/main" id="{428EEE75-67A1-4512-9D4C-CCA9E1995ED3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: lekerekített 61">
                <a:extLst>
                  <a:ext uri="{FF2B5EF4-FFF2-40B4-BE49-F238E27FC236}">
                    <a16:creationId xmlns:a16="http://schemas.microsoft.com/office/drawing/2014/main" id="{53EF0DA5-6848-4C88-9F37-234D48A7FF2D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: lekerekített 62">
                <a:extLst>
                  <a:ext uri="{FF2B5EF4-FFF2-40B4-BE49-F238E27FC236}">
                    <a16:creationId xmlns:a16="http://schemas.microsoft.com/office/drawing/2014/main" id="{6431D432-2530-467E-A7AB-7F2E06E91592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: lekerekített 63">
                <a:extLst>
                  <a:ext uri="{FF2B5EF4-FFF2-40B4-BE49-F238E27FC236}">
                    <a16:creationId xmlns:a16="http://schemas.microsoft.com/office/drawing/2014/main" id="{1C74F43A-DA8A-48AB-9B8A-2DF4155F9916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: lekerekített 64">
                <a:extLst>
                  <a:ext uri="{FF2B5EF4-FFF2-40B4-BE49-F238E27FC236}">
                    <a16:creationId xmlns:a16="http://schemas.microsoft.com/office/drawing/2014/main" id="{D58F660F-0749-4607-B9C2-5EE45071DF3E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: lekerekített 65">
                <a:extLst>
                  <a:ext uri="{FF2B5EF4-FFF2-40B4-BE49-F238E27FC236}">
                    <a16:creationId xmlns:a16="http://schemas.microsoft.com/office/drawing/2014/main" id="{68C33255-ED47-4491-8CC4-7424DA44C95E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Téglalap: lekerekített 66">
                <a:extLst>
                  <a:ext uri="{FF2B5EF4-FFF2-40B4-BE49-F238E27FC236}">
                    <a16:creationId xmlns:a16="http://schemas.microsoft.com/office/drawing/2014/main" id="{8AF6E85C-4316-4A84-A199-04664F575D4F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184" name="Picture 2" descr="Forráskép megtekintése">
              <a:extLst>
                <a:ext uri="{FF2B5EF4-FFF2-40B4-BE49-F238E27FC236}">
                  <a16:creationId xmlns:a16="http://schemas.microsoft.com/office/drawing/2014/main" id="{8DAB0132-EF23-404F-A85C-5682647A73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0" name="Picture 6" descr="Forráskép megtekintése">
              <a:extLst>
                <a:ext uri="{FF2B5EF4-FFF2-40B4-BE49-F238E27FC236}">
                  <a16:creationId xmlns:a16="http://schemas.microsoft.com/office/drawing/2014/main" id="{83498D86-F6AA-4C55-9027-31B797DA44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83" name="Csillag: 5 ágú 182">
            <a:extLst>
              <a:ext uri="{FF2B5EF4-FFF2-40B4-BE49-F238E27FC236}">
                <a16:creationId xmlns:a16="http://schemas.microsoft.com/office/drawing/2014/main" id="{568C1093-B9F7-44B7-B872-9F8631581433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9" name="Csillag: 5 ágú 188">
            <a:extLst>
              <a:ext uri="{FF2B5EF4-FFF2-40B4-BE49-F238E27FC236}">
                <a16:creationId xmlns:a16="http://schemas.microsoft.com/office/drawing/2014/main" id="{CCB10244-464C-4EB1-8E41-10D671DE494D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0" name="Csillag: 5 ágú 189">
            <a:extLst>
              <a:ext uri="{FF2B5EF4-FFF2-40B4-BE49-F238E27FC236}">
                <a16:creationId xmlns:a16="http://schemas.microsoft.com/office/drawing/2014/main" id="{2758D0EC-0851-4562-AAFD-347ACF2899CF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1" name="Csillag: 5 ágú 190">
            <a:extLst>
              <a:ext uri="{FF2B5EF4-FFF2-40B4-BE49-F238E27FC236}">
                <a16:creationId xmlns:a16="http://schemas.microsoft.com/office/drawing/2014/main" id="{1CE0C87C-D037-4106-AC37-EBA7F2A216F5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2" name="Csillag: 5 ágú 191">
            <a:extLst>
              <a:ext uri="{FF2B5EF4-FFF2-40B4-BE49-F238E27FC236}">
                <a16:creationId xmlns:a16="http://schemas.microsoft.com/office/drawing/2014/main" id="{2FE05A38-1686-4A21-8EF6-A15782B81E1A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3" name="Csillag: 5 ágú 192">
            <a:extLst>
              <a:ext uri="{FF2B5EF4-FFF2-40B4-BE49-F238E27FC236}">
                <a16:creationId xmlns:a16="http://schemas.microsoft.com/office/drawing/2014/main" id="{54F35912-C9D1-4E56-BB49-96A5A6F8A538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4" name="Csillag: 5 ágú 193">
            <a:extLst>
              <a:ext uri="{FF2B5EF4-FFF2-40B4-BE49-F238E27FC236}">
                <a16:creationId xmlns:a16="http://schemas.microsoft.com/office/drawing/2014/main" id="{B3BAA568-8BB0-4E7F-90E3-6C368FA80B52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02" name="Csoportba foglalás 301">
            <a:extLst>
              <a:ext uri="{FF2B5EF4-FFF2-40B4-BE49-F238E27FC236}">
                <a16:creationId xmlns:a16="http://schemas.microsoft.com/office/drawing/2014/main" id="{79BE5C03-C107-46E6-941A-79D80707B502}"/>
              </a:ext>
            </a:extLst>
          </p:cNvPr>
          <p:cNvGrpSpPr/>
          <p:nvPr/>
        </p:nvGrpSpPr>
        <p:grpSpPr>
          <a:xfrm>
            <a:off x="4382245" y="2739900"/>
            <a:ext cx="572842" cy="843164"/>
            <a:chOff x="5052362" y="2641556"/>
            <a:chExt cx="572842" cy="843164"/>
          </a:xfrm>
        </p:grpSpPr>
        <p:grpSp>
          <p:nvGrpSpPr>
            <p:cNvPr id="303" name="Csoportba foglalás 302">
              <a:extLst>
                <a:ext uri="{FF2B5EF4-FFF2-40B4-BE49-F238E27FC236}">
                  <a16:creationId xmlns:a16="http://schemas.microsoft.com/office/drawing/2014/main" id="{A9F967B6-62AE-42E3-953E-787F8CF43224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317" name="Téglalap 316">
                <a:extLst>
                  <a:ext uri="{FF2B5EF4-FFF2-40B4-BE49-F238E27FC236}">
                    <a16:creationId xmlns:a16="http://schemas.microsoft.com/office/drawing/2014/main" id="{1E3C0CCB-49BC-4D62-82AD-80359BA85193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8" name="Téglalap 317">
                <a:extLst>
                  <a:ext uri="{FF2B5EF4-FFF2-40B4-BE49-F238E27FC236}">
                    <a16:creationId xmlns:a16="http://schemas.microsoft.com/office/drawing/2014/main" id="{B1834D66-8F41-45D6-92F1-A3D76366D635}"/>
                  </a:ext>
                </a:extLst>
              </p:cNvPr>
              <p:cNvSpPr/>
              <p:nvPr/>
            </p:nvSpPr>
            <p:spPr>
              <a:xfrm rot="16200000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9" name="Henger 318">
                <a:extLst>
                  <a:ext uri="{FF2B5EF4-FFF2-40B4-BE49-F238E27FC236}">
                    <a16:creationId xmlns:a16="http://schemas.microsoft.com/office/drawing/2014/main" id="{275DBC2A-EA4F-431A-A062-476B64B64C72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0" name="Ellipszis 319">
                <a:extLst>
                  <a:ext uri="{FF2B5EF4-FFF2-40B4-BE49-F238E27FC236}">
                    <a16:creationId xmlns:a16="http://schemas.microsoft.com/office/drawing/2014/main" id="{824DC7C6-EFC0-4846-8A7B-696D28BD8412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21" name="Téglalap 320">
                <a:extLst>
                  <a:ext uri="{FF2B5EF4-FFF2-40B4-BE49-F238E27FC236}">
                    <a16:creationId xmlns:a16="http://schemas.microsoft.com/office/drawing/2014/main" id="{1D260A42-6EEB-40DD-885F-2420102AB82A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2" name="Téglalap 321">
                <a:extLst>
                  <a:ext uri="{FF2B5EF4-FFF2-40B4-BE49-F238E27FC236}">
                    <a16:creationId xmlns:a16="http://schemas.microsoft.com/office/drawing/2014/main" id="{B98B369C-0B40-4958-BE86-4EA5E347B1E9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23" name="Ellipszis 322">
                <a:extLst>
                  <a:ext uri="{FF2B5EF4-FFF2-40B4-BE49-F238E27FC236}">
                    <a16:creationId xmlns:a16="http://schemas.microsoft.com/office/drawing/2014/main" id="{997845E6-73B7-42EA-9F81-9AF4DD02C64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24" name="Egyenes összekötő 323">
                <a:extLst>
                  <a:ext uri="{FF2B5EF4-FFF2-40B4-BE49-F238E27FC236}">
                    <a16:creationId xmlns:a16="http://schemas.microsoft.com/office/drawing/2014/main" id="{855894B7-40A0-48F6-9C40-CC8C348B82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5" name="Egyenes összekötő 324">
                <a:extLst>
                  <a:ext uri="{FF2B5EF4-FFF2-40B4-BE49-F238E27FC236}">
                    <a16:creationId xmlns:a16="http://schemas.microsoft.com/office/drawing/2014/main" id="{4E476A5F-1E46-4B7F-B36A-9C2A5289665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6" name="Egyenes összekötő 325">
                <a:extLst>
                  <a:ext uri="{FF2B5EF4-FFF2-40B4-BE49-F238E27FC236}">
                    <a16:creationId xmlns:a16="http://schemas.microsoft.com/office/drawing/2014/main" id="{B67BAE38-04E3-4B6A-A773-31BE2D0CBE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27" name="Ellipszis 326">
                <a:extLst>
                  <a:ext uri="{FF2B5EF4-FFF2-40B4-BE49-F238E27FC236}">
                    <a16:creationId xmlns:a16="http://schemas.microsoft.com/office/drawing/2014/main" id="{8208D207-3A09-4FB8-8EF9-5844162CDA2D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04" name="Ellipszis 303">
              <a:extLst>
                <a:ext uri="{FF2B5EF4-FFF2-40B4-BE49-F238E27FC236}">
                  <a16:creationId xmlns:a16="http://schemas.microsoft.com/office/drawing/2014/main" id="{D2BDAB26-53F0-4BE8-803A-0F2056A84883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5" name="Ellipszis 304">
              <a:extLst>
                <a:ext uri="{FF2B5EF4-FFF2-40B4-BE49-F238E27FC236}">
                  <a16:creationId xmlns:a16="http://schemas.microsoft.com/office/drawing/2014/main" id="{896EECC7-19CC-4985-8D9A-32DF4F691B0C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6" name="Ív 305">
              <a:extLst>
                <a:ext uri="{FF2B5EF4-FFF2-40B4-BE49-F238E27FC236}">
                  <a16:creationId xmlns:a16="http://schemas.microsoft.com/office/drawing/2014/main" id="{D8BD28CF-2B62-47F2-AA07-B8DB6647888F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7" name="Ellipszis 306">
              <a:extLst>
                <a:ext uri="{FF2B5EF4-FFF2-40B4-BE49-F238E27FC236}">
                  <a16:creationId xmlns:a16="http://schemas.microsoft.com/office/drawing/2014/main" id="{487BD066-DE0E-43DC-81CA-172AB4ABCE6C}"/>
                </a:ext>
              </a:extLst>
            </p:cNvPr>
            <p:cNvSpPr/>
            <p:nvPr/>
          </p:nvSpPr>
          <p:spPr>
            <a:xfrm rot="4777677">
              <a:off x="5339947" y="337614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8" name="Ellipszis 307">
              <a:extLst>
                <a:ext uri="{FF2B5EF4-FFF2-40B4-BE49-F238E27FC236}">
                  <a16:creationId xmlns:a16="http://schemas.microsoft.com/office/drawing/2014/main" id="{38C15947-4D02-40BA-B71E-89A29AE79ED8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309" name="Kép 308">
              <a:extLst>
                <a:ext uri="{FF2B5EF4-FFF2-40B4-BE49-F238E27FC236}">
                  <a16:creationId xmlns:a16="http://schemas.microsoft.com/office/drawing/2014/main" id="{601845BC-549D-4477-BF3C-59F1497570F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310" name="Picture 2" descr="Forráskép megtekintése">
              <a:extLst>
                <a:ext uri="{FF2B5EF4-FFF2-40B4-BE49-F238E27FC236}">
                  <a16:creationId xmlns:a16="http://schemas.microsoft.com/office/drawing/2014/main" id="{47C5ED4C-37E2-4B9A-AE99-1E053C513C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11" name="Csillag: 4 ágú 310">
              <a:extLst>
                <a:ext uri="{FF2B5EF4-FFF2-40B4-BE49-F238E27FC236}">
                  <a16:creationId xmlns:a16="http://schemas.microsoft.com/office/drawing/2014/main" id="{8A19B945-916B-4B6D-983F-3260971FB599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312" name="Picture 8" descr="Forráskép megtekintése">
              <a:extLst>
                <a:ext uri="{FF2B5EF4-FFF2-40B4-BE49-F238E27FC236}">
                  <a16:creationId xmlns:a16="http://schemas.microsoft.com/office/drawing/2014/main" id="{2E01CD38-4514-4092-9262-86A176248E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313" name="Egyenes összekötő 312">
              <a:extLst>
                <a:ext uri="{FF2B5EF4-FFF2-40B4-BE49-F238E27FC236}">
                  <a16:creationId xmlns:a16="http://schemas.microsoft.com/office/drawing/2014/main" id="{28C25702-9084-4C94-A1B7-DEDD365D1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314" name="Szabadkézi sokszög: alakzat 313">
              <a:extLst>
                <a:ext uri="{FF2B5EF4-FFF2-40B4-BE49-F238E27FC236}">
                  <a16:creationId xmlns:a16="http://schemas.microsoft.com/office/drawing/2014/main" id="{85695713-9E95-4F59-B810-991C245EE9E0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5" name="Ellipszis 314">
              <a:extLst>
                <a:ext uri="{FF2B5EF4-FFF2-40B4-BE49-F238E27FC236}">
                  <a16:creationId xmlns:a16="http://schemas.microsoft.com/office/drawing/2014/main" id="{17290381-D86F-422D-886E-DA9044179ADC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6" name="Ellipszis 315">
              <a:extLst>
                <a:ext uri="{FF2B5EF4-FFF2-40B4-BE49-F238E27FC236}">
                  <a16:creationId xmlns:a16="http://schemas.microsoft.com/office/drawing/2014/main" id="{1005211D-6BF3-4E86-89E1-8AEF344AC814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9803655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75A42F07-D3DE-45AB-B803-274EB3B8EB5C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7783C948-CD4B-4352-91F0-24F3E8E126D5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311085E4-8447-45AD-B663-028F80A9C2BD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2FE51F8A-0A11-4AB1-AE40-7B2E449BC9E9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5D42F1C3-22E5-47F1-AAD9-A95A741A396B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392CC144-536F-42FD-AF78-D68F2A363F57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36EA28FF-C805-4118-8CBA-54947B0A15B3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649A2F8C-FF67-43F0-B909-AABCC7254A85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D08CAC81-FE0F-4542-8238-703527FB7758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D57D9FCD-3DB8-4B96-84F6-62F37EA560E2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2447BBF7-30B9-4909-A795-A7B2AA046297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539893A4-B7B3-4EC1-9363-A6C0BE499723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6814402B-06A4-4D8D-BBC7-3A7D24DE5D0B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0A821664-06C3-4F55-BDF9-FE1BB379DB7D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8EC0DD17-D084-4A79-88AA-AEA72AD12976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BD9345CC-330B-46C3-ACC9-CEFF7011482C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53E37C21-BB89-45DC-B2C7-9686C7D9E0DE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605556B-F8CF-49EE-AC5E-FAEE3FF1F373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F998D48F-A922-4A96-99F5-4212EA1D0F64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485D3ACA-489A-4690-BE5D-A413B4834E00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5BC9A61E-EE9B-41C8-B8EE-240AD7CB12DA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5D047787-89E0-46EF-A1FA-E371D9E04861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734B8D91-7D6F-4A56-8751-F0627DCE105C}"/>
              </a:ext>
            </a:extLst>
          </p:cNvPr>
          <p:cNvSpPr/>
          <p:nvPr/>
        </p:nvSpPr>
        <p:spPr>
          <a:xfrm rot="9846947">
            <a:off x="10331198" y="280314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41635AE1-3234-405D-8B46-EAB2D28D7B9F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EC19756F-B64A-4BD2-8ACE-FC696B8D4555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1B6A9E4E-8D3F-4A2B-AA42-63ADABA6B974}"/>
              </a:ext>
            </a:extLst>
          </p:cNvPr>
          <p:cNvGrpSpPr/>
          <p:nvPr/>
        </p:nvGrpSpPr>
        <p:grpSpPr>
          <a:xfrm>
            <a:off x="3697651" y="2820709"/>
            <a:ext cx="520179" cy="764382"/>
            <a:chOff x="3714429" y="2820709"/>
            <a:chExt cx="520179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9B012957-C208-4C4E-AFB6-3E0F58164186}"/>
                </a:ext>
              </a:extLst>
            </p:cNvPr>
            <p:cNvGrpSpPr/>
            <p:nvPr/>
          </p:nvGrpSpPr>
          <p:grpSpPr>
            <a:xfrm>
              <a:off x="3714429" y="2853226"/>
              <a:ext cx="520179" cy="731865"/>
              <a:chOff x="3714429" y="2853226"/>
              <a:chExt cx="520179" cy="731865"/>
            </a:xfrm>
          </p:grpSpPr>
          <p:sp>
            <p:nvSpPr>
              <p:cNvPr id="32" name="Téglalap 31">
                <a:extLst>
                  <a:ext uri="{FF2B5EF4-FFF2-40B4-BE49-F238E27FC236}">
                    <a16:creationId xmlns:a16="http://schemas.microsoft.com/office/drawing/2014/main" id="{76B532EE-047E-47DD-91FD-F49D4A8E84EE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Téglalap 32">
                <a:extLst>
                  <a:ext uri="{FF2B5EF4-FFF2-40B4-BE49-F238E27FC236}">
                    <a16:creationId xmlns:a16="http://schemas.microsoft.com/office/drawing/2014/main" id="{3C7019B2-C969-4529-9021-D1AF995AAD84}"/>
                  </a:ext>
                </a:extLst>
              </p:cNvPr>
              <p:cNvSpPr/>
              <p:nvPr/>
            </p:nvSpPr>
            <p:spPr>
              <a:xfrm rot="16842947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4" name="Henger 33">
                <a:extLst>
                  <a:ext uri="{FF2B5EF4-FFF2-40B4-BE49-F238E27FC236}">
                    <a16:creationId xmlns:a16="http://schemas.microsoft.com/office/drawing/2014/main" id="{B33686A4-328E-4567-A90A-89DF9F54442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0E37C235-4FA0-4918-8AA5-C1D49CAB75AF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AA076A61-0B54-4E36-8C44-934E269BD183}"/>
                  </a:ext>
                </a:extLst>
              </p:cNvPr>
              <p:cNvSpPr/>
              <p:nvPr/>
            </p:nvSpPr>
            <p:spPr>
              <a:xfrm rot="16640625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Téglalap 36">
                <a:extLst>
                  <a:ext uri="{FF2B5EF4-FFF2-40B4-BE49-F238E27FC236}">
                    <a16:creationId xmlns:a16="http://schemas.microsoft.com/office/drawing/2014/main" id="{F8B445D9-38D5-41E0-8543-7152E8F986B8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72E6C8E8-5C65-4BB0-9580-4E2D4CB6B3E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6E303788-C83D-466B-85F2-1F86325A4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58DD9E30-5122-4AAF-82AA-30F88A34A9D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3218777B-309D-4B8F-B54E-11827CD138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48A2F4D6-33C4-483A-9263-C3A4E0D3AF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56B3885D-C0B1-47B7-AD03-5B4D3698CA4E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10AD3349-9A8E-4A19-A43E-2B1C3B77A18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F41FE0A3-7704-42C3-87FD-C390BF45818E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66" name="Csoportba foglalás 65">
            <a:extLst>
              <a:ext uri="{FF2B5EF4-FFF2-40B4-BE49-F238E27FC236}">
                <a16:creationId xmlns:a16="http://schemas.microsoft.com/office/drawing/2014/main" id="{17A0F386-C8A5-419D-A48F-FF0299E520E1}"/>
              </a:ext>
            </a:extLst>
          </p:cNvPr>
          <p:cNvGrpSpPr/>
          <p:nvPr/>
        </p:nvGrpSpPr>
        <p:grpSpPr>
          <a:xfrm>
            <a:off x="3013876" y="2804471"/>
            <a:ext cx="520179" cy="774685"/>
            <a:chOff x="3043856" y="2828171"/>
            <a:chExt cx="520179" cy="774685"/>
          </a:xfrm>
        </p:grpSpPr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5FB95DE9-B971-4599-82BD-87715A69856C}"/>
                </a:ext>
              </a:extLst>
            </p:cNvPr>
            <p:cNvSpPr/>
            <p:nvPr/>
          </p:nvSpPr>
          <p:spPr>
            <a:xfrm rot="18591660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Téglalap 67">
              <a:extLst>
                <a:ext uri="{FF2B5EF4-FFF2-40B4-BE49-F238E27FC236}">
                  <a16:creationId xmlns:a16="http://schemas.microsoft.com/office/drawing/2014/main" id="{372B984C-FD67-4896-A42C-4F30428F016B}"/>
                </a:ext>
              </a:extLst>
            </p:cNvPr>
            <p:cNvSpPr/>
            <p:nvPr/>
          </p:nvSpPr>
          <p:spPr>
            <a:xfrm rot="16773213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69" name="Henger 68">
              <a:extLst>
                <a:ext uri="{FF2B5EF4-FFF2-40B4-BE49-F238E27FC236}">
                  <a16:creationId xmlns:a16="http://schemas.microsoft.com/office/drawing/2014/main" id="{FE23759C-0A43-4822-89DE-2FE5761DEFD3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Ellipszis 69">
              <a:extLst>
                <a:ext uri="{FF2B5EF4-FFF2-40B4-BE49-F238E27FC236}">
                  <a16:creationId xmlns:a16="http://schemas.microsoft.com/office/drawing/2014/main" id="{6314770C-799A-40BE-A6AC-BB86536BB01A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Téglalap 70">
              <a:extLst>
                <a:ext uri="{FF2B5EF4-FFF2-40B4-BE49-F238E27FC236}">
                  <a16:creationId xmlns:a16="http://schemas.microsoft.com/office/drawing/2014/main" id="{13721C42-AFE2-4498-A7AF-CF8C83EE9BF2}"/>
                </a:ext>
              </a:extLst>
            </p:cNvPr>
            <p:cNvSpPr/>
            <p:nvPr/>
          </p:nvSpPr>
          <p:spPr>
            <a:xfrm rot="16608166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Téglalap 71">
              <a:extLst>
                <a:ext uri="{FF2B5EF4-FFF2-40B4-BE49-F238E27FC236}">
                  <a16:creationId xmlns:a16="http://schemas.microsoft.com/office/drawing/2014/main" id="{94729CC2-410C-4C37-970B-9DC1D4AA9AC3}"/>
                </a:ext>
              </a:extLst>
            </p:cNvPr>
            <p:cNvSpPr/>
            <p:nvPr/>
          </p:nvSpPr>
          <p:spPr>
            <a:xfrm rot="1579643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73" name="Ellipszis 72">
              <a:extLst>
                <a:ext uri="{FF2B5EF4-FFF2-40B4-BE49-F238E27FC236}">
                  <a16:creationId xmlns:a16="http://schemas.microsoft.com/office/drawing/2014/main" id="{EDF25D02-9DCF-42D1-9719-84B984642AB6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BDA33666-1F16-4888-9173-3B4F33BC968D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E963BFB-E659-44F3-B56A-BB947DB46FE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D86DD5B7-DE79-4D0B-B640-342E8C9D8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E2B8CAD7-A119-4F6B-8288-2B159D0B5F5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8" name="Ellipszis 77">
              <a:extLst>
                <a:ext uri="{FF2B5EF4-FFF2-40B4-BE49-F238E27FC236}">
                  <a16:creationId xmlns:a16="http://schemas.microsoft.com/office/drawing/2014/main" id="{2C0A7AF9-E28C-4492-949B-E8B8AD0BE2EF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79" name="Picture 4" descr="Forráskép megtekintése">
              <a:extLst>
                <a:ext uri="{FF2B5EF4-FFF2-40B4-BE49-F238E27FC236}">
                  <a16:creationId xmlns:a16="http://schemas.microsoft.com/office/drawing/2014/main" id="{395BE4ED-FF5C-478D-82A5-1257DE3B0A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0" name="Csoportba foglalás 79">
            <a:extLst>
              <a:ext uri="{FF2B5EF4-FFF2-40B4-BE49-F238E27FC236}">
                <a16:creationId xmlns:a16="http://schemas.microsoft.com/office/drawing/2014/main" id="{6EA3D722-B47C-4367-95AA-819420AE2555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81" name="Csoportba foglalás 80">
              <a:extLst>
                <a:ext uri="{FF2B5EF4-FFF2-40B4-BE49-F238E27FC236}">
                  <a16:creationId xmlns:a16="http://schemas.microsoft.com/office/drawing/2014/main" id="{D3E58BC1-4A31-4EB9-A84A-CA29EF62C803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84" name="Derékszögű háromszög 83">
                <a:extLst>
                  <a:ext uri="{FF2B5EF4-FFF2-40B4-BE49-F238E27FC236}">
                    <a16:creationId xmlns:a16="http://schemas.microsoft.com/office/drawing/2014/main" id="{A6919A27-14C9-4637-AEB5-5CDDAD7F4486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Derékszögű háromszög 84">
                <a:extLst>
                  <a:ext uri="{FF2B5EF4-FFF2-40B4-BE49-F238E27FC236}">
                    <a16:creationId xmlns:a16="http://schemas.microsoft.com/office/drawing/2014/main" id="{49C5EA16-56A1-4DA7-87CB-41069A6F9E8B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Téglalap 15">
                <a:extLst>
                  <a:ext uri="{FF2B5EF4-FFF2-40B4-BE49-F238E27FC236}">
                    <a16:creationId xmlns:a16="http://schemas.microsoft.com/office/drawing/2014/main" id="{2C46E4B1-9F13-4A12-9558-CFCA8C8C2E25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Folyamatábra: Tárolt adat 17">
                <a:extLst>
                  <a:ext uri="{FF2B5EF4-FFF2-40B4-BE49-F238E27FC236}">
                    <a16:creationId xmlns:a16="http://schemas.microsoft.com/office/drawing/2014/main" id="{79A85FA0-0FF3-4E47-BAE1-0760F8F139CA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Derékszögű háromszög 87">
                <a:extLst>
                  <a:ext uri="{FF2B5EF4-FFF2-40B4-BE49-F238E27FC236}">
                    <a16:creationId xmlns:a16="http://schemas.microsoft.com/office/drawing/2014/main" id="{E0A39A86-27B9-4FB5-8A22-8D2533AE5687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Kivonás jele 88">
                <a:extLst>
                  <a:ext uri="{FF2B5EF4-FFF2-40B4-BE49-F238E27FC236}">
                    <a16:creationId xmlns:a16="http://schemas.microsoft.com/office/drawing/2014/main" id="{B8BD0467-40E1-4281-AE57-D20583C1AD4F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Ellipszis 89">
                <a:extLst>
                  <a:ext uri="{FF2B5EF4-FFF2-40B4-BE49-F238E27FC236}">
                    <a16:creationId xmlns:a16="http://schemas.microsoft.com/office/drawing/2014/main" id="{1CBFAC2D-6A23-4094-B1A8-4DC3B2FE48E4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Ellipszis 90">
                <a:extLst>
                  <a:ext uri="{FF2B5EF4-FFF2-40B4-BE49-F238E27FC236}">
                    <a16:creationId xmlns:a16="http://schemas.microsoft.com/office/drawing/2014/main" id="{A334486C-B220-4418-A1E5-AC546E9A8B38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Kivonás jele 91">
                <a:extLst>
                  <a:ext uri="{FF2B5EF4-FFF2-40B4-BE49-F238E27FC236}">
                    <a16:creationId xmlns:a16="http://schemas.microsoft.com/office/drawing/2014/main" id="{EFDE71C6-41EB-4281-BBFE-2D47C732077B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Kivonás jele 92">
                <a:extLst>
                  <a:ext uri="{FF2B5EF4-FFF2-40B4-BE49-F238E27FC236}">
                    <a16:creationId xmlns:a16="http://schemas.microsoft.com/office/drawing/2014/main" id="{76277FDE-E330-4850-ACBA-B7023B35F285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D6B2BC5A-C1D5-4913-8A5C-649E45AF7D23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Romboid 94">
                <a:extLst>
                  <a:ext uri="{FF2B5EF4-FFF2-40B4-BE49-F238E27FC236}">
                    <a16:creationId xmlns:a16="http://schemas.microsoft.com/office/drawing/2014/main" id="{E7DD932C-C22D-4CD5-BDB2-7DCED80AD2E3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Téglalap 95">
                <a:extLst>
                  <a:ext uri="{FF2B5EF4-FFF2-40B4-BE49-F238E27FC236}">
                    <a16:creationId xmlns:a16="http://schemas.microsoft.com/office/drawing/2014/main" id="{05AC9B1B-96FA-45BD-B1D1-31555BCE57BB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Téglalap: lekerekített 96">
                <a:extLst>
                  <a:ext uri="{FF2B5EF4-FFF2-40B4-BE49-F238E27FC236}">
                    <a16:creationId xmlns:a16="http://schemas.microsoft.com/office/drawing/2014/main" id="{1C3D45D5-9361-4DF3-AC10-61D517C253E9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Téglalap: lekerekített 97">
                <a:extLst>
                  <a:ext uri="{FF2B5EF4-FFF2-40B4-BE49-F238E27FC236}">
                    <a16:creationId xmlns:a16="http://schemas.microsoft.com/office/drawing/2014/main" id="{4C39F3B6-3137-4D99-94CA-0808DCEBFA23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Téglalap: lekerekített 98">
                <a:extLst>
                  <a:ext uri="{FF2B5EF4-FFF2-40B4-BE49-F238E27FC236}">
                    <a16:creationId xmlns:a16="http://schemas.microsoft.com/office/drawing/2014/main" id="{734FAC02-0D85-4649-9F59-CF1FEACA1FC7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Téglalap: lekerekített 99">
                <a:extLst>
                  <a:ext uri="{FF2B5EF4-FFF2-40B4-BE49-F238E27FC236}">
                    <a16:creationId xmlns:a16="http://schemas.microsoft.com/office/drawing/2014/main" id="{ECA2210A-5A53-4A64-92BF-9BC2C6492135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Téglalap: lekerekített 100">
                <a:extLst>
                  <a:ext uri="{FF2B5EF4-FFF2-40B4-BE49-F238E27FC236}">
                    <a16:creationId xmlns:a16="http://schemas.microsoft.com/office/drawing/2014/main" id="{327E2314-CB5B-4A5B-8019-93C62763526C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Téglalap: lekerekített 101">
                <a:extLst>
                  <a:ext uri="{FF2B5EF4-FFF2-40B4-BE49-F238E27FC236}">
                    <a16:creationId xmlns:a16="http://schemas.microsoft.com/office/drawing/2014/main" id="{F5F05521-FDD7-4B90-A326-6D7D0C877DB4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82" name="Picture 2" descr="Forráskép megtekintése">
              <a:extLst>
                <a:ext uri="{FF2B5EF4-FFF2-40B4-BE49-F238E27FC236}">
                  <a16:creationId xmlns:a16="http://schemas.microsoft.com/office/drawing/2014/main" id="{A28D298C-7F45-4388-8BE4-E631E4AC0A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3" name="Picture 6" descr="Forráskép megtekintése">
              <a:extLst>
                <a:ext uri="{FF2B5EF4-FFF2-40B4-BE49-F238E27FC236}">
                  <a16:creationId xmlns:a16="http://schemas.microsoft.com/office/drawing/2014/main" id="{6D9A5E20-1632-4FBE-BFE0-EB2CC047C9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3" name="Csillag: 5 ágú 102">
            <a:extLst>
              <a:ext uri="{FF2B5EF4-FFF2-40B4-BE49-F238E27FC236}">
                <a16:creationId xmlns:a16="http://schemas.microsoft.com/office/drawing/2014/main" id="{ABB3C9E1-9EC6-4967-AEB1-F3BFC06120B1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Csillag: 5 ágú 103">
            <a:extLst>
              <a:ext uri="{FF2B5EF4-FFF2-40B4-BE49-F238E27FC236}">
                <a16:creationId xmlns:a16="http://schemas.microsoft.com/office/drawing/2014/main" id="{43DC7DBF-2D74-46E5-8390-3545BCD89889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Csillag: 5 ágú 104">
            <a:extLst>
              <a:ext uri="{FF2B5EF4-FFF2-40B4-BE49-F238E27FC236}">
                <a16:creationId xmlns:a16="http://schemas.microsoft.com/office/drawing/2014/main" id="{6D9199C4-5550-4FFC-9B4B-884B7DB34E2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Csillag: 5 ágú 105">
            <a:extLst>
              <a:ext uri="{FF2B5EF4-FFF2-40B4-BE49-F238E27FC236}">
                <a16:creationId xmlns:a16="http://schemas.microsoft.com/office/drawing/2014/main" id="{2FF50E3D-13D6-4C16-AC08-D5DADC45E86E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Csillag: 5 ágú 106">
            <a:extLst>
              <a:ext uri="{FF2B5EF4-FFF2-40B4-BE49-F238E27FC236}">
                <a16:creationId xmlns:a16="http://schemas.microsoft.com/office/drawing/2014/main" id="{DB9383FC-512F-4818-966B-B8D840928B31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Csillag: 5 ágú 107">
            <a:extLst>
              <a:ext uri="{FF2B5EF4-FFF2-40B4-BE49-F238E27FC236}">
                <a16:creationId xmlns:a16="http://schemas.microsoft.com/office/drawing/2014/main" id="{D5A92AB0-8E8C-4965-AE75-1EA42AD71FD8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Csillag: 5 ágú 108">
            <a:extLst>
              <a:ext uri="{FF2B5EF4-FFF2-40B4-BE49-F238E27FC236}">
                <a16:creationId xmlns:a16="http://schemas.microsoft.com/office/drawing/2014/main" id="{101DFB71-038A-437A-89A2-6CB2249858A1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6" name="Csoportba foglalás 115">
            <a:extLst>
              <a:ext uri="{FF2B5EF4-FFF2-40B4-BE49-F238E27FC236}">
                <a16:creationId xmlns:a16="http://schemas.microsoft.com/office/drawing/2014/main" id="{7CF79CE9-A149-426E-9A7D-6655CCF4DA63}"/>
              </a:ext>
            </a:extLst>
          </p:cNvPr>
          <p:cNvGrpSpPr/>
          <p:nvPr/>
        </p:nvGrpSpPr>
        <p:grpSpPr>
          <a:xfrm>
            <a:off x="4372721" y="2739900"/>
            <a:ext cx="572842" cy="843164"/>
            <a:chOff x="5052362" y="2641556"/>
            <a:chExt cx="572842" cy="843164"/>
          </a:xfrm>
        </p:grpSpPr>
        <p:grpSp>
          <p:nvGrpSpPr>
            <p:cNvPr id="44" name="Csoportba foglalás 43">
              <a:extLst>
                <a:ext uri="{FF2B5EF4-FFF2-40B4-BE49-F238E27FC236}">
                  <a16:creationId xmlns:a16="http://schemas.microsoft.com/office/drawing/2014/main" id="{C0C5889A-2B8A-40E9-8EFE-E918889A34A6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45" name="Téglalap 44">
                <a:extLst>
                  <a:ext uri="{FF2B5EF4-FFF2-40B4-BE49-F238E27FC236}">
                    <a16:creationId xmlns:a16="http://schemas.microsoft.com/office/drawing/2014/main" id="{4DA4AB91-8B13-4D85-B6CE-1F0938D57A61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 45">
                <a:extLst>
                  <a:ext uri="{FF2B5EF4-FFF2-40B4-BE49-F238E27FC236}">
                    <a16:creationId xmlns:a16="http://schemas.microsoft.com/office/drawing/2014/main" id="{074416A2-2616-4F17-9234-60B499CC17FF}"/>
                  </a:ext>
                </a:extLst>
              </p:cNvPr>
              <p:cNvSpPr/>
              <p:nvPr/>
            </p:nvSpPr>
            <p:spPr>
              <a:xfrm rot="16532167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47" name="Henger 46">
                <a:extLst>
                  <a:ext uri="{FF2B5EF4-FFF2-40B4-BE49-F238E27FC236}">
                    <a16:creationId xmlns:a16="http://schemas.microsoft.com/office/drawing/2014/main" id="{EEC39760-82AB-4668-BC2F-50BC09B19DD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Ellipszis 47">
                <a:extLst>
                  <a:ext uri="{FF2B5EF4-FFF2-40B4-BE49-F238E27FC236}">
                    <a16:creationId xmlns:a16="http://schemas.microsoft.com/office/drawing/2014/main" id="{DD4673DC-C990-4228-B62B-E5E4B1E532AD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49" name="Téglalap 48">
                <a:extLst>
                  <a:ext uri="{FF2B5EF4-FFF2-40B4-BE49-F238E27FC236}">
                    <a16:creationId xmlns:a16="http://schemas.microsoft.com/office/drawing/2014/main" id="{803F32E1-2D08-4F44-928B-271FA2CA165D}"/>
                  </a:ext>
                </a:extLst>
              </p:cNvPr>
              <p:cNvSpPr/>
              <p:nvPr/>
            </p:nvSpPr>
            <p:spPr>
              <a:xfrm rot="16500049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 49">
                <a:extLst>
                  <a:ext uri="{FF2B5EF4-FFF2-40B4-BE49-F238E27FC236}">
                    <a16:creationId xmlns:a16="http://schemas.microsoft.com/office/drawing/2014/main" id="{93A65245-427D-4351-909E-D031F9150A34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51" name="Ellipszis 50">
                <a:extLst>
                  <a:ext uri="{FF2B5EF4-FFF2-40B4-BE49-F238E27FC236}">
                    <a16:creationId xmlns:a16="http://schemas.microsoft.com/office/drawing/2014/main" id="{020DD1AB-0944-4D8C-8FA9-E7747416FB9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2" name="Egyenes összekötő 51">
                <a:extLst>
                  <a:ext uri="{FF2B5EF4-FFF2-40B4-BE49-F238E27FC236}">
                    <a16:creationId xmlns:a16="http://schemas.microsoft.com/office/drawing/2014/main" id="{111D1D78-A6FC-424A-9014-F0914F2DCFF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3" name="Egyenes összekötő 52">
                <a:extLst>
                  <a:ext uri="{FF2B5EF4-FFF2-40B4-BE49-F238E27FC236}">
                    <a16:creationId xmlns:a16="http://schemas.microsoft.com/office/drawing/2014/main" id="{2E1606B8-77E2-4DA3-9964-ECB6BF556F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4" name="Egyenes összekötő 53">
                <a:extLst>
                  <a:ext uri="{FF2B5EF4-FFF2-40B4-BE49-F238E27FC236}">
                    <a16:creationId xmlns:a16="http://schemas.microsoft.com/office/drawing/2014/main" id="{8133FC0E-88A5-42AF-9D82-9C3542EE9D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E8DD86B6-7517-4000-B124-116B1673CB0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57" name="Ellipszis 56">
              <a:extLst>
                <a:ext uri="{FF2B5EF4-FFF2-40B4-BE49-F238E27FC236}">
                  <a16:creationId xmlns:a16="http://schemas.microsoft.com/office/drawing/2014/main" id="{81130C73-4055-4A17-8149-13219532C9EE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8" name="Ellipszis 57">
              <a:extLst>
                <a:ext uri="{FF2B5EF4-FFF2-40B4-BE49-F238E27FC236}">
                  <a16:creationId xmlns:a16="http://schemas.microsoft.com/office/drawing/2014/main" id="{B4CFB9E8-2A2E-42B9-9F12-B9E1809FF69A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9" name="Ív 58">
              <a:extLst>
                <a:ext uri="{FF2B5EF4-FFF2-40B4-BE49-F238E27FC236}">
                  <a16:creationId xmlns:a16="http://schemas.microsoft.com/office/drawing/2014/main" id="{1B8E4460-6B30-4EB3-86E0-2018B315ADFF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Ellipszis 61">
              <a:extLst>
                <a:ext uri="{FF2B5EF4-FFF2-40B4-BE49-F238E27FC236}">
                  <a16:creationId xmlns:a16="http://schemas.microsoft.com/office/drawing/2014/main" id="{26F6B491-AD21-49EE-9F36-725403D6B931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634BC619-8DED-4C57-9B54-45DEECE1569E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4" name="Kép 63">
              <a:extLst>
                <a:ext uri="{FF2B5EF4-FFF2-40B4-BE49-F238E27FC236}">
                  <a16:creationId xmlns:a16="http://schemas.microsoft.com/office/drawing/2014/main" id="{2ED49F8D-8605-4442-9A2F-7E488B3E28C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5" name="Picture 2" descr="Forráskép megtekintése">
              <a:extLst>
                <a:ext uri="{FF2B5EF4-FFF2-40B4-BE49-F238E27FC236}">
                  <a16:creationId xmlns:a16="http://schemas.microsoft.com/office/drawing/2014/main" id="{394C95BA-4418-422E-826D-1CAD76B646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" name="Csillag: 4 ágú 109">
              <a:extLst>
                <a:ext uri="{FF2B5EF4-FFF2-40B4-BE49-F238E27FC236}">
                  <a16:creationId xmlns:a16="http://schemas.microsoft.com/office/drawing/2014/main" id="{1A72FF68-8514-4276-9739-CF8C54135A20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1" name="Picture 8" descr="Forráskép megtekintése">
              <a:extLst>
                <a:ext uri="{FF2B5EF4-FFF2-40B4-BE49-F238E27FC236}">
                  <a16:creationId xmlns:a16="http://schemas.microsoft.com/office/drawing/2014/main" id="{5E8C8EF3-BF22-4EE4-9971-92B65B31C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12" name="Egyenes összekötő 111">
              <a:extLst>
                <a:ext uri="{FF2B5EF4-FFF2-40B4-BE49-F238E27FC236}">
                  <a16:creationId xmlns:a16="http://schemas.microsoft.com/office/drawing/2014/main" id="{551391CA-7319-48C8-A6AA-C6EABB3AB12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3" name="Szabadkézi sokszög: alakzat 112">
              <a:extLst>
                <a:ext uri="{FF2B5EF4-FFF2-40B4-BE49-F238E27FC236}">
                  <a16:creationId xmlns:a16="http://schemas.microsoft.com/office/drawing/2014/main" id="{E6B9857C-4CA2-4EBA-A42D-83675AE1398A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Ellipszis 113">
              <a:extLst>
                <a:ext uri="{FF2B5EF4-FFF2-40B4-BE49-F238E27FC236}">
                  <a16:creationId xmlns:a16="http://schemas.microsoft.com/office/drawing/2014/main" id="{227887C2-5E47-40A4-BFA1-64FD62D1106D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Ellipszis 114">
              <a:extLst>
                <a:ext uri="{FF2B5EF4-FFF2-40B4-BE49-F238E27FC236}">
                  <a16:creationId xmlns:a16="http://schemas.microsoft.com/office/drawing/2014/main" id="{A513CE0B-EEF6-4F78-8478-348F8A00C847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53935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35C5F0B6-38EC-2F3B-41BA-4CA1499616EC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ACB005C7-96A2-AB34-5270-9EB73DCDF193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06D85924-F50C-3A38-2E91-DD104D898CEA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987BD842-9938-6054-A42D-A6E0C56E35DB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EA044EFD-814E-EBB7-047D-336BCA27546B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28CDEB41-8B15-687C-863C-C2E66B6CAEC0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188EDD4B-CAA1-960B-82C2-795FCE1EADAA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89051338-2BA7-B5D3-E045-43FB7FEA8EE8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F878D74A-E6AA-C96A-FEED-5B7CF7238D80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AD7110EC-A1E2-BEB5-906B-C6D7659BFFE1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E575C2EE-C4CF-95E1-E07E-4A253F34536E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9A22BD76-1B84-4E50-BEEC-A684DA371DCE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1F7F93CC-51EE-954E-29E2-4A81D5D325A2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1374C920-A82F-EAC2-30BA-907114B6A227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53566C2D-CB18-4ED4-E88E-E5627F441386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BD21712B-8E5C-F552-F394-1113CB257DF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6A296245-9657-8ABD-747E-9DBC6634EB23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0933CCB-7E62-9E0C-3A3F-70016CD58313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ECEF2095-61F5-4C18-F701-103B218DA025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91B3FDFE-8E97-126F-2FB7-7142E1CE3613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5CD14A5F-B324-8AA3-AF4F-228B6E4AB80B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BB0A2950-AA89-33E8-BDBD-AE9C5336B9A5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A2045A1B-B366-705B-C3DE-76DB76A9606F}"/>
              </a:ext>
            </a:extLst>
          </p:cNvPr>
          <p:cNvSpPr/>
          <p:nvPr/>
        </p:nvSpPr>
        <p:spPr>
          <a:xfrm rot="10532790">
            <a:off x="10070668" y="214729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1E2DDAD7-E0C5-7F31-9F9F-F14240A3C149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A605DADB-CAF3-6C03-72A0-B275BF7B0C7C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01B7ADB6-93A3-C3CC-161E-A81DFB90EC39}"/>
              </a:ext>
            </a:extLst>
          </p:cNvPr>
          <p:cNvGrpSpPr/>
          <p:nvPr/>
        </p:nvGrpSpPr>
        <p:grpSpPr>
          <a:xfrm>
            <a:off x="3665901" y="2820709"/>
            <a:ext cx="494836" cy="764382"/>
            <a:chOff x="3714429" y="2820709"/>
            <a:chExt cx="494836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F382644A-04C1-7ACE-9EF0-4857D2E6DD05}"/>
                </a:ext>
              </a:extLst>
            </p:cNvPr>
            <p:cNvGrpSpPr/>
            <p:nvPr/>
          </p:nvGrpSpPr>
          <p:grpSpPr>
            <a:xfrm>
              <a:off x="3714429" y="2853226"/>
              <a:ext cx="494836" cy="731865"/>
              <a:chOff x="3714429" y="2853226"/>
              <a:chExt cx="494836" cy="731865"/>
            </a:xfrm>
          </p:grpSpPr>
          <p:sp>
            <p:nvSpPr>
              <p:cNvPr id="32" name="Téglalap 31">
                <a:extLst>
                  <a:ext uri="{FF2B5EF4-FFF2-40B4-BE49-F238E27FC236}">
                    <a16:creationId xmlns:a16="http://schemas.microsoft.com/office/drawing/2014/main" id="{5C21F4DC-A924-93E4-9BA9-47A3CE3C85E5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Téglalap 32">
                <a:extLst>
                  <a:ext uri="{FF2B5EF4-FFF2-40B4-BE49-F238E27FC236}">
                    <a16:creationId xmlns:a16="http://schemas.microsoft.com/office/drawing/2014/main" id="{74E47A5D-E10E-1423-D9B6-0F3320251B34}"/>
                  </a:ext>
                </a:extLst>
              </p:cNvPr>
              <p:cNvSpPr/>
              <p:nvPr/>
            </p:nvSpPr>
            <p:spPr>
              <a:xfrm rot="16842947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4" name="Henger 33">
                <a:extLst>
                  <a:ext uri="{FF2B5EF4-FFF2-40B4-BE49-F238E27FC236}">
                    <a16:creationId xmlns:a16="http://schemas.microsoft.com/office/drawing/2014/main" id="{6B2C3124-3483-1041-9908-39FF9AA8FAE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8EFA700C-BF08-ADAE-3F5C-86FC21E57D82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90AFC235-AC60-2D3F-CF1C-F398E4C4124E}"/>
                  </a:ext>
                </a:extLst>
              </p:cNvPr>
              <p:cNvSpPr/>
              <p:nvPr/>
            </p:nvSpPr>
            <p:spPr>
              <a:xfrm rot="16640625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Téglalap 36">
                <a:extLst>
                  <a:ext uri="{FF2B5EF4-FFF2-40B4-BE49-F238E27FC236}">
                    <a16:creationId xmlns:a16="http://schemas.microsoft.com/office/drawing/2014/main" id="{8CF8D5D8-CD5B-FC8C-B200-ECA5C86B188A}"/>
                  </a:ext>
                </a:extLst>
              </p:cNvPr>
              <p:cNvSpPr/>
              <p:nvPr/>
            </p:nvSpPr>
            <p:spPr>
              <a:xfrm rot="2260279">
                <a:off x="3921737" y="325050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AA9463F5-E3B0-2821-E92A-669D4C5FD0D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38FEAD39-D516-205A-062E-8B7D367237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4785D691-533C-BD5D-209E-DDA792ABDD9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DACB0EAF-B6B3-84F8-BF85-3BE10D57B5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71CE3677-FFD7-1946-5540-4F9B663DA49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1D97D761-B114-3418-9D7A-6CF6A17D138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5A078EA8-5E14-6B92-F940-8F6518E7481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02A6C68E-C667-869A-EBF5-FD72DD7B92F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3A56B3EE-A050-CE64-D6B8-2904B417A88E}"/>
              </a:ext>
            </a:extLst>
          </p:cNvPr>
          <p:cNvGrpSpPr/>
          <p:nvPr/>
        </p:nvGrpSpPr>
        <p:grpSpPr>
          <a:xfrm>
            <a:off x="2975776" y="2804471"/>
            <a:ext cx="520179" cy="774685"/>
            <a:chOff x="3043856" y="2828171"/>
            <a:chExt cx="520179" cy="774685"/>
          </a:xfrm>
        </p:grpSpPr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57D0D426-65CC-14D5-9526-86F07AA61EB8}"/>
                </a:ext>
              </a:extLst>
            </p:cNvPr>
            <p:cNvSpPr/>
            <p:nvPr/>
          </p:nvSpPr>
          <p:spPr>
            <a:xfrm rot="18591660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Téglalap 45">
              <a:extLst>
                <a:ext uri="{FF2B5EF4-FFF2-40B4-BE49-F238E27FC236}">
                  <a16:creationId xmlns:a16="http://schemas.microsoft.com/office/drawing/2014/main" id="{A49ECA2D-3359-46E0-09C1-228A96D52DC6}"/>
                </a:ext>
              </a:extLst>
            </p:cNvPr>
            <p:cNvSpPr/>
            <p:nvPr/>
          </p:nvSpPr>
          <p:spPr>
            <a:xfrm rot="16773213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7" name="Henger 46">
              <a:extLst>
                <a:ext uri="{FF2B5EF4-FFF2-40B4-BE49-F238E27FC236}">
                  <a16:creationId xmlns:a16="http://schemas.microsoft.com/office/drawing/2014/main" id="{881029AA-E83B-A817-321A-FF09F3274A9D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9423237C-411E-188D-0110-918186A0379F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Téglalap 48">
              <a:extLst>
                <a:ext uri="{FF2B5EF4-FFF2-40B4-BE49-F238E27FC236}">
                  <a16:creationId xmlns:a16="http://schemas.microsoft.com/office/drawing/2014/main" id="{78DE9D5B-9EA6-327E-024D-994853DC61DD}"/>
                </a:ext>
              </a:extLst>
            </p:cNvPr>
            <p:cNvSpPr/>
            <p:nvPr/>
          </p:nvSpPr>
          <p:spPr>
            <a:xfrm rot="15953539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Téglalap 49">
              <a:extLst>
                <a:ext uri="{FF2B5EF4-FFF2-40B4-BE49-F238E27FC236}">
                  <a16:creationId xmlns:a16="http://schemas.microsoft.com/office/drawing/2014/main" id="{519B9D08-E988-3C64-67E7-C19267BCF363}"/>
                </a:ext>
              </a:extLst>
            </p:cNvPr>
            <p:cNvSpPr/>
            <p:nvPr/>
          </p:nvSpPr>
          <p:spPr>
            <a:xfrm rot="1579643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CF76891C-F920-7701-A8DF-CCD93F89CED4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52" name="Egyenes összekötő 51">
              <a:extLst>
                <a:ext uri="{FF2B5EF4-FFF2-40B4-BE49-F238E27FC236}">
                  <a16:creationId xmlns:a16="http://schemas.microsoft.com/office/drawing/2014/main" id="{FF064EA7-4388-8754-EA01-27FECD2DA86B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3" name="Egyenes összekötő 52">
              <a:extLst>
                <a:ext uri="{FF2B5EF4-FFF2-40B4-BE49-F238E27FC236}">
                  <a16:creationId xmlns:a16="http://schemas.microsoft.com/office/drawing/2014/main" id="{5C279A7F-6809-01B4-2FD2-0B466C4EC93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4" name="Egyenes összekötő 53">
              <a:extLst>
                <a:ext uri="{FF2B5EF4-FFF2-40B4-BE49-F238E27FC236}">
                  <a16:creationId xmlns:a16="http://schemas.microsoft.com/office/drawing/2014/main" id="{7B6FA219-C338-978C-0047-60B4B1A60B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5" name="Egyenes összekötő 54">
              <a:extLst>
                <a:ext uri="{FF2B5EF4-FFF2-40B4-BE49-F238E27FC236}">
                  <a16:creationId xmlns:a16="http://schemas.microsoft.com/office/drawing/2014/main" id="{758B4C59-3C1C-E2A6-808F-A468100265A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56" name="Ellipszis 55">
              <a:extLst>
                <a:ext uri="{FF2B5EF4-FFF2-40B4-BE49-F238E27FC236}">
                  <a16:creationId xmlns:a16="http://schemas.microsoft.com/office/drawing/2014/main" id="{78CF9334-8E35-299B-8F7B-C04DCCC74AE1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57" name="Picture 4" descr="Forráskép megtekintése">
              <a:extLst>
                <a:ext uri="{FF2B5EF4-FFF2-40B4-BE49-F238E27FC236}">
                  <a16:creationId xmlns:a16="http://schemas.microsoft.com/office/drawing/2014/main" id="{6FEBAAAD-9274-F334-968E-0FCEC6EB5A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80807787-13C5-80B6-3E09-65CFEB44A9F6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D89B63CC-21C9-64B0-175A-90F1E4B6E0A5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62" name="Derékszögű háromszög 61">
                <a:extLst>
                  <a:ext uri="{FF2B5EF4-FFF2-40B4-BE49-F238E27FC236}">
                    <a16:creationId xmlns:a16="http://schemas.microsoft.com/office/drawing/2014/main" id="{7D93151B-D2D5-140B-0F8D-63840140800E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Derékszögű háromszög 62">
                <a:extLst>
                  <a:ext uri="{FF2B5EF4-FFF2-40B4-BE49-F238E27FC236}">
                    <a16:creationId xmlns:a16="http://schemas.microsoft.com/office/drawing/2014/main" id="{EBD1C282-4DD0-9DF4-D285-E9B25B206908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15">
                <a:extLst>
                  <a:ext uri="{FF2B5EF4-FFF2-40B4-BE49-F238E27FC236}">
                    <a16:creationId xmlns:a16="http://schemas.microsoft.com/office/drawing/2014/main" id="{98ADD932-6197-D75F-81E5-3EB040B3061B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Folyamatábra: Tárolt adat 17">
                <a:extLst>
                  <a:ext uri="{FF2B5EF4-FFF2-40B4-BE49-F238E27FC236}">
                    <a16:creationId xmlns:a16="http://schemas.microsoft.com/office/drawing/2014/main" id="{FEEF2358-30E2-B4E4-C4D8-AC046ADB294F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Derékszögű háromszög 65">
                <a:extLst>
                  <a:ext uri="{FF2B5EF4-FFF2-40B4-BE49-F238E27FC236}">
                    <a16:creationId xmlns:a16="http://schemas.microsoft.com/office/drawing/2014/main" id="{64F4B620-3FA6-C677-D20E-5D24FCEE5229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Kivonás jele 66">
                <a:extLst>
                  <a:ext uri="{FF2B5EF4-FFF2-40B4-BE49-F238E27FC236}">
                    <a16:creationId xmlns:a16="http://schemas.microsoft.com/office/drawing/2014/main" id="{809A6563-585B-34A6-116C-E34E19253E55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Ellipszis 67">
                <a:extLst>
                  <a:ext uri="{FF2B5EF4-FFF2-40B4-BE49-F238E27FC236}">
                    <a16:creationId xmlns:a16="http://schemas.microsoft.com/office/drawing/2014/main" id="{FA5AF4C0-BDA1-34AF-8C22-C021CD0D1D32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680349A6-F785-20E3-E9E5-A6A7E8611FAF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Kivonás jele 69">
                <a:extLst>
                  <a:ext uri="{FF2B5EF4-FFF2-40B4-BE49-F238E27FC236}">
                    <a16:creationId xmlns:a16="http://schemas.microsoft.com/office/drawing/2014/main" id="{4D722FB9-41D0-F32B-2B5B-ECA9FEB767CD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1" name="Kivonás jele 70">
                <a:extLst>
                  <a:ext uri="{FF2B5EF4-FFF2-40B4-BE49-F238E27FC236}">
                    <a16:creationId xmlns:a16="http://schemas.microsoft.com/office/drawing/2014/main" id="{BD6F10D4-0A68-F5C5-A750-B39CAEBFE3BA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Ellipszis 71">
                <a:extLst>
                  <a:ext uri="{FF2B5EF4-FFF2-40B4-BE49-F238E27FC236}">
                    <a16:creationId xmlns:a16="http://schemas.microsoft.com/office/drawing/2014/main" id="{C7206779-225F-CDE5-2062-22467045B219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3" name="Romboid 72">
                <a:extLst>
                  <a:ext uri="{FF2B5EF4-FFF2-40B4-BE49-F238E27FC236}">
                    <a16:creationId xmlns:a16="http://schemas.microsoft.com/office/drawing/2014/main" id="{8BA3A164-2858-9697-1090-2481DA3A0E34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EB6B4E93-8104-BFEF-1CD9-F9F51D9A6945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Téglalap: lekerekített 74">
                <a:extLst>
                  <a:ext uri="{FF2B5EF4-FFF2-40B4-BE49-F238E27FC236}">
                    <a16:creationId xmlns:a16="http://schemas.microsoft.com/office/drawing/2014/main" id="{0F126209-CAC9-12FF-A0E5-3902767771BC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Téglalap: lekerekített 75">
                <a:extLst>
                  <a:ext uri="{FF2B5EF4-FFF2-40B4-BE49-F238E27FC236}">
                    <a16:creationId xmlns:a16="http://schemas.microsoft.com/office/drawing/2014/main" id="{15667BF6-7677-D10C-2CAF-EA2E992BFF6F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Téglalap: lekerekített 76">
                <a:extLst>
                  <a:ext uri="{FF2B5EF4-FFF2-40B4-BE49-F238E27FC236}">
                    <a16:creationId xmlns:a16="http://schemas.microsoft.com/office/drawing/2014/main" id="{E1FAAE09-1603-EBAF-3667-2882B64773B6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8" name="Téglalap: lekerekített 77">
                <a:extLst>
                  <a:ext uri="{FF2B5EF4-FFF2-40B4-BE49-F238E27FC236}">
                    <a16:creationId xmlns:a16="http://schemas.microsoft.com/office/drawing/2014/main" id="{1CFC165E-76DE-020E-CD13-3F3490CFF744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9" name="Téglalap: lekerekített 78">
                <a:extLst>
                  <a:ext uri="{FF2B5EF4-FFF2-40B4-BE49-F238E27FC236}">
                    <a16:creationId xmlns:a16="http://schemas.microsoft.com/office/drawing/2014/main" id="{744901BE-59CB-CEFA-6C0B-1950547E56B9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0" name="Téglalap: lekerekített 79">
                <a:extLst>
                  <a:ext uri="{FF2B5EF4-FFF2-40B4-BE49-F238E27FC236}">
                    <a16:creationId xmlns:a16="http://schemas.microsoft.com/office/drawing/2014/main" id="{F74E9D5B-6948-882A-B0AA-8FBB38FF5EB8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60" name="Picture 2" descr="Forráskép megtekintése">
              <a:extLst>
                <a:ext uri="{FF2B5EF4-FFF2-40B4-BE49-F238E27FC236}">
                  <a16:creationId xmlns:a16="http://schemas.microsoft.com/office/drawing/2014/main" id="{2EA56EE2-06D6-C318-42C5-C44C5037A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1" name="Picture 6" descr="Forráskép megtekintése">
              <a:extLst>
                <a:ext uri="{FF2B5EF4-FFF2-40B4-BE49-F238E27FC236}">
                  <a16:creationId xmlns:a16="http://schemas.microsoft.com/office/drawing/2014/main" id="{5216A7CC-4E12-2914-656A-ECBC7D780C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1" name="Csillag: 5 ágú 80">
            <a:extLst>
              <a:ext uri="{FF2B5EF4-FFF2-40B4-BE49-F238E27FC236}">
                <a16:creationId xmlns:a16="http://schemas.microsoft.com/office/drawing/2014/main" id="{78FA9A87-62DF-35AD-8704-2069C3DDCD0D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2" name="Csillag: 5 ágú 81">
            <a:extLst>
              <a:ext uri="{FF2B5EF4-FFF2-40B4-BE49-F238E27FC236}">
                <a16:creationId xmlns:a16="http://schemas.microsoft.com/office/drawing/2014/main" id="{CC95C78D-1B70-2CC9-AFDE-D59DD601B5F4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3" name="Csillag: 5 ágú 82">
            <a:extLst>
              <a:ext uri="{FF2B5EF4-FFF2-40B4-BE49-F238E27FC236}">
                <a16:creationId xmlns:a16="http://schemas.microsoft.com/office/drawing/2014/main" id="{425449BE-BA4D-EA22-9312-19747F7965FC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4" name="Csillag: 5 ágú 83">
            <a:extLst>
              <a:ext uri="{FF2B5EF4-FFF2-40B4-BE49-F238E27FC236}">
                <a16:creationId xmlns:a16="http://schemas.microsoft.com/office/drawing/2014/main" id="{AD889549-B47D-67FF-E3DB-10E1974F1727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5" name="Csillag: 5 ágú 84">
            <a:extLst>
              <a:ext uri="{FF2B5EF4-FFF2-40B4-BE49-F238E27FC236}">
                <a16:creationId xmlns:a16="http://schemas.microsoft.com/office/drawing/2014/main" id="{1FAB8F4A-C477-79D7-2880-8AEBAE43BACD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6" name="Csillag: 5 ágú 85">
            <a:extLst>
              <a:ext uri="{FF2B5EF4-FFF2-40B4-BE49-F238E27FC236}">
                <a16:creationId xmlns:a16="http://schemas.microsoft.com/office/drawing/2014/main" id="{51C7C76B-06EE-00E7-8417-7C78D4F71982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Csillag: 5 ágú 86">
            <a:extLst>
              <a:ext uri="{FF2B5EF4-FFF2-40B4-BE49-F238E27FC236}">
                <a16:creationId xmlns:a16="http://schemas.microsoft.com/office/drawing/2014/main" id="{3CE16D09-C0EC-1FB4-ABD8-FAFA6B376DDF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8" name="Csoportba foglalás 87">
            <a:extLst>
              <a:ext uri="{FF2B5EF4-FFF2-40B4-BE49-F238E27FC236}">
                <a16:creationId xmlns:a16="http://schemas.microsoft.com/office/drawing/2014/main" id="{11B66770-30EB-0820-7692-BAED9DA59F53}"/>
              </a:ext>
            </a:extLst>
          </p:cNvPr>
          <p:cNvGrpSpPr/>
          <p:nvPr/>
        </p:nvGrpSpPr>
        <p:grpSpPr>
          <a:xfrm>
            <a:off x="4334621" y="2739900"/>
            <a:ext cx="572842" cy="843164"/>
            <a:chOff x="5052362" y="2641556"/>
            <a:chExt cx="572842" cy="843164"/>
          </a:xfrm>
        </p:grpSpPr>
        <p:grpSp>
          <p:nvGrpSpPr>
            <p:cNvPr id="89" name="Csoportba foglalás 88">
              <a:extLst>
                <a:ext uri="{FF2B5EF4-FFF2-40B4-BE49-F238E27FC236}">
                  <a16:creationId xmlns:a16="http://schemas.microsoft.com/office/drawing/2014/main" id="{BB06DBF8-BA17-1525-91CF-D19645B6E08D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EAC2E764-3819-C69F-B0D6-248E5BB3FA0A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Téglalap 103">
                <a:extLst>
                  <a:ext uri="{FF2B5EF4-FFF2-40B4-BE49-F238E27FC236}">
                    <a16:creationId xmlns:a16="http://schemas.microsoft.com/office/drawing/2014/main" id="{FCC51807-FB30-ED16-807E-FD99A411CC36}"/>
                  </a:ext>
                </a:extLst>
              </p:cNvPr>
              <p:cNvSpPr/>
              <p:nvPr/>
            </p:nvSpPr>
            <p:spPr>
              <a:xfrm rot="159368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5" name="Henger 104">
                <a:extLst>
                  <a:ext uri="{FF2B5EF4-FFF2-40B4-BE49-F238E27FC236}">
                    <a16:creationId xmlns:a16="http://schemas.microsoft.com/office/drawing/2014/main" id="{9C97BA6C-B87A-05A9-968C-8E4B9453243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6A1F4393-0F2A-3195-BB87-CF1FF9A4FFC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A2E1824A-9930-E9D2-CBC5-8B07235FBB3D}"/>
                  </a:ext>
                </a:extLst>
              </p:cNvPr>
              <p:cNvSpPr/>
              <p:nvPr/>
            </p:nvSpPr>
            <p:spPr>
              <a:xfrm rot="1566769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Téglalap 107">
                <a:extLst>
                  <a:ext uri="{FF2B5EF4-FFF2-40B4-BE49-F238E27FC236}">
                    <a16:creationId xmlns:a16="http://schemas.microsoft.com/office/drawing/2014/main" id="{BF2844CD-07E0-C3F0-F881-EEBD97507CEA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9" name="Ellipszis 108">
                <a:extLst>
                  <a:ext uri="{FF2B5EF4-FFF2-40B4-BE49-F238E27FC236}">
                    <a16:creationId xmlns:a16="http://schemas.microsoft.com/office/drawing/2014/main" id="{0C0392A5-BB22-C7A7-A428-4F006DFB9C1C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DD9D571C-4F9B-953F-E961-43441D8AD7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7D617C9B-89A7-62EF-CB1B-CBAA7D7A017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0A87B081-F7BC-A4A6-950D-FF13BE7F7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93D8A489-DBA4-278D-D1DC-1C105C55582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0" name="Ellipszis 89">
              <a:extLst>
                <a:ext uri="{FF2B5EF4-FFF2-40B4-BE49-F238E27FC236}">
                  <a16:creationId xmlns:a16="http://schemas.microsoft.com/office/drawing/2014/main" id="{27F62E41-EF08-7742-0CC8-FAA50A26EA0C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E1F77726-F958-E44F-AC96-B239C4037166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2" name="Ív 91">
              <a:extLst>
                <a:ext uri="{FF2B5EF4-FFF2-40B4-BE49-F238E27FC236}">
                  <a16:creationId xmlns:a16="http://schemas.microsoft.com/office/drawing/2014/main" id="{EBD76BBE-8D6D-52F0-2ED5-48024F70FACE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3" name="Ellipszis 92">
              <a:extLst>
                <a:ext uri="{FF2B5EF4-FFF2-40B4-BE49-F238E27FC236}">
                  <a16:creationId xmlns:a16="http://schemas.microsoft.com/office/drawing/2014/main" id="{43297DBF-7960-7A88-A7DC-1597985BE7B6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4" name="Ellipszis 93">
              <a:extLst>
                <a:ext uri="{FF2B5EF4-FFF2-40B4-BE49-F238E27FC236}">
                  <a16:creationId xmlns:a16="http://schemas.microsoft.com/office/drawing/2014/main" id="{D30226E3-4BD4-E8F7-9454-2C4E4A320B30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5" name="Kép 94">
              <a:extLst>
                <a:ext uri="{FF2B5EF4-FFF2-40B4-BE49-F238E27FC236}">
                  <a16:creationId xmlns:a16="http://schemas.microsoft.com/office/drawing/2014/main" id="{1B67AEC8-FCC7-BCA1-34F6-091A9503007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96" name="Picture 2" descr="Forráskép megtekintése">
              <a:extLst>
                <a:ext uri="{FF2B5EF4-FFF2-40B4-BE49-F238E27FC236}">
                  <a16:creationId xmlns:a16="http://schemas.microsoft.com/office/drawing/2014/main" id="{184777E8-8F51-84AD-532E-71BA7FBDAE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7" name="Csillag: 4 ágú 96">
              <a:extLst>
                <a:ext uri="{FF2B5EF4-FFF2-40B4-BE49-F238E27FC236}">
                  <a16:creationId xmlns:a16="http://schemas.microsoft.com/office/drawing/2014/main" id="{C90D6200-81A9-5231-AB61-F7FB20800CA7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8" name="Picture 8" descr="Forráskép megtekintése">
              <a:extLst>
                <a:ext uri="{FF2B5EF4-FFF2-40B4-BE49-F238E27FC236}">
                  <a16:creationId xmlns:a16="http://schemas.microsoft.com/office/drawing/2014/main" id="{498BF9CC-47A4-5135-A749-18FDE0714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99" name="Egyenes összekötő 98">
              <a:extLst>
                <a:ext uri="{FF2B5EF4-FFF2-40B4-BE49-F238E27FC236}">
                  <a16:creationId xmlns:a16="http://schemas.microsoft.com/office/drawing/2014/main" id="{F625B202-EC1A-6A63-A779-0866984C97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00" name="Szabadkézi sokszög: alakzat 99">
              <a:extLst>
                <a:ext uri="{FF2B5EF4-FFF2-40B4-BE49-F238E27FC236}">
                  <a16:creationId xmlns:a16="http://schemas.microsoft.com/office/drawing/2014/main" id="{BE53439B-9C1F-6A72-6F3F-3BF2EE303C3D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1" name="Ellipszis 100">
              <a:extLst>
                <a:ext uri="{FF2B5EF4-FFF2-40B4-BE49-F238E27FC236}">
                  <a16:creationId xmlns:a16="http://schemas.microsoft.com/office/drawing/2014/main" id="{8B33EC17-CEC8-84B3-D1D1-186921F6865D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2" name="Ellipszis 101">
              <a:extLst>
                <a:ext uri="{FF2B5EF4-FFF2-40B4-BE49-F238E27FC236}">
                  <a16:creationId xmlns:a16="http://schemas.microsoft.com/office/drawing/2014/main" id="{1C32928E-1C76-30D5-9906-FA4CE55A5024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81587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1D527DAF-3723-F569-9488-86F1FD624AA4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919164D2-2124-A429-762E-24D6B3FD4B45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4BFA2168-0D39-C6C0-B83C-6C81A8B8F056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73811A3F-8CF9-DB5D-C386-C5975841744C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40665DDC-E0A2-A0F1-FBE6-3CCCD0090A59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AF715ACF-2BB0-3DCF-CBB7-44759A1BCE9B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54058FF9-7CDC-9607-1C9A-1D9F4C8CFEC4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4B86A4F4-E0F9-7F4A-546A-498ADC0ACB0C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7D8D131C-C4AE-DB5B-8B2D-8C030C96D580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233C3C55-932D-F584-27A8-10C02F1D4BF6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4BEA09C6-4339-956A-E14A-D1EDDB41EAD7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F8C15509-F8FE-A523-F316-2E043E305E83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3E51FE3A-5812-2146-3D48-6AEB384F1C0C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72796A0F-B137-04FB-B679-D9889D7793C1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2E16C2B1-5472-B665-1DB1-7BC2D0F4207A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2346F11B-AB42-3CC1-E871-EBB279BAB53A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8EFD9E2E-82B9-5721-012C-32AD64F96612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AC63CC9A-C2D1-BB07-1F23-90E1B9028101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EA01D309-B0F1-A3DF-CB62-9207D1C22AAD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3A8A2C78-A1A8-FA19-8E17-0A50C19E4F16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A6FEEBA9-9CBD-75CF-C14A-187755045C98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B64E52DA-3167-138C-CD02-AFADD36CD0FB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3992A307-5805-23E2-33AE-609C655DA279}"/>
              </a:ext>
            </a:extLst>
          </p:cNvPr>
          <p:cNvSpPr/>
          <p:nvPr/>
        </p:nvSpPr>
        <p:spPr>
          <a:xfrm rot="11307967">
            <a:off x="9789914" y="280885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842B05BC-8E2A-3B7E-2F1F-032ECAD57E41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036000F6-B840-0932-F79E-7FDC4116E592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A283F283-5296-3D2A-C78C-C2949FDD3ACF}"/>
              </a:ext>
            </a:extLst>
          </p:cNvPr>
          <p:cNvGrpSpPr/>
          <p:nvPr/>
        </p:nvGrpSpPr>
        <p:grpSpPr>
          <a:xfrm>
            <a:off x="3620181" y="2820709"/>
            <a:ext cx="386373" cy="764382"/>
            <a:chOff x="3714429" y="2820709"/>
            <a:chExt cx="386373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B2BE99F9-1AF8-01B3-EDE8-119BEBAEF171}"/>
                </a:ext>
              </a:extLst>
            </p:cNvPr>
            <p:cNvGrpSpPr/>
            <p:nvPr/>
          </p:nvGrpSpPr>
          <p:grpSpPr>
            <a:xfrm>
              <a:off x="3714429" y="2853226"/>
              <a:ext cx="386373" cy="731865"/>
              <a:chOff x="3714429" y="2853226"/>
              <a:chExt cx="386373" cy="731865"/>
            </a:xfrm>
          </p:grpSpPr>
          <p:sp>
            <p:nvSpPr>
              <p:cNvPr id="32" name="Téglalap 31">
                <a:extLst>
                  <a:ext uri="{FF2B5EF4-FFF2-40B4-BE49-F238E27FC236}">
                    <a16:creationId xmlns:a16="http://schemas.microsoft.com/office/drawing/2014/main" id="{FE5C6572-859D-18C7-A730-3DECAE569B03}"/>
                  </a:ext>
                </a:extLst>
              </p:cNvPr>
              <p:cNvSpPr/>
              <p:nvPr/>
            </p:nvSpPr>
            <p:spPr>
              <a:xfrm rot="17752097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Téglalap 32">
                <a:extLst>
                  <a:ext uri="{FF2B5EF4-FFF2-40B4-BE49-F238E27FC236}">
                    <a16:creationId xmlns:a16="http://schemas.microsoft.com/office/drawing/2014/main" id="{A125BAE5-B6E5-B5DA-E9CF-BC31E1ECE138}"/>
                  </a:ext>
                </a:extLst>
              </p:cNvPr>
              <p:cNvSpPr/>
              <p:nvPr/>
            </p:nvSpPr>
            <p:spPr>
              <a:xfrm rot="16200000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4" name="Henger 33">
                <a:extLst>
                  <a:ext uri="{FF2B5EF4-FFF2-40B4-BE49-F238E27FC236}">
                    <a16:creationId xmlns:a16="http://schemas.microsoft.com/office/drawing/2014/main" id="{1726A606-F65B-D155-82C9-79FB2439EC8F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0F6F2463-D987-A6BA-A0BF-BCB33C329D3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ABB0DF5B-3C5F-9B28-089D-0C0B1763D386}"/>
                  </a:ext>
                </a:extLst>
              </p:cNvPr>
              <p:cNvSpPr/>
              <p:nvPr/>
            </p:nvSpPr>
            <p:spPr>
              <a:xfrm rot="1580658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Téglalap 36">
                <a:extLst>
                  <a:ext uri="{FF2B5EF4-FFF2-40B4-BE49-F238E27FC236}">
                    <a16:creationId xmlns:a16="http://schemas.microsoft.com/office/drawing/2014/main" id="{87EA8A74-DF07-22B6-8DC0-F256A68ADC0F}"/>
                  </a:ext>
                </a:extLst>
              </p:cNvPr>
              <p:cNvSpPr/>
              <p:nvPr/>
            </p:nvSpPr>
            <p:spPr>
              <a:xfrm rot="3018112">
                <a:off x="3921737" y="325050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5266791D-60D9-3422-6AFC-B61893089E3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6053EB6A-AD45-D007-80A1-B09CEE4200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B2EAD5BB-CD66-7874-3369-C93FAF9D97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42146A69-E38A-A945-3C00-0A4BCD0062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77B56FF0-51CE-B7E0-939C-EC85221962B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C4FFBEEA-A0B2-5060-68E1-E0DF36A467F2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B0B7E17C-8650-6F1C-6C15-BC34A3D77F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E978618C-C5F9-C60B-CF0B-87F570295AD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2086BB4B-E459-7ABC-1B0E-CAA081352A2C}"/>
              </a:ext>
            </a:extLst>
          </p:cNvPr>
          <p:cNvGrpSpPr/>
          <p:nvPr/>
        </p:nvGrpSpPr>
        <p:grpSpPr>
          <a:xfrm>
            <a:off x="2922436" y="2804471"/>
            <a:ext cx="520179" cy="774685"/>
            <a:chOff x="3043856" y="2828171"/>
            <a:chExt cx="520179" cy="774685"/>
          </a:xfrm>
        </p:grpSpPr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8EC91E4B-4685-FD3E-4A9A-31B1D7A9A6DE}"/>
                </a:ext>
              </a:extLst>
            </p:cNvPr>
            <p:cNvSpPr/>
            <p:nvPr/>
          </p:nvSpPr>
          <p:spPr>
            <a:xfrm rot="18591660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Téglalap 45">
              <a:extLst>
                <a:ext uri="{FF2B5EF4-FFF2-40B4-BE49-F238E27FC236}">
                  <a16:creationId xmlns:a16="http://schemas.microsoft.com/office/drawing/2014/main" id="{11B86BC7-A37C-1348-299C-B9B97CB18ABA}"/>
                </a:ext>
              </a:extLst>
            </p:cNvPr>
            <p:cNvSpPr/>
            <p:nvPr/>
          </p:nvSpPr>
          <p:spPr>
            <a:xfrm rot="16047804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7" name="Henger 46">
              <a:extLst>
                <a:ext uri="{FF2B5EF4-FFF2-40B4-BE49-F238E27FC236}">
                  <a16:creationId xmlns:a16="http://schemas.microsoft.com/office/drawing/2014/main" id="{B6DFAC68-4610-812A-6606-BBEB3AF1126E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87293EA0-3147-ECFC-4046-8F41D8A54F5D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Téglalap 48">
              <a:extLst>
                <a:ext uri="{FF2B5EF4-FFF2-40B4-BE49-F238E27FC236}">
                  <a16:creationId xmlns:a16="http://schemas.microsoft.com/office/drawing/2014/main" id="{F7A6AB7A-E986-25A6-3E2E-513F86BE68A2}"/>
                </a:ext>
              </a:extLst>
            </p:cNvPr>
            <p:cNvSpPr/>
            <p:nvPr/>
          </p:nvSpPr>
          <p:spPr>
            <a:xfrm rot="16776971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Téglalap 49">
              <a:extLst>
                <a:ext uri="{FF2B5EF4-FFF2-40B4-BE49-F238E27FC236}">
                  <a16:creationId xmlns:a16="http://schemas.microsoft.com/office/drawing/2014/main" id="{26A69765-0649-EFAA-929D-EA3D3AD69CD2}"/>
                </a:ext>
              </a:extLst>
            </p:cNvPr>
            <p:cNvSpPr/>
            <p:nvPr/>
          </p:nvSpPr>
          <p:spPr>
            <a:xfrm rot="1579643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68BB776D-D8C6-E320-009F-F756772BFBFF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52" name="Egyenes összekötő 51">
              <a:extLst>
                <a:ext uri="{FF2B5EF4-FFF2-40B4-BE49-F238E27FC236}">
                  <a16:creationId xmlns:a16="http://schemas.microsoft.com/office/drawing/2014/main" id="{6C28580A-E4FE-1569-FA08-2182756D8C83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3" name="Egyenes összekötő 52">
              <a:extLst>
                <a:ext uri="{FF2B5EF4-FFF2-40B4-BE49-F238E27FC236}">
                  <a16:creationId xmlns:a16="http://schemas.microsoft.com/office/drawing/2014/main" id="{70D18CF6-BBBC-E1D3-6D0D-7AF3AB7BA4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4" name="Egyenes összekötő 53">
              <a:extLst>
                <a:ext uri="{FF2B5EF4-FFF2-40B4-BE49-F238E27FC236}">
                  <a16:creationId xmlns:a16="http://schemas.microsoft.com/office/drawing/2014/main" id="{BB10B152-FC26-B6C1-0BDA-EE139D4407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5" name="Egyenes összekötő 54">
              <a:extLst>
                <a:ext uri="{FF2B5EF4-FFF2-40B4-BE49-F238E27FC236}">
                  <a16:creationId xmlns:a16="http://schemas.microsoft.com/office/drawing/2014/main" id="{07C3BAC7-B7CD-A0C0-B91F-225A0C64268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56" name="Ellipszis 55">
              <a:extLst>
                <a:ext uri="{FF2B5EF4-FFF2-40B4-BE49-F238E27FC236}">
                  <a16:creationId xmlns:a16="http://schemas.microsoft.com/office/drawing/2014/main" id="{EB2DFB64-77A4-8A78-F47A-2715259751DA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57" name="Picture 4" descr="Forráskép megtekintése">
              <a:extLst>
                <a:ext uri="{FF2B5EF4-FFF2-40B4-BE49-F238E27FC236}">
                  <a16:creationId xmlns:a16="http://schemas.microsoft.com/office/drawing/2014/main" id="{764A16F0-4AF4-0353-1F58-EC178BF03D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C651F53D-79DA-3863-7E3C-EDFF213BA708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67FDB5F9-FACE-AEF4-EB83-65E159F4F6D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62" name="Derékszögű háromszög 61">
                <a:extLst>
                  <a:ext uri="{FF2B5EF4-FFF2-40B4-BE49-F238E27FC236}">
                    <a16:creationId xmlns:a16="http://schemas.microsoft.com/office/drawing/2014/main" id="{E33C6CB2-6989-BA4B-000D-DAB91F605D9C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Derékszögű háromszög 62">
                <a:extLst>
                  <a:ext uri="{FF2B5EF4-FFF2-40B4-BE49-F238E27FC236}">
                    <a16:creationId xmlns:a16="http://schemas.microsoft.com/office/drawing/2014/main" id="{2057D79A-BDC4-BA6E-770A-705BAE57B624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15">
                <a:extLst>
                  <a:ext uri="{FF2B5EF4-FFF2-40B4-BE49-F238E27FC236}">
                    <a16:creationId xmlns:a16="http://schemas.microsoft.com/office/drawing/2014/main" id="{2CA96C2F-27F1-E198-49C4-7FA633177D8A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Folyamatábra: Tárolt adat 17">
                <a:extLst>
                  <a:ext uri="{FF2B5EF4-FFF2-40B4-BE49-F238E27FC236}">
                    <a16:creationId xmlns:a16="http://schemas.microsoft.com/office/drawing/2014/main" id="{FEE0E700-EC86-5F69-0CCA-890EEA4B9FAA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Derékszögű háromszög 65">
                <a:extLst>
                  <a:ext uri="{FF2B5EF4-FFF2-40B4-BE49-F238E27FC236}">
                    <a16:creationId xmlns:a16="http://schemas.microsoft.com/office/drawing/2014/main" id="{93CF78D5-7483-F58D-893C-589E4BD7F439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Kivonás jele 66">
                <a:extLst>
                  <a:ext uri="{FF2B5EF4-FFF2-40B4-BE49-F238E27FC236}">
                    <a16:creationId xmlns:a16="http://schemas.microsoft.com/office/drawing/2014/main" id="{E660EA17-A47B-65D3-4AB5-EBA8CFE14A16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Ellipszis 67">
                <a:extLst>
                  <a:ext uri="{FF2B5EF4-FFF2-40B4-BE49-F238E27FC236}">
                    <a16:creationId xmlns:a16="http://schemas.microsoft.com/office/drawing/2014/main" id="{B8983E7E-41D2-8B2B-A3CC-EF572CAA7C1F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FB3CF95E-B27E-3E70-0A07-C515DC954809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Kivonás jele 69">
                <a:extLst>
                  <a:ext uri="{FF2B5EF4-FFF2-40B4-BE49-F238E27FC236}">
                    <a16:creationId xmlns:a16="http://schemas.microsoft.com/office/drawing/2014/main" id="{F8F9AF6E-6DD3-20A0-41CF-D88DFA0E77F5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1" name="Kivonás jele 70">
                <a:extLst>
                  <a:ext uri="{FF2B5EF4-FFF2-40B4-BE49-F238E27FC236}">
                    <a16:creationId xmlns:a16="http://schemas.microsoft.com/office/drawing/2014/main" id="{DD095403-5065-721D-B10F-85273F5E8B5C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Ellipszis 71">
                <a:extLst>
                  <a:ext uri="{FF2B5EF4-FFF2-40B4-BE49-F238E27FC236}">
                    <a16:creationId xmlns:a16="http://schemas.microsoft.com/office/drawing/2014/main" id="{9E4A7D2E-C339-D099-8A26-EA695B53F2CD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3" name="Romboid 72">
                <a:extLst>
                  <a:ext uri="{FF2B5EF4-FFF2-40B4-BE49-F238E27FC236}">
                    <a16:creationId xmlns:a16="http://schemas.microsoft.com/office/drawing/2014/main" id="{B3E9151E-3F14-999D-1105-8EB07C86223B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99CB9782-931F-69D9-5494-B2CA974FC771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Téglalap: lekerekített 74">
                <a:extLst>
                  <a:ext uri="{FF2B5EF4-FFF2-40B4-BE49-F238E27FC236}">
                    <a16:creationId xmlns:a16="http://schemas.microsoft.com/office/drawing/2014/main" id="{D1AF0896-8F70-724D-5828-55B686DE4BFE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Téglalap: lekerekített 75">
                <a:extLst>
                  <a:ext uri="{FF2B5EF4-FFF2-40B4-BE49-F238E27FC236}">
                    <a16:creationId xmlns:a16="http://schemas.microsoft.com/office/drawing/2014/main" id="{32EF3F30-D538-705A-091C-C36298A98BB6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Téglalap: lekerekített 76">
                <a:extLst>
                  <a:ext uri="{FF2B5EF4-FFF2-40B4-BE49-F238E27FC236}">
                    <a16:creationId xmlns:a16="http://schemas.microsoft.com/office/drawing/2014/main" id="{E379ABC0-001E-2BED-36E9-110DBD925013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8" name="Téglalap: lekerekített 77">
                <a:extLst>
                  <a:ext uri="{FF2B5EF4-FFF2-40B4-BE49-F238E27FC236}">
                    <a16:creationId xmlns:a16="http://schemas.microsoft.com/office/drawing/2014/main" id="{55B58065-1004-B0A4-C73D-78FD0703AE64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9" name="Téglalap: lekerekített 78">
                <a:extLst>
                  <a:ext uri="{FF2B5EF4-FFF2-40B4-BE49-F238E27FC236}">
                    <a16:creationId xmlns:a16="http://schemas.microsoft.com/office/drawing/2014/main" id="{4C558D7E-D4C5-AFAD-69B7-2F71E32E662F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0" name="Téglalap: lekerekített 79">
                <a:extLst>
                  <a:ext uri="{FF2B5EF4-FFF2-40B4-BE49-F238E27FC236}">
                    <a16:creationId xmlns:a16="http://schemas.microsoft.com/office/drawing/2014/main" id="{5522FF2A-CFD9-9808-E266-0F6D18FD1F44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60" name="Picture 2" descr="Forráskép megtekintése">
              <a:extLst>
                <a:ext uri="{FF2B5EF4-FFF2-40B4-BE49-F238E27FC236}">
                  <a16:creationId xmlns:a16="http://schemas.microsoft.com/office/drawing/2014/main" id="{EE784EBE-ECFC-2A3A-2BAA-F252DD45C0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1" name="Picture 6" descr="Forráskép megtekintése">
              <a:extLst>
                <a:ext uri="{FF2B5EF4-FFF2-40B4-BE49-F238E27FC236}">
                  <a16:creationId xmlns:a16="http://schemas.microsoft.com/office/drawing/2014/main" id="{B9BA04C0-5708-9F97-3348-A660B1F04A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1" name="Csillag: 5 ágú 80">
            <a:extLst>
              <a:ext uri="{FF2B5EF4-FFF2-40B4-BE49-F238E27FC236}">
                <a16:creationId xmlns:a16="http://schemas.microsoft.com/office/drawing/2014/main" id="{714407DE-184D-3BC1-E9EC-B71242AF9053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2" name="Csillag: 5 ágú 81">
            <a:extLst>
              <a:ext uri="{FF2B5EF4-FFF2-40B4-BE49-F238E27FC236}">
                <a16:creationId xmlns:a16="http://schemas.microsoft.com/office/drawing/2014/main" id="{2A2AF092-18C1-4A08-1460-E92E30960C83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3" name="Csillag: 5 ágú 82">
            <a:extLst>
              <a:ext uri="{FF2B5EF4-FFF2-40B4-BE49-F238E27FC236}">
                <a16:creationId xmlns:a16="http://schemas.microsoft.com/office/drawing/2014/main" id="{B6FCC6FB-555E-6AC2-E7C3-F38EEE3AE6C7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4" name="Csillag: 5 ágú 83">
            <a:extLst>
              <a:ext uri="{FF2B5EF4-FFF2-40B4-BE49-F238E27FC236}">
                <a16:creationId xmlns:a16="http://schemas.microsoft.com/office/drawing/2014/main" id="{E6A60EDB-31ED-7D33-C558-60197F7991EA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5" name="Csillag: 5 ágú 84">
            <a:extLst>
              <a:ext uri="{FF2B5EF4-FFF2-40B4-BE49-F238E27FC236}">
                <a16:creationId xmlns:a16="http://schemas.microsoft.com/office/drawing/2014/main" id="{5529296F-753B-5FEB-2178-7A141D4F552A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6" name="Csillag: 5 ágú 85">
            <a:extLst>
              <a:ext uri="{FF2B5EF4-FFF2-40B4-BE49-F238E27FC236}">
                <a16:creationId xmlns:a16="http://schemas.microsoft.com/office/drawing/2014/main" id="{6194C9D3-76D2-F26C-CC31-E698A90A82F7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Csillag: 5 ágú 86">
            <a:extLst>
              <a:ext uri="{FF2B5EF4-FFF2-40B4-BE49-F238E27FC236}">
                <a16:creationId xmlns:a16="http://schemas.microsoft.com/office/drawing/2014/main" id="{BE88EB58-7EF1-ADD9-A518-93AF606D259E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8" name="Csoportba foglalás 87">
            <a:extLst>
              <a:ext uri="{FF2B5EF4-FFF2-40B4-BE49-F238E27FC236}">
                <a16:creationId xmlns:a16="http://schemas.microsoft.com/office/drawing/2014/main" id="{D0D77DDB-E706-2799-E330-50FBE999FD43}"/>
              </a:ext>
            </a:extLst>
          </p:cNvPr>
          <p:cNvGrpSpPr/>
          <p:nvPr/>
        </p:nvGrpSpPr>
        <p:grpSpPr>
          <a:xfrm>
            <a:off x="4288901" y="2739900"/>
            <a:ext cx="572842" cy="843164"/>
            <a:chOff x="5052362" y="2641556"/>
            <a:chExt cx="572842" cy="843164"/>
          </a:xfrm>
        </p:grpSpPr>
        <p:grpSp>
          <p:nvGrpSpPr>
            <p:cNvPr id="89" name="Csoportba foglalás 88">
              <a:extLst>
                <a:ext uri="{FF2B5EF4-FFF2-40B4-BE49-F238E27FC236}">
                  <a16:creationId xmlns:a16="http://schemas.microsoft.com/office/drawing/2014/main" id="{BAF6014E-92E4-85EA-3F55-C6504E7A3AB5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FC771AB9-5396-AA09-93AC-0F612E204C4D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Téglalap 103">
                <a:extLst>
                  <a:ext uri="{FF2B5EF4-FFF2-40B4-BE49-F238E27FC236}">
                    <a16:creationId xmlns:a16="http://schemas.microsoft.com/office/drawing/2014/main" id="{790C77F4-609E-BF4A-72C8-4B21EFAADCBB}"/>
                  </a:ext>
                </a:extLst>
              </p:cNvPr>
              <p:cNvSpPr/>
              <p:nvPr/>
            </p:nvSpPr>
            <p:spPr>
              <a:xfrm rot="159368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5" name="Henger 104">
                <a:extLst>
                  <a:ext uri="{FF2B5EF4-FFF2-40B4-BE49-F238E27FC236}">
                    <a16:creationId xmlns:a16="http://schemas.microsoft.com/office/drawing/2014/main" id="{7AC26764-11CD-8881-FB93-874E6E106591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46A06678-17FC-ABD3-7DB7-7DDD4C8F0589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C2E47909-22F4-2A6C-8E4C-55C3BDE863E1}"/>
                  </a:ext>
                </a:extLst>
              </p:cNvPr>
              <p:cNvSpPr/>
              <p:nvPr/>
            </p:nvSpPr>
            <p:spPr>
              <a:xfrm rot="1566769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Téglalap 107">
                <a:extLst>
                  <a:ext uri="{FF2B5EF4-FFF2-40B4-BE49-F238E27FC236}">
                    <a16:creationId xmlns:a16="http://schemas.microsoft.com/office/drawing/2014/main" id="{CADA03E8-41FB-1CB1-D2C9-6B909D6119DC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9" name="Ellipszis 108">
                <a:extLst>
                  <a:ext uri="{FF2B5EF4-FFF2-40B4-BE49-F238E27FC236}">
                    <a16:creationId xmlns:a16="http://schemas.microsoft.com/office/drawing/2014/main" id="{254B547F-2D73-7549-42B8-5238A1F8AFB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A437F6E9-2CFC-FC24-245A-3E51006E48F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759C33E4-BD8D-1CED-B254-DAAF54B3938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1F633C4E-9E59-FD29-814D-01F96916DA3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B1A69462-161D-579E-8402-473FE40F456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0" name="Ellipszis 89">
              <a:extLst>
                <a:ext uri="{FF2B5EF4-FFF2-40B4-BE49-F238E27FC236}">
                  <a16:creationId xmlns:a16="http://schemas.microsoft.com/office/drawing/2014/main" id="{735101BB-F10D-7EDC-4DA8-5E4A39C21330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7F708939-C255-3C4C-C478-4558E46CB3FF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2" name="Ív 91">
              <a:extLst>
                <a:ext uri="{FF2B5EF4-FFF2-40B4-BE49-F238E27FC236}">
                  <a16:creationId xmlns:a16="http://schemas.microsoft.com/office/drawing/2014/main" id="{A44CB2E3-BFBB-4431-AC66-45610DD9A32A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3" name="Ellipszis 92">
              <a:extLst>
                <a:ext uri="{FF2B5EF4-FFF2-40B4-BE49-F238E27FC236}">
                  <a16:creationId xmlns:a16="http://schemas.microsoft.com/office/drawing/2014/main" id="{EE88A18E-466F-799F-7F03-ED0B8B5CAA7A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4" name="Ellipszis 93">
              <a:extLst>
                <a:ext uri="{FF2B5EF4-FFF2-40B4-BE49-F238E27FC236}">
                  <a16:creationId xmlns:a16="http://schemas.microsoft.com/office/drawing/2014/main" id="{AD734F96-5D55-8452-E229-35CEEEDB27F6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5" name="Kép 94">
              <a:extLst>
                <a:ext uri="{FF2B5EF4-FFF2-40B4-BE49-F238E27FC236}">
                  <a16:creationId xmlns:a16="http://schemas.microsoft.com/office/drawing/2014/main" id="{DF6A082D-B78A-1575-8FE0-A6851B77CC2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96" name="Picture 2" descr="Forráskép megtekintése">
              <a:extLst>
                <a:ext uri="{FF2B5EF4-FFF2-40B4-BE49-F238E27FC236}">
                  <a16:creationId xmlns:a16="http://schemas.microsoft.com/office/drawing/2014/main" id="{2268B541-583B-E1D2-0665-1439949DF5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7" name="Csillag: 4 ágú 96">
              <a:extLst>
                <a:ext uri="{FF2B5EF4-FFF2-40B4-BE49-F238E27FC236}">
                  <a16:creationId xmlns:a16="http://schemas.microsoft.com/office/drawing/2014/main" id="{0FB4A05E-7281-5C1B-6795-521C6C5F166F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8" name="Picture 8" descr="Forráskép megtekintése">
              <a:extLst>
                <a:ext uri="{FF2B5EF4-FFF2-40B4-BE49-F238E27FC236}">
                  <a16:creationId xmlns:a16="http://schemas.microsoft.com/office/drawing/2014/main" id="{CEFC34FD-A842-653A-BB71-385DF2BFB5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99" name="Egyenes összekötő 98">
              <a:extLst>
                <a:ext uri="{FF2B5EF4-FFF2-40B4-BE49-F238E27FC236}">
                  <a16:creationId xmlns:a16="http://schemas.microsoft.com/office/drawing/2014/main" id="{279115BD-CEBC-3F9D-6700-A0821A3371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00" name="Szabadkézi sokszög: alakzat 99">
              <a:extLst>
                <a:ext uri="{FF2B5EF4-FFF2-40B4-BE49-F238E27FC236}">
                  <a16:creationId xmlns:a16="http://schemas.microsoft.com/office/drawing/2014/main" id="{B1A0098C-95FB-D960-4470-F6CA986C3A2C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1" name="Ellipszis 100">
              <a:extLst>
                <a:ext uri="{FF2B5EF4-FFF2-40B4-BE49-F238E27FC236}">
                  <a16:creationId xmlns:a16="http://schemas.microsoft.com/office/drawing/2014/main" id="{46DB1B2C-9179-A78D-B024-8DD9E34F5FD8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2" name="Ellipszis 101">
              <a:extLst>
                <a:ext uri="{FF2B5EF4-FFF2-40B4-BE49-F238E27FC236}">
                  <a16:creationId xmlns:a16="http://schemas.microsoft.com/office/drawing/2014/main" id="{96116A59-DC97-D33E-0B50-EED392D8C090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9373474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FB486ABF-FFAC-4D6E-AE67-0FA4201999A5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3F1C8988-696B-4B5A-BA4C-864CA6E1E68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9FD34F62-8D76-4F25-841A-129CF57E6656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8089D41E-D8A5-4895-88CE-19B6F2BD6FEC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DD53B7C5-6C62-4FB5-A2F8-A0DA8C7D44BB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C269D88B-D664-447E-9424-FB2C158B44EF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5FA604FA-8E0E-4CE2-8276-B20C82C441E0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E60AF3F3-D98F-445F-901D-3CE2CCECB2AE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742CC27A-D5BF-44AA-9438-3D7A8325B86E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4CCCB207-6F48-42DE-A296-18DE719BBFC8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A6C12A80-E6E1-4F07-9AA9-17BC71CE5A4A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F9AA792E-5964-4FD7-BF27-756BB9608194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38EAFC9D-8007-44FB-958A-F3E07BEF1A4F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39A96D8D-4676-41AD-A72D-039A56C2949A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242AB768-4F6E-451A-B4AD-6294BA3572AC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55261644-7497-4D78-B899-3D3B590C1CE2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EBA487A4-79B4-4397-A4E9-394A136DC902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275B0D99-C573-4275-B3E3-934DA0000242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A01D3511-B54B-4055-914C-C67A42157785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316244AD-7019-49A5-94AA-ED66E3F01615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2D7365D1-348F-42ED-AE05-93EBEAC95E87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B2C97ABF-4C48-4417-B23D-ADE010E5F7A0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2846874C-DEC1-456C-B0C2-0C7AD2763727}"/>
              </a:ext>
            </a:extLst>
          </p:cNvPr>
          <p:cNvSpPr/>
          <p:nvPr/>
        </p:nvSpPr>
        <p:spPr>
          <a:xfrm rot="11954087">
            <a:off x="9474440" y="256777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E78F55D0-A5FE-4806-8D28-ED4F40C7C5E2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FA6C5798-E93F-41D0-8F50-9FD94F726883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6EA366EC-282F-41AB-9A45-0D2CD1FC701F}"/>
              </a:ext>
            </a:extLst>
          </p:cNvPr>
          <p:cNvGrpSpPr/>
          <p:nvPr/>
        </p:nvGrpSpPr>
        <p:grpSpPr>
          <a:xfrm>
            <a:off x="3496034" y="2820709"/>
            <a:ext cx="520179" cy="764382"/>
            <a:chOff x="3714429" y="2820709"/>
            <a:chExt cx="520179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13580E3B-CDA2-4C62-9A75-B65968934B8A}"/>
                </a:ext>
              </a:extLst>
            </p:cNvPr>
            <p:cNvGrpSpPr/>
            <p:nvPr/>
          </p:nvGrpSpPr>
          <p:grpSpPr>
            <a:xfrm>
              <a:off x="3714429" y="2853226"/>
              <a:ext cx="520179" cy="731865"/>
              <a:chOff x="3714429" y="2853226"/>
              <a:chExt cx="520179" cy="731865"/>
            </a:xfrm>
          </p:grpSpPr>
          <p:sp>
            <p:nvSpPr>
              <p:cNvPr id="32" name="Téglalap 31">
                <a:extLst>
                  <a:ext uri="{FF2B5EF4-FFF2-40B4-BE49-F238E27FC236}">
                    <a16:creationId xmlns:a16="http://schemas.microsoft.com/office/drawing/2014/main" id="{0BCB62FD-B693-4765-B94B-F6263E9A2EBE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Téglalap 32">
                <a:extLst>
                  <a:ext uri="{FF2B5EF4-FFF2-40B4-BE49-F238E27FC236}">
                    <a16:creationId xmlns:a16="http://schemas.microsoft.com/office/drawing/2014/main" id="{6B456BED-ECFF-4F4E-9CAF-2C6DAA732802}"/>
                  </a:ext>
                </a:extLst>
              </p:cNvPr>
              <p:cNvSpPr/>
              <p:nvPr/>
            </p:nvSpPr>
            <p:spPr>
              <a:xfrm rot="15806519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4" name="Henger 33">
                <a:extLst>
                  <a:ext uri="{FF2B5EF4-FFF2-40B4-BE49-F238E27FC236}">
                    <a16:creationId xmlns:a16="http://schemas.microsoft.com/office/drawing/2014/main" id="{D0F460B4-DE61-4DCA-ACFC-7E1C9D9ECA58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FA0A0A07-2D60-40CB-9097-448CFF709A45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999E19DB-56A8-465B-B167-CA84047DDA66}"/>
                  </a:ext>
                </a:extLst>
              </p:cNvPr>
              <p:cNvSpPr/>
              <p:nvPr/>
            </p:nvSpPr>
            <p:spPr>
              <a:xfrm rot="15523953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Téglalap 36">
                <a:extLst>
                  <a:ext uri="{FF2B5EF4-FFF2-40B4-BE49-F238E27FC236}">
                    <a16:creationId xmlns:a16="http://schemas.microsoft.com/office/drawing/2014/main" id="{88308B57-786B-462E-BD6B-955031446F62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F865A5B3-CA4B-4888-8D5A-D34241A190E6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BC48DED7-365B-40EF-80D5-83EE042407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8CF1D9D1-AF6E-4167-A725-A69D4BF12A0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4B0124BF-5F20-4AC2-A5F2-2DBDB0D7B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8AD58D1B-2994-4AB2-A239-B5D7EB6536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49ADE0ED-45E5-4F1A-9285-87A186D92636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64E5DA6C-D4D7-4968-8F48-6FAC084898A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0D4B04FD-980A-4490-9C31-529D6D6D280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59DDF8C3-F585-4962-B3AF-8D355529B7FA}"/>
              </a:ext>
            </a:extLst>
          </p:cNvPr>
          <p:cNvGrpSpPr/>
          <p:nvPr/>
        </p:nvGrpSpPr>
        <p:grpSpPr>
          <a:xfrm>
            <a:off x="2814145" y="2808997"/>
            <a:ext cx="520179" cy="774685"/>
            <a:chOff x="3043856" y="2828171"/>
            <a:chExt cx="520179" cy="774685"/>
          </a:xfrm>
        </p:grpSpPr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3A40228C-4AFD-4513-A6E7-C208A99C9A9D}"/>
                </a:ext>
              </a:extLst>
            </p:cNvPr>
            <p:cNvSpPr/>
            <p:nvPr/>
          </p:nvSpPr>
          <p:spPr>
            <a:xfrm rot="18591660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Téglalap 45">
              <a:extLst>
                <a:ext uri="{FF2B5EF4-FFF2-40B4-BE49-F238E27FC236}">
                  <a16:creationId xmlns:a16="http://schemas.microsoft.com/office/drawing/2014/main" id="{C4757AA0-E53A-43BA-8368-ABD1ACE9C2CB}"/>
                </a:ext>
              </a:extLst>
            </p:cNvPr>
            <p:cNvSpPr/>
            <p:nvPr/>
          </p:nvSpPr>
          <p:spPr>
            <a:xfrm rot="16773213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7" name="Henger 46">
              <a:extLst>
                <a:ext uri="{FF2B5EF4-FFF2-40B4-BE49-F238E27FC236}">
                  <a16:creationId xmlns:a16="http://schemas.microsoft.com/office/drawing/2014/main" id="{93B3D276-0A7F-4963-8DE7-0E9DD6D79011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0F08D000-2F85-4571-91B7-BF9EB7629A0C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Téglalap 48">
              <a:extLst>
                <a:ext uri="{FF2B5EF4-FFF2-40B4-BE49-F238E27FC236}">
                  <a16:creationId xmlns:a16="http://schemas.microsoft.com/office/drawing/2014/main" id="{21FA1D3A-C422-4D4C-A63F-AD485B8FAC92}"/>
                </a:ext>
              </a:extLst>
            </p:cNvPr>
            <p:cNvSpPr/>
            <p:nvPr/>
          </p:nvSpPr>
          <p:spPr>
            <a:xfrm rot="15343615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50" name="Téglalap 49">
              <a:extLst>
                <a:ext uri="{FF2B5EF4-FFF2-40B4-BE49-F238E27FC236}">
                  <a16:creationId xmlns:a16="http://schemas.microsoft.com/office/drawing/2014/main" id="{169D7ABB-BCC9-46AD-8593-2C9DA7473FD6}"/>
                </a:ext>
              </a:extLst>
            </p:cNvPr>
            <p:cNvSpPr/>
            <p:nvPr/>
          </p:nvSpPr>
          <p:spPr>
            <a:xfrm rot="1579643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61F76780-8804-4AE6-81A2-BB83A75A4677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52" name="Egyenes összekötő 51">
              <a:extLst>
                <a:ext uri="{FF2B5EF4-FFF2-40B4-BE49-F238E27FC236}">
                  <a16:creationId xmlns:a16="http://schemas.microsoft.com/office/drawing/2014/main" id="{6E5B499E-FFE1-4B05-BEE6-35C943D0ABAB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3" name="Egyenes összekötő 52">
              <a:extLst>
                <a:ext uri="{FF2B5EF4-FFF2-40B4-BE49-F238E27FC236}">
                  <a16:creationId xmlns:a16="http://schemas.microsoft.com/office/drawing/2014/main" id="{2CB2B589-6763-4B5E-A907-2E25EB9CA5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4" name="Egyenes összekötő 53">
              <a:extLst>
                <a:ext uri="{FF2B5EF4-FFF2-40B4-BE49-F238E27FC236}">
                  <a16:creationId xmlns:a16="http://schemas.microsoft.com/office/drawing/2014/main" id="{429CA8E1-3907-4B01-A084-500DA8932B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5" name="Egyenes összekötő 54">
              <a:extLst>
                <a:ext uri="{FF2B5EF4-FFF2-40B4-BE49-F238E27FC236}">
                  <a16:creationId xmlns:a16="http://schemas.microsoft.com/office/drawing/2014/main" id="{23D1F361-0C79-4D26-BF9F-5A0F4AECD33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56" name="Ellipszis 55">
              <a:extLst>
                <a:ext uri="{FF2B5EF4-FFF2-40B4-BE49-F238E27FC236}">
                  <a16:creationId xmlns:a16="http://schemas.microsoft.com/office/drawing/2014/main" id="{7AFB7E6C-F45D-4813-A579-3CCFFB17DC34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57" name="Picture 4" descr="Forráskép megtekintése">
              <a:extLst>
                <a:ext uri="{FF2B5EF4-FFF2-40B4-BE49-F238E27FC236}">
                  <a16:creationId xmlns:a16="http://schemas.microsoft.com/office/drawing/2014/main" id="{9D322F49-BFE4-45EB-BDE7-EEC29C0291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CBE5B294-89FB-423E-8601-6A78A5BB4A64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1801B0CB-48EE-491E-943A-4CB0C056406D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62" name="Derékszögű háromszög 61">
                <a:extLst>
                  <a:ext uri="{FF2B5EF4-FFF2-40B4-BE49-F238E27FC236}">
                    <a16:creationId xmlns:a16="http://schemas.microsoft.com/office/drawing/2014/main" id="{89E7E12C-1D9C-45A6-A581-E586B4924F0A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Derékszögű háromszög 62">
                <a:extLst>
                  <a:ext uri="{FF2B5EF4-FFF2-40B4-BE49-F238E27FC236}">
                    <a16:creationId xmlns:a16="http://schemas.microsoft.com/office/drawing/2014/main" id="{8904DDFB-25EC-4F2C-9889-A45B1089FF63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15">
                <a:extLst>
                  <a:ext uri="{FF2B5EF4-FFF2-40B4-BE49-F238E27FC236}">
                    <a16:creationId xmlns:a16="http://schemas.microsoft.com/office/drawing/2014/main" id="{FF15FECD-22EB-4FF2-B4B5-A6D03C4027C3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Folyamatábra: Tárolt adat 17">
                <a:extLst>
                  <a:ext uri="{FF2B5EF4-FFF2-40B4-BE49-F238E27FC236}">
                    <a16:creationId xmlns:a16="http://schemas.microsoft.com/office/drawing/2014/main" id="{201EC0EE-0785-4B72-AC29-4CC9D28E2185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Derékszögű háromszög 65">
                <a:extLst>
                  <a:ext uri="{FF2B5EF4-FFF2-40B4-BE49-F238E27FC236}">
                    <a16:creationId xmlns:a16="http://schemas.microsoft.com/office/drawing/2014/main" id="{5EC8A75A-4840-4AE0-8A95-76709EDDABD8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Kivonás jele 66">
                <a:extLst>
                  <a:ext uri="{FF2B5EF4-FFF2-40B4-BE49-F238E27FC236}">
                    <a16:creationId xmlns:a16="http://schemas.microsoft.com/office/drawing/2014/main" id="{D391197A-199D-44AA-BA57-86D84C0E099D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Ellipszis 67">
                <a:extLst>
                  <a:ext uri="{FF2B5EF4-FFF2-40B4-BE49-F238E27FC236}">
                    <a16:creationId xmlns:a16="http://schemas.microsoft.com/office/drawing/2014/main" id="{E70F288C-977F-45C5-8C4C-B89444E98094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13759E46-67DB-425F-97D4-B8AC841DA06E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Kivonás jele 69">
                <a:extLst>
                  <a:ext uri="{FF2B5EF4-FFF2-40B4-BE49-F238E27FC236}">
                    <a16:creationId xmlns:a16="http://schemas.microsoft.com/office/drawing/2014/main" id="{5F173D15-8E7D-4AC7-8969-102AD48FF72B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1" name="Kivonás jele 70">
                <a:extLst>
                  <a:ext uri="{FF2B5EF4-FFF2-40B4-BE49-F238E27FC236}">
                    <a16:creationId xmlns:a16="http://schemas.microsoft.com/office/drawing/2014/main" id="{3120E580-311B-4963-B7C6-572AE4799333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Ellipszis 71">
                <a:extLst>
                  <a:ext uri="{FF2B5EF4-FFF2-40B4-BE49-F238E27FC236}">
                    <a16:creationId xmlns:a16="http://schemas.microsoft.com/office/drawing/2014/main" id="{4205AE8F-00B5-4F20-9CAB-5EEA070922ED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3" name="Romboid 72">
                <a:extLst>
                  <a:ext uri="{FF2B5EF4-FFF2-40B4-BE49-F238E27FC236}">
                    <a16:creationId xmlns:a16="http://schemas.microsoft.com/office/drawing/2014/main" id="{1F64E393-1915-4541-9AF2-1D9DA07BD078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76ABA072-DA84-42A1-8401-DCDB5C9D933E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Téglalap: lekerekített 74">
                <a:extLst>
                  <a:ext uri="{FF2B5EF4-FFF2-40B4-BE49-F238E27FC236}">
                    <a16:creationId xmlns:a16="http://schemas.microsoft.com/office/drawing/2014/main" id="{4E43F785-A785-4333-8EE4-FD73FDD0937C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Téglalap: lekerekített 75">
                <a:extLst>
                  <a:ext uri="{FF2B5EF4-FFF2-40B4-BE49-F238E27FC236}">
                    <a16:creationId xmlns:a16="http://schemas.microsoft.com/office/drawing/2014/main" id="{1C6F3EA5-7911-4F7F-AEB6-FCB78DFCBC9F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Téglalap: lekerekített 76">
                <a:extLst>
                  <a:ext uri="{FF2B5EF4-FFF2-40B4-BE49-F238E27FC236}">
                    <a16:creationId xmlns:a16="http://schemas.microsoft.com/office/drawing/2014/main" id="{44DC24AC-DD31-4E36-AA35-DCD8B69651C8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8" name="Téglalap: lekerekített 77">
                <a:extLst>
                  <a:ext uri="{FF2B5EF4-FFF2-40B4-BE49-F238E27FC236}">
                    <a16:creationId xmlns:a16="http://schemas.microsoft.com/office/drawing/2014/main" id="{5AAF4AD8-C00C-43CB-A65E-8C2F4533CCFC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9" name="Téglalap: lekerekített 78">
                <a:extLst>
                  <a:ext uri="{FF2B5EF4-FFF2-40B4-BE49-F238E27FC236}">
                    <a16:creationId xmlns:a16="http://schemas.microsoft.com/office/drawing/2014/main" id="{4845466C-1ED4-4813-9260-4651CA406373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0" name="Téglalap: lekerekített 79">
                <a:extLst>
                  <a:ext uri="{FF2B5EF4-FFF2-40B4-BE49-F238E27FC236}">
                    <a16:creationId xmlns:a16="http://schemas.microsoft.com/office/drawing/2014/main" id="{4055DBBB-30BD-49E7-BCB1-076952EA6F49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60" name="Picture 2" descr="Forráskép megtekintése">
              <a:extLst>
                <a:ext uri="{FF2B5EF4-FFF2-40B4-BE49-F238E27FC236}">
                  <a16:creationId xmlns:a16="http://schemas.microsoft.com/office/drawing/2014/main" id="{F4547E20-54B4-4895-9E8A-CFA0B95AE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1" name="Picture 6" descr="Forráskép megtekintése">
              <a:extLst>
                <a:ext uri="{FF2B5EF4-FFF2-40B4-BE49-F238E27FC236}">
                  <a16:creationId xmlns:a16="http://schemas.microsoft.com/office/drawing/2014/main" id="{BF871892-5975-4884-B1F8-760CA60944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1" name="Csillag: 5 ágú 80">
            <a:extLst>
              <a:ext uri="{FF2B5EF4-FFF2-40B4-BE49-F238E27FC236}">
                <a16:creationId xmlns:a16="http://schemas.microsoft.com/office/drawing/2014/main" id="{E4CFBEDA-6838-4257-BB58-CDEF3565ED2E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2" name="Csillag: 5 ágú 81">
            <a:extLst>
              <a:ext uri="{FF2B5EF4-FFF2-40B4-BE49-F238E27FC236}">
                <a16:creationId xmlns:a16="http://schemas.microsoft.com/office/drawing/2014/main" id="{0551FF9F-3889-4AFF-B97D-89338EDF9DF5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3" name="Csillag: 5 ágú 82">
            <a:extLst>
              <a:ext uri="{FF2B5EF4-FFF2-40B4-BE49-F238E27FC236}">
                <a16:creationId xmlns:a16="http://schemas.microsoft.com/office/drawing/2014/main" id="{E7F9F3ED-89B6-4A9C-90DB-39943C32FE2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4" name="Csillag: 5 ágú 83">
            <a:extLst>
              <a:ext uri="{FF2B5EF4-FFF2-40B4-BE49-F238E27FC236}">
                <a16:creationId xmlns:a16="http://schemas.microsoft.com/office/drawing/2014/main" id="{16B436AB-84BB-4CC4-A624-13E21CB0FADB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5" name="Csillag: 5 ágú 84">
            <a:extLst>
              <a:ext uri="{FF2B5EF4-FFF2-40B4-BE49-F238E27FC236}">
                <a16:creationId xmlns:a16="http://schemas.microsoft.com/office/drawing/2014/main" id="{8AE55567-21FC-4DBF-AC07-250677C210FD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6" name="Csillag: 5 ágú 85">
            <a:extLst>
              <a:ext uri="{FF2B5EF4-FFF2-40B4-BE49-F238E27FC236}">
                <a16:creationId xmlns:a16="http://schemas.microsoft.com/office/drawing/2014/main" id="{EE2A3240-E207-4E15-A992-58FF836F82D2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Csillag: 5 ágú 86">
            <a:extLst>
              <a:ext uri="{FF2B5EF4-FFF2-40B4-BE49-F238E27FC236}">
                <a16:creationId xmlns:a16="http://schemas.microsoft.com/office/drawing/2014/main" id="{3F7ACB3A-492B-4531-ADB0-1491B52E3D55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8" name="Csoportba foglalás 87">
            <a:extLst>
              <a:ext uri="{FF2B5EF4-FFF2-40B4-BE49-F238E27FC236}">
                <a16:creationId xmlns:a16="http://schemas.microsoft.com/office/drawing/2014/main" id="{4DC5A587-9AE2-4E6D-8B88-0C22254F3758}"/>
              </a:ext>
            </a:extLst>
          </p:cNvPr>
          <p:cNvGrpSpPr/>
          <p:nvPr/>
        </p:nvGrpSpPr>
        <p:grpSpPr>
          <a:xfrm>
            <a:off x="4145704" y="2739900"/>
            <a:ext cx="572842" cy="843164"/>
            <a:chOff x="5052362" y="2641556"/>
            <a:chExt cx="572842" cy="843164"/>
          </a:xfrm>
        </p:grpSpPr>
        <p:grpSp>
          <p:nvGrpSpPr>
            <p:cNvPr id="89" name="Csoportba foglalás 88">
              <a:extLst>
                <a:ext uri="{FF2B5EF4-FFF2-40B4-BE49-F238E27FC236}">
                  <a16:creationId xmlns:a16="http://schemas.microsoft.com/office/drawing/2014/main" id="{4BD90C47-87D0-498B-8E82-012C04ADA7FB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797046DC-4EEA-4039-B05D-54A5A1C22D8B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Téglalap 103">
                <a:extLst>
                  <a:ext uri="{FF2B5EF4-FFF2-40B4-BE49-F238E27FC236}">
                    <a16:creationId xmlns:a16="http://schemas.microsoft.com/office/drawing/2014/main" id="{58C3A57D-E041-40FF-9A05-D99DDB1F8C53}"/>
                  </a:ext>
                </a:extLst>
              </p:cNvPr>
              <p:cNvSpPr/>
              <p:nvPr/>
            </p:nvSpPr>
            <p:spPr>
              <a:xfrm rot="16532167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5" name="Henger 104">
                <a:extLst>
                  <a:ext uri="{FF2B5EF4-FFF2-40B4-BE49-F238E27FC236}">
                    <a16:creationId xmlns:a16="http://schemas.microsoft.com/office/drawing/2014/main" id="{348BB2B7-2581-4CA8-8CA5-E69C5E27C1E8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83B23DE7-7EA6-4382-A607-4B798A63E58D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773D6D1A-4B7C-4B59-8679-6D362169010B}"/>
                  </a:ext>
                </a:extLst>
              </p:cNvPr>
              <p:cNvSpPr/>
              <p:nvPr/>
            </p:nvSpPr>
            <p:spPr>
              <a:xfrm rot="1473039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Téglalap 107">
                <a:extLst>
                  <a:ext uri="{FF2B5EF4-FFF2-40B4-BE49-F238E27FC236}">
                    <a16:creationId xmlns:a16="http://schemas.microsoft.com/office/drawing/2014/main" id="{FC45A123-2413-4538-A96E-30CC044D4F5A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9" name="Ellipszis 108">
                <a:extLst>
                  <a:ext uri="{FF2B5EF4-FFF2-40B4-BE49-F238E27FC236}">
                    <a16:creationId xmlns:a16="http://schemas.microsoft.com/office/drawing/2014/main" id="{E4DBD1C4-DE4B-4914-BEAC-BD247FCA5BEA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8ADF159A-E96A-4833-8663-BD71CD7F9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909109A1-39C3-475E-AC83-4FEDF4776D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208BDA2A-31F0-4157-A00E-9D9E24C2EE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35F66D85-8FCD-4CCC-A6C8-3F12DAC8817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0" name="Ellipszis 89">
              <a:extLst>
                <a:ext uri="{FF2B5EF4-FFF2-40B4-BE49-F238E27FC236}">
                  <a16:creationId xmlns:a16="http://schemas.microsoft.com/office/drawing/2014/main" id="{929E7CE7-01E6-4582-B6BF-43AE33821FAC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5F859434-8F5A-4C9A-A626-1084C7FB65F9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2" name="Ív 91">
              <a:extLst>
                <a:ext uri="{FF2B5EF4-FFF2-40B4-BE49-F238E27FC236}">
                  <a16:creationId xmlns:a16="http://schemas.microsoft.com/office/drawing/2014/main" id="{88B05CD1-6CB3-4192-BA78-FECAC897ADE5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3" name="Ellipszis 92">
              <a:extLst>
                <a:ext uri="{FF2B5EF4-FFF2-40B4-BE49-F238E27FC236}">
                  <a16:creationId xmlns:a16="http://schemas.microsoft.com/office/drawing/2014/main" id="{AF3A2720-888E-4F53-81DC-127300901CC4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4" name="Ellipszis 93">
              <a:extLst>
                <a:ext uri="{FF2B5EF4-FFF2-40B4-BE49-F238E27FC236}">
                  <a16:creationId xmlns:a16="http://schemas.microsoft.com/office/drawing/2014/main" id="{B807E1FC-8F1F-43C6-BC0E-51054B85AE36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5" name="Kép 94">
              <a:extLst>
                <a:ext uri="{FF2B5EF4-FFF2-40B4-BE49-F238E27FC236}">
                  <a16:creationId xmlns:a16="http://schemas.microsoft.com/office/drawing/2014/main" id="{2159BD70-3F59-49E9-A963-499F5CFD83B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96" name="Picture 2" descr="Forráskép megtekintése">
              <a:extLst>
                <a:ext uri="{FF2B5EF4-FFF2-40B4-BE49-F238E27FC236}">
                  <a16:creationId xmlns:a16="http://schemas.microsoft.com/office/drawing/2014/main" id="{5F30E5A1-D79E-46B7-B948-8FFEA30411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7" name="Csillag: 4 ágú 96">
              <a:extLst>
                <a:ext uri="{FF2B5EF4-FFF2-40B4-BE49-F238E27FC236}">
                  <a16:creationId xmlns:a16="http://schemas.microsoft.com/office/drawing/2014/main" id="{39FBF15E-DF49-44EA-A11F-F5A02A9AC3D1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8" name="Picture 8" descr="Forráskép megtekintése">
              <a:extLst>
                <a:ext uri="{FF2B5EF4-FFF2-40B4-BE49-F238E27FC236}">
                  <a16:creationId xmlns:a16="http://schemas.microsoft.com/office/drawing/2014/main" id="{2596ACCE-066D-401F-B45E-0DE76D1FA2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99" name="Egyenes összekötő 98">
              <a:extLst>
                <a:ext uri="{FF2B5EF4-FFF2-40B4-BE49-F238E27FC236}">
                  <a16:creationId xmlns:a16="http://schemas.microsoft.com/office/drawing/2014/main" id="{AF667502-8430-47DF-8D22-974006FA78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00" name="Szabadkézi sokszög: alakzat 99">
              <a:extLst>
                <a:ext uri="{FF2B5EF4-FFF2-40B4-BE49-F238E27FC236}">
                  <a16:creationId xmlns:a16="http://schemas.microsoft.com/office/drawing/2014/main" id="{57E476F0-8EB8-45E1-8CA0-0940CC5D56C2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1" name="Ellipszis 100">
              <a:extLst>
                <a:ext uri="{FF2B5EF4-FFF2-40B4-BE49-F238E27FC236}">
                  <a16:creationId xmlns:a16="http://schemas.microsoft.com/office/drawing/2014/main" id="{E23D03B1-ADA0-496E-ABF7-5891FB5909E8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2" name="Ellipszis 101">
              <a:extLst>
                <a:ext uri="{FF2B5EF4-FFF2-40B4-BE49-F238E27FC236}">
                  <a16:creationId xmlns:a16="http://schemas.microsoft.com/office/drawing/2014/main" id="{13729B45-A843-49F0-89F5-DBBA920D8AF2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691137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Téglalap 114">
            <a:extLst>
              <a:ext uri="{FF2B5EF4-FFF2-40B4-BE49-F238E27FC236}">
                <a16:creationId xmlns:a16="http://schemas.microsoft.com/office/drawing/2014/main" id="{9951525A-3E9A-4541-BE48-1DB08EC9B5D3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Téglalap 115">
            <a:extLst>
              <a:ext uri="{FF2B5EF4-FFF2-40B4-BE49-F238E27FC236}">
                <a16:creationId xmlns:a16="http://schemas.microsoft.com/office/drawing/2014/main" id="{1D3D54D1-39EB-4D3F-9541-1834FD943193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Téglalap 116">
            <a:extLst>
              <a:ext uri="{FF2B5EF4-FFF2-40B4-BE49-F238E27FC236}">
                <a16:creationId xmlns:a16="http://schemas.microsoft.com/office/drawing/2014/main" id="{906C056E-A73A-40E2-A8AD-0A3ABD560F67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Téglalap 117">
            <a:extLst>
              <a:ext uri="{FF2B5EF4-FFF2-40B4-BE49-F238E27FC236}">
                <a16:creationId xmlns:a16="http://schemas.microsoft.com/office/drawing/2014/main" id="{4588BCEE-16A4-46E2-96C4-695EF14AC75C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Téglalap 118">
            <a:extLst>
              <a:ext uri="{FF2B5EF4-FFF2-40B4-BE49-F238E27FC236}">
                <a16:creationId xmlns:a16="http://schemas.microsoft.com/office/drawing/2014/main" id="{8C2F3C14-DB0A-4D9D-87C5-7880C3A04A6A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Téglalap 119">
            <a:extLst>
              <a:ext uri="{FF2B5EF4-FFF2-40B4-BE49-F238E27FC236}">
                <a16:creationId xmlns:a16="http://schemas.microsoft.com/office/drawing/2014/main" id="{2E171933-C039-4394-8662-B17E021E6E22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Téglalap 120">
            <a:extLst>
              <a:ext uri="{FF2B5EF4-FFF2-40B4-BE49-F238E27FC236}">
                <a16:creationId xmlns:a16="http://schemas.microsoft.com/office/drawing/2014/main" id="{2272779A-0B04-4C92-8CE6-6FE3D20619D7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Téglalap 121">
            <a:extLst>
              <a:ext uri="{FF2B5EF4-FFF2-40B4-BE49-F238E27FC236}">
                <a16:creationId xmlns:a16="http://schemas.microsoft.com/office/drawing/2014/main" id="{051D297E-BA7F-416E-9FCB-8D9313D8D511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Téglalap 122">
            <a:extLst>
              <a:ext uri="{FF2B5EF4-FFF2-40B4-BE49-F238E27FC236}">
                <a16:creationId xmlns:a16="http://schemas.microsoft.com/office/drawing/2014/main" id="{15E31497-0B24-4090-B85E-012895B229CD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Téglalap 123">
            <a:extLst>
              <a:ext uri="{FF2B5EF4-FFF2-40B4-BE49-F238E27FC236}">
                <a16:creationId xmlns:a16="http://schemas.microsoft.com/office/drawing/2014/main" id="{2F7FCF99-E9A4-4A5C-8409-AF4DDF4D76F9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Téglalap 124">
            <a:extLst>
              <a:ext uri="{FF2B5EF4-FFF2-40B4-BE49-F238E27FC236}">
                <a16:creationId xmlns:a16="http://schemas.microsoft.com/office/drawing/2014/main" id="{96ECDE36-CCFB-4EF0-9BA6-AAF8E038B6F1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F804E57F-E278-4AAB-9B47-ABBA748480F8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C0DAE820-B2C9-4831-9E52-78C6E8D2F7EB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C72BE2C9-D775-42A1-A945-D8E6E47EA64B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A0DB7C1A-CB33-4FDA-9369-7F3475264EBB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Téglalap 129">
            <a:extLst>
              <a:ext uri="{FF2B5EF4-FFF2-40B4-BE49-F238E27FC236}">
                <a16:creationId xmlns:a16="http://schemas.microsoft.com/office/drawing/2014/main" id="{E84D882E-0524-47E3-B884-9143365CE935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7296A92B-A168-4431-96D9-4704A74C9885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132" name="Téglalap 131">
            <a:extLst>
              <a:ext uri="{FF2B5EF4-FFF2-40B4-BE49-F238E27FC236}">
                <a16:creationId xmlns:a16="http://schemas.microsoft.com/office/drawing/2014/main" id="{648B037B-AC1C-420C-AD84-2CCB61764549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Trapezoid 132">
            <a:extLst>
              <a:ext uri="{FF2B5EF4-FFF2-40B4-BE49-F238E27FC236}">
                <a16:creationId xmlns:a16="http://schemas.microsoft.com/office/drawing/2014/main" id="{027B303E-54B2-419A-82C7-700B11C2674B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Téglalap 133">
            <a:extLst>
              <a:ext uri="{FF2B5EF4-FFF2-40B4-BE49-F238E27FC236}">
                <a16:creationId xmlns:a16="http://schemas.microsoft.com/office/drawing/2014/main" id="{C142C7AE-1650-435B-8D8F-35FFCFD94897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Trapezoid 134">
            <a:extLst>
              <a:ext uri="{FF2B5EF4-FFF2-40B4-BE49-F238E27FC236}">
                <a16:creationId xmlns:a16="http://schemas.microsoft.com/office/drawing/2014/main" id="{5EF9F3A7-9715-4E59-B319-056577D4F473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Trapezoid 135">
            <a:extLst>
              <a:ext uri="{FF2B5EF4-FFF2-40B4-BE49-F238E27FC236}">
                <a16:creationId xmlns:a16="http://schemas.microsoft.com/office/drawing/2014/main" id="{DCA01E6C-0C74-41A8-99FB-0AFD06BA9BF3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Folyamatábra: Kézi művelet 136">
            <a:extLst>
              <a:ext uri="{FF2B5EF4-FFF2-40B4-BE49-F238E27FC236}">
                <a16:creationId xmlns:a16="http://schemas.microsoft.com/office/drawing/2014/main" id="{533B56F0-83E0-4C61-94D3-2A0D2994F5D4}"/>
              </a:ext>
            </a:extLst>
          </p:cNvPr>
          <p:cNvSpPr/>
          <p:nvPr/>
        </p:nvSpPr>
        <p:spPr>
          <a:xfrm rot="13024355">
            <a:off x="9153083" y="-20449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Téglalap 137">
            <a:extLst>
              <a:ext uri="{FF2B5EF4-FFF2-40B4-BE49-F238E27FC236}">
                <a16:creationId xmlns:a16="http://schemas.microsoft.com/office/drawing/2014/main" id="{A198ECE2-A615-4BF0-8117-86F2880802AD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Téglalap 138">
            <a:extLst>
              <a:ext uri="{FF2B5EF4-FFF2-40B4-BE49-F238E27FC236}">
                <a16:creationId xmlns:a16="http://schemas.microsoft.com/office/drawing/2014/main" id="{1A4F6CBF-0951-46F4-966B-AF48DAD43B24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40" name="Csoportba foglalás 139">
            <a:extLst>
              <a:ext uri="{FF2B5EF4-FFF2-40B4-BE49-F238E27FC236}">
                <a16:creationId xmlns:a16="http://schemas.microsoft.com/office/drawing/2014/main" id="{B2ED36A0-A56E-4435-A1C1-90674AE3DD9C}"/>
              </a:ext>
            </a:extLst>
          </p:cNvPr>
          <p:cNvGrpSpPr/>
          <p:nvPr/>
        </p:nvGrpSpPr>
        <p:grpSpPr>
          <a:xfrm>
            <a:off x="3464281" y="2820709"/>
            <a:ext cx="520179" cy="764382"/>
            <a:chOff x="3714429" y="2820709"/>
            <a:chExt cx="520179" cy="764382"/>
          </a:xfrm>
        </p:grpSpPr>
        <p:grpSp>
          <p:nvGrpSpPr>
            <p:cNvPr id="141" name="Csoportba foglalás 140">
              <a:extLst>
                <a:ext uri="{FF2B5EF4-FFF2-40B4-BE49-F238E27FC236}">
                  <a16:creationId xmlns:a16="http://schemas.microsoft.com/office/drawing/2014/main" id="{36503FAA-45DD-4C60-987E-CCC0C90FB4DC}"/>
                </a:ext>
              </a:extLst>
            </p:cNvPr>
            <p:cNvGrpSpPr/>
            <p:nvPr/>
          </p:nvGrpSpPr>
          <p:grpSpPr>
            <a:xfrm>
              <a:off x="3714429" y="2853226"/>
              <a:ext cx="520179" cy="731865"/>
              <a:chOff x="3714429" y="2853226"/>
              <a:chExt cx="520179" cy="731865"/>
            </a:xfrm>
          </p:grpSpPr>
          <p:sp>
            <p:nvSpPr>
              <p:cNvPr id="144" name="Téglalap 143">
                <a:extLst>
                  <a:ext uri="{FF2B5EF4-FFF2-40B4-BE49-F238E27FC236}">
                    <a16:creationId xmlns:a16="http://schemas.microsoft.com/office/drawing/2014/main" id="{253AC848-A226-4AA2-BADE-08AF4B98DD8E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5" name="Téglalap 144">
                <a:extLst>
                  <a:ext uri="{FF2B5EF4-FFF2-40B4-BE49-F238E27FC236}">
                    <a16:creationId xmlns:a16="http://schemas.microsoft.com/office/drawing/2014/main" id="{D90B4010-CD8B-4831-8788-F9C9E68A4D1F}"/>
                  </a:ext>
                </a:extLst>
              </p:cNvPr>
              <p:cNvSpPr/>
              <p:nvPr/>
            </p:nvSpPr>
            <p:spPr>
              <a:xfrm rot="16739083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46" name="Henger 145">
                <a:extLst>
                  <a:ext uri="{FF2B5EF4-FFF2-40B4-BE49-F238E27FC236}">
                    <a16:creationId xmlns:a16="http://schemas.microsoft.com/office/drawing/2014/main" id="{23026EB4-F895-425F-AD62-2A5B19F60C3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7" name="Ellipszis 146">
                <a:extLst>
                  <a:ext uri="{FF2B5EF4-FFF2-40B4-BE49-F238E27FC236}">
                    <a16:creationId xmlns:a16="http://schemas.microsoft.com/office/drawing/2014/main" id="{8ED2AB47-4044-4E68-A183-140D7269017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48" name="Téglalap 147">
                <a:extLst>
                  <a:ext uri="{FF2B5EF4-FFF2-40B4-BE49-F238E27FC236}">
                    <a16:creationId xmlns:a16="http://schemas.microsoft.com/office/drawing/2014/main" id="{A63B40D3-21F6-47F5-AAE0-C921C1B02687}"/>
                  </a:ext>
                </a:extLst>
              </p:cNvPr>
              <p:cNvSpPr/>
              <p:nvPr/>
            </p:nvSpPr>
            <p:spPr>
              <a:xfrm rot="15523953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9" name="Téglalap 148">
                <a:extLst>
                  <a:ext uri="{FF2B5EF4-FFF2-40B4-BE49-F238E27FC236}">
                    <a16:creationId xmlns:a16="http://schemas.microsoft.com/office/drawing/2014/main" id="{7DBAC1A1-CF6B-4DAA-A703-1BDBA2F3E22E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50" name="Ellipszis 149">
                <a:extLst>
                  <a:ext uri="{FF2B5EF4-FFF2-40B4-BE49-F238E27FC236}">
                    <a16:creationId xmlns:a16="http://schemas.microsoft.com/office/drawing/2014/main" id="{C4227FB0-35EB-46DF-A506-4837EA0803B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D84C09CB-CDF8-465A-B42F-7B4294254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6CF38CE8-76CB-46AE-B8E8-317C50D89C3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3F88FA8B-7B82-4356-BA61-6B45BF6486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619FCCE1-B1E4-4225-835D-B477E413817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55" name="Ellipszis 154">
                <a:extLst>
                  <a:ext uri="{FF2B5EF4-FFF2-40B4-BE49-F238E27FC236}">
                    <a16:creationId xmlns:a16="http://schemas.microsoft.com/office/drawing/2014/main" id="{4CF960E3-80B3-4A81-8FE3-BBA06C5B21F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42" name="Egyenes összekötő 141">
              <a:extLst>
                <a:ext uri="{FF2B5EF4-FFF2-40B4-BE49-F238E27FC236}">
                  <a16:creationId xmlns:a16="http://schemas.microsoft.com/office/drawing/2014/main" id="{FEACD68F-33C0-44DE-8FF6-39F8CEFE0D7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0505B8D1-F8E1-413E-9204-4F4FE2C07A4B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56" name="Csoportba foglalás 155">
            <a:extLst>
              <a:ext uri="{FF2B5EF4-FFF2-40B4-BE49-F238E27FC236}">
                <a16:creationId xmlns:a16="http://schemas.microsoft.com/office/drawing/2014/main" id="{9328A055-2946-4298-9900-E8509ADB4D02}"/>
              </a:ext>
            </a:extLst>
          </p:cNvPr>
          <p:cNvGrpSpPr/>
          <p:nvPr/>
        </p:nvGrpSpPr>
        <p:grpSpPr>
          <a:xfrm>
            <a:off x="2759361" y="2815359"/>
            <a:ext cx="483824" cy="774685"/>
            <a:chOff x="3080211" y="2828171"/>
            <a:chExt cx="483824" cy="774685"/>
          </a:xfrm>
        </p:grpSpPr>
        <p:sp>
          <p:nvSpPr>
            <p:cNvPr id="158" name="Téglalap 157">
              <a:extLst>
                <a:ext uri="{FF2B5EF4-FFF2-40B4-BE49-F238E27FC236}">
                  <a16:creationId xmlns:a16="http://schemas.microsoft.com/office/drawing/2014/main" id="{05FE06F3-3F11-45FC-AA3F-91B5270B2BFC}"/>
                </a:ext>
              </a:extLst>
            </p:cNvPr>
            <p:cNvSpPr/>
            <p:nvPr/>
          </p:nvSpPr>
          <p:spPr>
            <a:xfrm rot="16773213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59" name="Henger 158">
              <a:extLst>
                <a:ext uri="{FF2B5EF4-FFF2-40B4-BE49-F238E27FC236}">
                  <a16:creationId xmlns:a16="http://schemas.microsoft.com/office/drawing/2014/main" id="{2A54EF10-B8A9-42CB-8378-DE07FE9E0CE6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0" name="Ellipszis 159">
              <a:extLst>
                <a:ext uri="{FF2B5EF4-FFF2-40B4-BE49-F238E27FC236}">
                  <a16:creationId xmlns:a16="http://schemas.microsoft.com/office/drawing/2014/main" id="{FEDF1CDB-6B54-4979-8180-1A28A7AD49F2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1" name="Téglalap 160">
              <a:extLst>
                <a:ext uri="{FF2B5EF4-FFF2-40B4-BE49-F238E27FC236}">
                  <a16:creationId xmlns:a16="http://schemas.microsoft.com/office/drawing/2014/main" id="{F5A5A6E2-8F80-4ED1-8E4E-5E982EBD30E4}"/>
                </a:ext>
              </a:extLst>
            </p:cNvPr>
            <p:cNvSpPr/>
            <p:nvPr/>
          </p:nvSpPr>
          <p:spPr>
            <a:xfrm rot="15343615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62" name="Téglalap 161">
              <a:extLst>
                <a:ext uri="{FF2B5EF4-FFF2-40B4-BE49-F238E27FC236}">
                  <a16:creationId xmlns:a16="http://schemas.microsoft.com/office/drawing/2014/main" id="{6A30E576-09FB-4BAA-880E-F34344A08952}"/>
                </a:ext>
              </a:extLst>
            </p:cNvPr>
            <p:cNvSpPr/>
            <p:nvPr/>
          </p:nvSpPr>
          <p:spPr>
            <a:xfrm rot="1579643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63" name="Ellipszis 162">
              <a:extLst>
                <a:ext uri="{FF2B5EF4-FFF2-40B4-BE49-F238E27FC236}">
                  <a16:creationId xmlns:a16="http://schemas.microsoft.com/office/drawing/2014/main" id="{68759547-9F21-49C1-8DC6-AFA52D17233D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F83D32FA-1649-47FB-A908-8B7946EBC85E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C2479B06-3A24-46E4-A04C-187BE5E4BEE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66" name="Egyenes összekötő 165">
              <a:extLst>
                <a:ext uri="{FF2B5EF4-FFF2-40B4-BE49-F238E27FC236}">
                  <a16:creationId xmlns:a16="http://schemas.microsoft.com/office/drawing/2014/main" id="{56EA2FF7-84F3-45E6-8326-0BE5337E40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67" name="Egyenes összekötő 166">
              <a:extLst>
                <a:ext uri="{FF2B5EF4-FFF2-40B4-BE49-F238E27FC236}">
                  <a16:creationId xmlns:a16="http://schemas.microsoft.com/office/drawing/2014/main" id="{C31C39A8-2D5C-48F4-A3F5-7C09AA9678E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68" name="Ellipszis 167">
              <a:extLst>
                <a:ext uri="{FF2B5EF4-FFF2-40B4-BE49-F238E27FC236}">
                  <a16:creationId xmlns:a16="http://schemas.microsoft.com/office/drawing/2014/main" id="{D8618CE1-8161-4655-8ED7-BB1324D2BCCE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69" name="Picture 4" descr="Forráskép megtekintése">
              <a:extLst>
                <a:ext uri="{FF2B5EF4-FFF2-40B4-BE49-F238E27FC236}">
                  <a16:creationId xmlns:a16="http://schemas.microsoft.com/office/drawing/2014/main" id="{643BD3E5-AB54-4895-A550-4AFC236238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70" name="Csoportba foglalás 169">
            <a:extLst>
              <a:ext uri="{FF2B5EF4-FFF2-40B4-BE49-F238E27FC236}">
                <a16:creationId xmlns:a16="http://schemas.microsoft.com/office/drawing/2014/main" id="{37CE8821-8ECF-4688-A20D-6F7925BA85F3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171" name="Csoportba foglalás 170">
              <a:extLst>
                <a:ext uri="{FF2B5EF4-FFF2-40B4-BE49-F238E27FC236}">
                  <a16:creationId xmlns:a16="http://schemas.microsoft.com/office/drawing/2014/main" id="{92614FE7-5171-4102-B31B-77BFCFBEB00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174" name="Derékszögű háromszög 173">
                <a:extLst>
                  <a:ext uri="{FF2B5EF4-FFF2-40B4-BE49-F238E27FC236}">
                    <a16:creationId xmlns:a16="http://schemas.microsoft.com/office/drawing/2014/main" id="{71A7E833-DAEC-42A7-B3CF-F918B37707BC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Derékszögű háromszög 174">
                <a:extLst>
                  <a:ext uri="{FF2B5EF4-FFF2-40B4-BE49-F238E27FC236}">
                    <a16:creationId xmlns:a16="http://schemas.microsoft.com/office/drawing/2014/main" id="{99188CF7-8D9C-490C-B3FA-FE4948866AE8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5">
                <a:extLst>
                  <a:ext uri="{FF2B5EF4-FFF2-40B4-BE49-F238E27FC236}">
                    <a16:creationId xmlns:a16="http://schemas.microsoft.com/office/drawing/2014/main" id="{45A02A55-561A-4E3E-8038-2A390C31F2EC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Folyamatábra: Tárolt adat 17">
                <a:extLst>
                  <a:ext uri="{FF2B5EF4-FFF2-40B4-BE49-F238E27FC236}">
                    <a16:creationId xmlns:a16="http://schemas.microsoft.com/office/drawing/2014/main" id="{5D1C114E-9DE8-4225-A308-E71D98DE33EE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Derékszögű háromszög 177">
                <a:extLst>
                  <a:ext uri="{FF2B5EF4-FFF2-40B4-BE49-F238E27FC236}">
                    <a16:creationId xmlns:a16="http://schemas.microsoft.com/office/drawing/2014/main" id="{B473725E-E3CD-468E-98F7-A1095F02787A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9" name="Kivonás jele 178">
                <a:extLst>
                  <a:ext uri="{FF2B5EF4-FFF2-40B4-BE49-F238E27FC236}">
                    <a16:creationId xmlns:a16="http://schemas.microsoft.com/office/drawing/2014/main" id="{1EB4CD44-6533-4222-AD83-B36A068B934D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0" name="Ellipszis 179">
                <a:extLst>
                  <a:ext uri="{FF2B5EF4-FFF2-40B4-BE49-F238E27FC236}">
                    <a16:creationId xmlns:a16="http://schemas.microsoft.com/office/drawing/2014/main" id="{322FA3C6-DE34-4592-8C7A-7DC8532D92A0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Ellipszis 180">
                <a:extLst>
                  <a:ext uri="{FF2B5EF4-FFF2-40B4-BE49-F238E27FC236}">
                    <a16:creationId xmlns:a16="http://schemas.microsoft.com/office/drawing/2014/main" id="{70856A8B-2BB8-4DA4-9051-CA1E7051AD69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Kivonás jele 181">
                <a:extLst>
                  <a:ext uri="{FF2B5EF4-FFF2-40B4-BE49-F238E27FC236}">
                    <a16:creationId xmlns:a16="http://schemas.microsoft.com/office/drawing/2014/main" id="{D378E27F-67FA-4E9C-9F90-76C46C121894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Kivonás jele 182">
                <a:extLst>
                  <a:ext uri="{FF2B5EF4-FFF2-40B4-BE49-F238E27FC236}">
                    <a16:creationId xmlns:a16="http://schemas.microsoft.com/office/drawing/2014/main" id="{FAA2B718-808D-42F4-8F3E-4F1D0497CB09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Ellipszis 183">
                <a:extLst>
                  <a:ext uri="{FF2B5EF4-FFF2-40B4-BE49-F238E27FC236}">
                    <a16:creationId xmlns:a16="http://schemas.microsoft.com/office/drawing/2014/main" id="{4FA81742-B244-4EC4-A80D-4D53892A6C20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5" name="Romboid 184">
                <a:extLst>
                  <a:ext uri="{FF2B5EF4-FFF2-40B4-BE49-F238E27FC236}">
                    <a16:creationId xmlns:a16="http://schemas.microsoft.com/office/drawing/2014/main" id="{845177B1-AF7A-4076-9C0F-2442F61FF6C5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6" name="Téglalap 185">
                <a:extLst>
                  <a:ext uri="{FF2B5EF4-FFF2-40B4-BE49-F238E27FC236}">
                    <a16:creationId xmlns:a16="http://schemas.microsoft.com/office/drawing/2014/main" id="{6D0A751C-F1EB-403C-AF15-D892B5FA0789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7" name="Téglalap: lekerekített 186">
                <a:extLst>
                  <a:ext uri="{FF2B5EF4-FFF2-40B4-BE49-F238E27FC236}">
                    <a16:creationId xmlns:a16="http://schemas.microsoft.com/office/drawing/2014/main" id="{DD746772-E555-4829-A640-90C5B38EDC0B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8" name="Téglalap: lekerekített 187">
                <a:extLst>
                  <a:ext uri="{FF2B5EF4-FFF2-40B4-BE49-F238E27FC236}">
                    <a16:creationId xmlns:a16="http://schemas.microsoft.com/office/drawing/2014/main" id="{32B8ABC8-2EE3-497F-B91C-112A80EB3848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9" name="Téglalap: lekerekített 188">
                <a:extLst>
                  <a:ext uri="{FF2B5EF4-FFF2-40B4-BE49-F238E27FC236}">
                    <a16:creationId xmlns:a16="http://schemas.microsoft.com/office/drawing/2014/main" id="{B83CE885-4BB3-4FED-A052-22858BE74A0A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Téglalap: lekerekített 189">
                <a:extLst>
                  <a:ext uri="{FF2B5EF4-FFF2-40B4-BE49-F238E27FC236}">
                    <a16:creationId xmlns:a16="http://schemas.microsoft.com/office/drawing/2014/main" id="{8439DE08-3831-4469-A872-B9596C056D41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1" name="Téglalap: lekerekített 190">
                <a:extLst>
                  <a:ext uri="{FF2B5EF4-FFF2-40B4-BE49-F238E27FC236}">
                    <a16:creationId xmlns:a16="http://schemas.microsoft.com/office/drawing/2014/main" id="{80FF50BB-C561-491D-8724-C6C4FEABFD31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2" name="Téglalap: lekerekített 191">
                <a:extLst>
                  <a:ext uri="{FF2B5EF4-FFF2-40B4-BE49-F238E27FC236}">
                    <a16:creationId xmlns:a16="http://schemas.microsoft.com/office/drawing/2014/main" id="{3A6B8BA0-D4EC-4147-977D-FC0C855C61DD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172" name="Picture 2" descr="Forráskép megtekintése">
              <a:extLst>
                <a:ext uri="{FF2B5EF4-FFF2-40B4-BE49-F238E27FC236}">
                  <a16:creationId xmlns:a16="http://schemas.microsoft.com/office/drawing/2014/main" id="{3115EC34-1940-4198-970A-A4FC83EA1F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3" name="Picture 6" descr="Forráskép megtekintése">
              <a:extLst>
                <a:ext uri="{FF2B5EF4-FFF2-40B4-BE49-F238E27FC236}">
                  <a16:creationId xmlns:a16="http://schemas.microsoft.com/office/drawing/2014/main" id="{327CF326-8ECE-457F-9D04-4904FE8350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93" name="Csillag: 5 ágú 192">
            <a:extLst>
              <a:ext uri="{FF2B5EF4-FFF2-40B4-BE49-F238E27FC236}">
                <a16:creationId xmlns:a16="http://schemas.microsoft.com/office/drawing/2014/main" id="{5259908B-CC9E-41E7-9794-0E04C0D26DEE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4" name="Csillag: 5 ágú 193">
            <a:extLst>
              <a:ext uri="{FF2B5EF4-FFF2-40B4-BE49-F238E27FC236}">
                <a16:creationId xmlns:a16="http://schemas.microsoft.com/office/drawing/2014/main" id="{F35100B9-D7D0-49E4-B320-3763A63336E9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5" name="Csillag: 5 ágú 194">
            <a:extLst>
              <a:ext uri="{FF2B5EF4-FFF2-40B4-BE49-F238E27FC236}">
                <a16:creationId xmlns:a16="http://schemas.microsoft.com/office/drawing/2014/main" id="{7E6B8A13-9A22-49BA-BA86-98E6B0F4001A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6" name="Csillag: 5 ágú 195">
            <a:extLst>
              <a:ext uri="{FF2B5EF4-FFF2-40B4-BE49-F238E27FC236}">
                <a16:creationId xmlns:a16="http://schemas.microsoft.com/office/drawing/2014/main" id="{F0CE999D-2EB1-4285-98DB-7DE135A5F208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7" name="Csillag: 5 ágú 196">
            <a:extLst>
              <a:ext uri="{FF2B5EF4-FFF2-40B4-BE49-F238E27FC236}">
                <a16:creationId xmlns:a16="http://schemas.microsoft.com/office/drawing/2014/main" id="{7B99B38E-DFD5-4962-B726-1DABE2C249C6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8" name="Csillag: 5 ágú 197">
            <a:extLst>
              <a:ext uri="{FF2B5EF4-FFF2-40B4-BE49-F238E27FC236}">
                <a16:creationId xmlns:a16="http://schemas.microsoft.com/office/drawing/2014/main" id="{00B9DBA4-29D2-4265-B636-528AAD78B26C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9" name="Csillag: 5 ágú 198">
            <a:extLst>
              <a:ext uri="{FF2B5EF4-FFF2-40B4-BE49-F238E27FC236}">
                <a16:creationId xmlns:a16="http://schemas.microsoft.com/office/drawing/2014/main" id="{813AB76F-E75E-4C96-BB08-4A591DA17FA3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00" name="Csoportba foglalás 199">
            <a:extLst>
              <a:ext uri="{FF2B5EF4-FFF2-40B4-BE49-F238E27FC236}">
                <a16:creationId xmlns:a16="http://schemas.microsoft.com/office/drawing/2014/main" id="{FBC64C0B-D00B-40D1-8DA9-BD3F887FE925}"/>
              </a:ext>
            </a:extLst>
          </p:cNvPr>
          <p:cNvGrpSpPr/>
          <p:nvPr/>
        </p:nvGrpSpPr>
        <p:grpSpPr>
          <a:xfrm>
            <a:off x="4110780" y="2739900"/>
            <a:ext cx="572842" cy="843164"/>
            <a:chOff x="5052362" y="2641556"/>
            <a:chExt cx="572842" cy="843164"/>
          </a:xfrm>
        </p:grpSpPr>
        <p:grpSp>
          <p:nvGrpSpPr>
            <p:cNvPr id="201" name="Csoportba foglalás 200">
              <a:extLst>
                <a:ext uri="{FF2B5EF4-FFF2-40B4-BE49-F238E27FC236}">
                  <a16:creationId xmlns:a16="http://schemas.microsoft.com/office/drawing/2014/main" id="{324BA5D4-33C7-44A6-AE4B-DE246305A1E3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215" name="Téglalap 214">
                <a:extLst>
                  <a:ext uri="{FF2B5EF4-FFF2-40B4-BE49-F238E27FC236}">
                    <a16:creationId xmlns:a16="http://schemas.microsoft.com/office/drawing/2014/main" id="{3B703B98-8618-4617-B3BA-E58D7B461DBB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Téglalap 215">
                <a:extLst>
                  <a:ext uri="{FF2B5EF4-FFF2-40B4-BE49-F238E27FC236}">
                    <a16:creationId xmlns:a16="http://schemas.microsoft.com/office/drawing/2014/main" id="{1A1C7D75-A306-4A51-B8A6-5E4CB394E050}"/>
                  </a:ext>
                </a:extLst>
              </p:cNvPr>
              <p:cNvSpPr/>
              <p:nvPr/>
            </p:nvSpPr>
            <p:spPr>
              <a:xfrm rot="16532167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7" name="Henger 216">
                <a:extLst>
                  <a:ext uri="{FF2B5EF4-FFF2-40B4-BE49-F238E27FC236}">
                    <a16:creationId xmlns:a16="http://schemas.microsoft.com/office/drawing/2014/main" id="{BCE0F790-3A33-419A-8DA9-FC2CF21D5F3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8" name="Ellipszis 217">
                <a:extLst>
                  <a:ext uri="{FF2B5EF4-FFF2-40B4-BE49-F238E27FC236}">
                    <a16:creationId xmlns:a16="http://schemas.microsoft.com/office/drawing/2014/main" id="{61D9642C-15B2-4C36-AFCB-EC7AA2B5412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9" name="Téglalap 218">
                <a:extLst>
                  <a:ext uri="{FF2B5EF4-FFF2-40B4-BE49-F238E27FC236}">
                    <a16:creationId xmlns:a16="http://schemas.microsoft.com/office/drawing/2014/main" id="{CDD07173-706A-4A83-A9B6-1A7267A9EC6C}"/>
                  </a:ext>
                </a:extLst>
              </p:cNvPr>
              <p:cNvSpPr/>
              <p:nvPr/>
            </p:nvSpPr>
            <p:spPr>
              <a:xfrm rot="16042552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0" name="Téglalap 219">
                <a:extLst>
                  <a:ext uri="{FF2B5EF4-FFF2-40B4-BE49-F238E27FC236}">
                    <a16:creationId xmlns:a16="http://schemas.microsoft.com/office/drawing/2014/main" id="{411451E0-2CFC-4DAB-804D-0B41B999D623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1" name="Ellipszis 220">
                <a:extLst>
                  <a:ext uri="{FF2B5EF4-FFF2-40B4-BE49-F238E27FC236}">
                    <a16:creationId xmlns:a16="http://schemas.microsoft.com/office/drawing/2014/main" id="{1826EEC0-A0C8-4AD0-8BE3-A58CA6D2A35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67D564EC-1D2F-46E8-A5AE-19F4166984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3" name="Egyenes összekötő 222">
                <a:extLst>
                  <a:ext uri="{FF2B5EF4-FFF2-40B4-BE49-F238E27FC236}">
                    <a16:creationId xmlns:a16="http://schemas.microsoft.com/office/drawing/2014/main" id="{834A1573-3AA1-44B9-AA4A-FBE59C3AFCB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FB9F2837-5FED-4B81-82FD-31A09FB1F2C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25" name="Ellipszis 224">
                <a:extLst>
                  <a:ext uri="{FF2B5EF4-FFF2-40B4-BE49-F238E27FC236}">
                    <a16:creationId xmlns:a16="http://schemas.microsoft.com/office/drawing/2014/main" id="{9E41037D-9927-411C-9055-1E32878B2E0F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2" name="Ellipszis 201">
              <a:extLst>
                <a:ext uri="{FF2B5EF4-FFF2-40B4-BE49-F238E27FC236}">
                  <a16:creationId xmlns:a16="http://schemas.microsoft.com/office/drawing/2014/main" id="{D909D119-556F-41C2-9FD3-057B86CA8009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3" name="Ellipszis 202">
              <a:extLst>
                <a:ext uri="{FF2B5EF4-FFF2-40B4-BE49-F238E27FC236}">
                  <a16:creationId xmlns:a16="http://schemas.microsoft.com/office/drawing/2014/main" id="{DB3014EA-4CD5-41FC-A298-FC25910FC1D6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4" name="Ív 203">
              <a:extLst>
                <a:ext uri="{FF2B5EF4-FFF2-40B4-BE49-F238E27FC236}">
                  <a16:creationId xmlns:a16="http://schemas.microsoft.com/office/drawing/2014/main" id="{65FBA841-1F96-4D2F-ACA7-CE6A434B7007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5" name="Ellipszis 204">
              <a:extLst>
                <a:ext uri="{FF2B5EF4-FFF2-40B4-BE49-F238E27FC236}">
                  <a16:creationId xmlns:a16="http://schemas.microsoft.com/office/drawing/2014/main" id="{2E193A53-E89C-49EB-9F89-2363E10AAC55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6" name="Ellipszis 205">
              <a:extLst>
                <a:ext uri="{FF2B5EF4-FFF2-40B4-BE49-F238E27FC236}">
                  <a16:creationId xmlns:a16="http://schemas.microsoft.com/office/drawing/2014/main" id="{BFF11E45-3C28-4530-AA1E-0258284E79DF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207" name="Kép 206">
              <a:extLst>
                <a:ext uri="{FF2B5EF4-FFF2-40B4-BE49-F238E27FC236}">
                  <a16:creationId xmlns:a16="http://schemas.microsoft.com/office/drawing/2014/main" id="{9636D461-A1C1-4567-9FD3-69CF0890ED7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208" name="Picture 2" descr="Forráskép megtekintése">
              <a:extLst>
                <a:ext uri="{FF2B5EF4-FFF2-40B4-BE49-F238E27FC236}">
                  <a16:creationId xmlns:a16="http://schemas.microsoft.com/office/drawing/2014/main" id="{351D6D0F-5A2A-462B-A34F-C57AE65308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9" name="Csillag: 4 ágú 208">
              <a:extLst>
                <a:ext uri="{FF2B5EF4-FFF2-40B4-BE49-F238E27FC236}">
                  <a16:creationId xmlns:a16="http://schemas.microsoft.com/office/drawing/2014/main" id="{2B74B1FC-CFF3-45F2-A1C6-288FBBC5D86D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210" name="Picture 8" descr="Forráskép megtekintése">
              <a:extLst>
                <a:ext uri="{FF2B5EF4-FFF2-40B4-BE49-F238E27FC236}">
                  <a16:creationId xmlns:a16="http://schemas.microsoft.com/office/drawing/2014/main" id="{C2B32404-B5B9-41A2-9356-06AC50F59F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11" name="Egyenes összekötő 210">
              <a:extLst>
                <a:ext uri="{FF2B5EF4-FFF2-40B4-BE49-F238E27FC236}">
                  <a16:creationId xmlns:a16="http://schemas.microsoft.com/office/drawing/2014/main" id="{DAA38132-F9DA-48F7-BE88-D637C72EF05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212" name="Szabadkézi sokszög: alakzat 211">
              <a:extLst>
                <a:ext uri="{FF2B5EF4-FFF2-40B4-BE49-F238E27FC236}">
                  <a16:creationId xmlns:a16="http://schemas.microsoft.com/office/drawing/2014/main" id="{FB5DA7B4-D357-4BD0-B872-2C3AB53E952F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Ellipszis 212">
              <a:extLst>
                <a:ext uri="{FF2B5EF4-FFF2-40B4-BE49-F238E27FC236}">
                  <a16:creationId xmlns:a16="http://schemas.microsoft.com/office/drawing/2014/main" id="{DA32D0D8-18B9-414E-94F6-A84E55981AB7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4" name="Ellipszis 213">
              <a:extLst>
                <a:ext uri="{FF2B5EF4-FFF2-40B4-BE49-F238E27FC236}">
                  <a16:creationId xmlns:a16="http://schemas.microsoft.com/office/drawing/2014/main" id="{6C2E0D66-1E50-4501-85B0-70C1E18EE536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57" name="Téglalap 156">
            <a:extLst>
              <a:ext uri="{FF2B5EF4-FFF2-40B4-BE49-F238E27FC236}">
                <a16:creationId xmlns:a16="http://schemas.microsoft.com/office/drawing/2014/main" id="{7E943991-9F8C-53D0-6107-9C7CBF3C5FB5}"/>
              </a:ext>
            </a:extLst>
          </p:cNvPr>
          <p:cNvSpPr/>
          <p:nvPr/>
        </p:nvSpPr>
        <p:spPr>
          <a:xfrm rot="7522010">
            <a:off x="2707150" y="3237751"/>
            <a:ext cx="180000" cy="70602"/>
          </a:xfrm>
          <a:prstGeom prst="rect">
            <a:avLst/>
          </a:prstGeom>
          <a:solidFill>
            <a:srgbClr val="99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</p:spTree>
    <p:extLst>
      <p:ext uri="{BB962C8B-B14F-4D97-AF65-F5344CB8AC3E}">
        <p14:creationId xmlns:p14="http://schemas.microsoft.com/office/powerpoint/2010/main" val="26257320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Téglalap 114">
            <a:extLst>
              <a:ext uri="{FF2B5EF4-FFF2-40B4-BE49-F238E27FC236}">
                <a16:creationId xmlns:a16="http://schemas.microsoft.com/office/drawing/2014/main" id="{144FDE19-D98B-43FB-9A84-0D64EC801B7D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Téglalap 115">
            <a:extLst>
              <a:ext uri="{FF2B5EF4-FFF2-40B4-BE49-F238E27FC236}">
                <a16:creationId xmlns:a16="http://schemas.microsoft.com/office/drawing/2014/main" id="{B0AD84B2-9755-4C1A-AF55-4EA1F50458E7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Téglalap 116">
            <a:extLst>
              <a:ext uri="{FF2B5EF4-FFF2-40B4-BE49-F238E27FC236}">
                <a16:creationId xmlns:a16="http://schemas.microsoft.com/office/drawing/2014/main" id="{8F2F9F57-6567-4DE5-9C4C-7C4C5F34B6BE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Téglalap 117">
            <a:extLst>
              <a:ext uri="{FF2B5EF4-FFF2-40B4-BE49-F238E27FC236}">
                <a16:creationId xmlns:a16="http://schemas.microsoft.com/office/drawing/2014/main" id="{4286D14F-51A8-4EE5-8576-E2F86B638FDC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Téglalap 118">
            <a:extLst>
              <a:ext uri="{FF2B5EF4-FFF2-40B4-BE49-F238E27FC236}">
                <a16:creationId xmlns:a16="http://schemas.microsoft.com/office/drawing/2014/main" id="{C927306F-299C-4CDB-8F54-357A4A06F4AA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Téglalap 119">
            <a:extLst>
              <a:ext uri="{FF2B5EF4-FFF2-40B4-BE49-F238E27FC236}">
                <a16:creationId xmlns:a16="http://schemas.microsoft.com/office/drawing/2014/main" id="{DBA173B0-7A75-44F1-A302-41673897C462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Téglalap 120">
            <a:extLst>
              <a:ext uri="{FF2B5EF4-FFF2-40B4-BE49-F238E27FC236}">
                <a16:creationId xmlns:a16="http://schemas.microsoft.com/office/drawing/2014/main" id="{F236C306-0505-4619-A0FD-1FEE2E159ADA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Téglalap 121">
            <a:extLst>
              <a:ext uri="{FF2B5EF4-FFF2-40B4-BE49-F238E27FC236}">
                <a16:creationId xmlns:a16="http://schemas.microsoft.com/office/drawing/2014/main" id="{5B7C1C77-4752-4D0C-99D9-6592AF2845B2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Téglalap 122">
            <a:extLst>
              <a:ext uri="{FF2B5EF4-FFF2-40B4-BE49-F238E27FC236}">
                <a16:creationId xmlns:a16="http://schemas.microsoft.com/office/drawing/2014/main" id="{F1B69E33-287F-4C3B-9066-896BC3724C9E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Téglalap 123">
            <a:extLst>
              <a:ext uri="{FF2B5EF4-FFF2-40B4-BE49-F238E27FC236}">
                <a16:creationId xmlns:a16="http://schemas.microsoft.com/office/drawing/2014/main" id="{5E903B3D-677F-4F50-98E8-6D80AC6308C8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Téglalap 124">
            <a:extLst>
              <a:ext uri="{FF2B5EF4-FFF2-40B4-BE49-F238E27FC236}">
                <a16:creationId xmlns:a16="http://schemas.microsoft.com/office/drawing/2014/main" id="{881930EB-5F50-411C-B564-425D8B7E896F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9E26624D-7B57-44C2-AF36-03F801BE09D0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955C3983-9421-4CF8-8DA5-FF87568E6E4D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8AADB129-32EC-4724-9899-6DF94F2F6E22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5AEB4378-5437-4C74-85F3-224628ABA760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Téglalap 129">
            <a:extLst>
              <a:ext uri="{FF2B5EF4-FFF2-40B4-BE49-F238E27FC236}">
                <a16:creationId xmlns:a16="http://schemas.microsoft.com/office/drawing/2014/main" id="{F487C849-7BE1-48FD-B292-5C358EC47078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704B17DE-7008-47DE-99DF-70D0DD29DB4E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132" name="Téglalap 131">
            <a:extLst>
              <a:ext uri="{FF2B5EF4-FFF2-40B4-BE49-F238E27FC236}">
                <a16:creationId xmlns:a16="http://schemas.microsoft.com/office/drawing/2014/main" id="{EF6503E5-735C-4582-8077-90EAF8204AD7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Trapezoid 132">
            <a:extLst>
              <a:ext uri="{FF2B5EF4-FFF2-40B4-BE49-F238E27FC236}">
                <a16:creationId xmlns:a16="http://schemas.microsoft.com/office/drawing/2014/main" id="{E7FE4207-6EFE-4228-8337-40F1A50EDEBA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Téglalap 133">
            <a:extLst>
              <a:ext uri="{FF2B5EF4-FFF2-40B4-BE49-F238E27FC236}">
                <a16:creationId xmlns:a16="http://schemas.microsoft.com/office/drawing/2014/main" id="{4F4EDBA6-69F7-4FD3-82A6-BA3E27CD4B28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Trapezoid 134">
            <a:extLst>
              <a:ext uri="{FF2B5EF4-FFF2-40B4-BE49-F238E27FC236}">
                <a16:creationId xmlns:a16="http://schemas.microsoft.com/office/drawing/2014/main" id="{63ADDD72-4A71-4F21-8B06-7BD3E2829564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Trapezoid 135">
            <a:extLst>
              <a:ext uri="{FF2B5EF4-FFF2-40B4-BE49-F238E27FC236}">
                <a16:creationId xmlns:a16="http://schemas.microsoft.com/office/drawing/2014/main" id="{DE8C7C80-0D6D-4023-97F1-A820FA9F4AFA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Téglalap 137">
            <a:extLst>
              <a:ext uri="{FF2B5EF4-FFF2-40B4-BE49-F238E27FC236}">
                <a16:creationId xmlns:a16="http://schemas.microsoft.com/office/drawing/2014/main" id="{5591CC74-A44B-4B51-B22F-D467B82EA6B0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Téglalap 138">
            <a:extLst>
              <a:ext uri="{FF2B5EF4-FFF2-40B4-BE49-F238E27FC236}">
                <a16:creationId xmlns:a16="http://schemas.microsoft.com/office/drawing/2014/main" id="{86CC40D8-22B4-4476-AE7C-E316E6DDBAE8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40" name="Csoportba foglalás 139">
            <a:extLst>
              <a:ext uri="{FF2B5EF4-FFF2-40B4-BE49-F238E27FC236}">
                <a16:creationId xmlns:a16="http://schemas.microsoft.com/office/drawing/2014/main" id="{F9075AC6-6DDF-4284-B1FB-1B18EB3A3CBE}"/>
              </a:ext>
            </a:extLst>
          </p:cNvPr>
          <p:cNvGrpSpPr/>
          <p:nvPr/>
        </p:nvGrpSpPr>
        <p:grpSpPr>
          <a:xfrm>
            <a:off x="3228976" y="2810112"/>
            <a:ext cx="520179" cy="764382"/>
            <a:chOff x="3714429" y="2820709"/>
            <a:chExt cx="520179" cy="764382"/>
          </a:xfrm>
        </p:grpSpPr>
        <p:grpSp>
          <p:nvGrpSpPr>
            <p:cNvPr id="141" name="Csoportba foglalás 140">
              <a:extLst>
                <a:ext uri="{FF2B5EF4-FFF2-40B4-BE49-F238E27FC236}">
                  <a16:creationId xmlns:a16="http://schemas.microsoft.com/office/drawing/2014/main" id="{3FCDE324-5DF4-43C4-B8F6-C86266534383}"/>
                </a:ext>
              </a:extLst>
            </p:cNvPr>
            <p:cNvGrpSpPr/>
            <p:nvPr/>
          </p:nvGrpSpPr>
          <p:grpSpPr>
            <a:xfrm>
              <a:off x="3714429" y="2853226"/>
              <a:ext cx="520179" cy="731865"/>
              <a:chOff x="3714429" y="2853226"/>
              <a:chExt cx="520179" cy="731865"/>
            </a:xfrm>
          </p:grpSpPr>
          <p:sp>
            <p:nvSpPr>
              <p:cNvPr id="144" name="Téglalap 143">
                <a:extLst>
                  <a:ext uri="{FF2B5EF4-FFF2-40B4-BE49-F238E27FC236}">
                    <a16:creationId xmlns:a16="http://schemas.microsoft.com/office/drawing/2014/main" id="{ECC6B3F1-CFBA-4AB9-A4AD-5B357427804D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5" name="Téglalap 144">
                <a:extLst>
                  <a:ext uri="{FF2B5EF4-FFF2-40B4-BE49-F238E27FC236}">
                    <a16:creationId xmlns:a16="http://schemas.microsoft.com/office/drawing/2014/main" id="{B5B11001-A050-422A-9175-4338BC659253}"/>
                  </a:ext>
                </a:extLst>
              </p:cNvPr>
              <p:cNvSpPr/>
              <p:nvPr/>
            </p:nvSpPr>
            <p:spPr>
              <a:xfrm rot="15242915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46" name="Henger 145">
                <a:extLst>
                  <a:ext uri="{FF2B5EF4-FFF2-40B4-BE49-F238E27FC236}">
                    <a16:creationId xmlns:a16="http://schemas.microsoft.com/office/drawing/2014/main" id="{3249932F-990E-4BAB-9DAB-D175063B5873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7" name="Ellipszis 146">
                <a:extLst>
                  <a:ext uri="{FF2B5EF4-FFF2-40B4-BE49-F238E27FC236}">
                    <a16:creationId xmlns:a16="http://schemas.microsoft.com/office/drawing/2014/main" id="{B2F40626-A002-4903-88B5-D4142BFE2455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48" name="Téglalap 147">
                <a:extLst>
                  <a:ext uri="{FF2B5EF4-FFF2-40B4-BE49-F238E27FC236}">
                    <a16:creationId xmlns:a16="http://schemas.microsoft.com/office/drawing/2014/main" id="{F55709FD-CC9D-4866-909C-6AE8C8B94BE8}"/>
                  </a:ext>
                </a:extLst>
              </p:cNvPr>
              <p:cNvSpPr/>
              <p:nvPr/>
            </p:nvSpPr>
            <p:spPr>
              <a:xfrm rot="17037357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9" name="Téglalap 148">
                <a:extLst>
                  <a:ext uri="{FF2B5EF4-FFF2-40B4-BE49-F238E27FC236}">
                    <a16:creationId xmlns:a16="http://schemas.microsoft.com/office/drawing/2014/main" id="{0F785164-9E32-4A94-81C5-745D97B442FA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50" name="Ellipszis 149">
                <a:extLst>
                  <a:ext uri="{FF2B5EF4-FFF2-40B4-BE49-F238E27FC236}">
                    <a16:creationId xmlns:a16="http://schemas.microsoft.com/office/drawing/2014/main" id="{7053EFAB-16E4-4A91-BE50-2E68E458D0B8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67D28F98-43DA-4262-A77E-9F51D0022B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4BB343C7-CF03-401B-998C-FD56713449C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DE3EF498-C90E-42C5-AE2F-8C14FD2259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F144A994-183D-4F39-8A42-DFF32ABB588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55" name="Ellipszis 154">
                <a:extLst>
                  <a:ext uri="{FF2B5EF4-FFF2-40B4-BE49-F238E27FC236}">
                    <a16:creationId xmlns:a16="http://schemas.microsoft.com/office/drawing/2014/main" id="{95BC92A9-C9F8-4D06-972D-A89D07216923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42" name="Egyenes összekötő 141">
              <a:extLst>
                <a:ext uri="{FF2B5EF4-FFF2-40B4-BE49-F238E27FC236}">
                  <a16:creationId xmlns:a16="http://schemas.microsoft.com/office/drawing/2014/main" id="{4EF0AE90-6D07-4843-A937-F8DEF05EE11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8D1B603B-DF3C-4FE0-8893-175F0A66A31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69" name="Csoportba foglalás 168">
            <a:extLst>
              <a:ext uri="{FF2B5EF4-FFF2-40B4-BE49-F238E27FC236}">
                <a16:creationId xmlns:a16="http://schemas.microsoft.com/office/drawing/2014/main" id="{910E5747-0C40-4444-BD87-87B5D7B1BBB4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170" name="Csoportba foglalás 169">
              <a:extLst>
                <a:ext uri="{FF2B5EF4-FFF2-40B4-BE49-F238E27FC236}">
                  <a16:creationId xmlns:a16="http://schemas.microsoft.com/office/drawing/2014/main" id="{78BFA162-4465-4C41-A319-7FC167ED0A8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173" name="Derékszögű háromszög 172">
                <a:extLst>
                  <a:ext uri="{FF2B5EF4-FFF2-40B4-BE49-F238E27FC236}">
                    <a16:creationId xmlns:a16="http://schemas.microsoft.com/office/drawing/2014/main" id="{D29E70FA-CE46-4106-AC05-244E32134B98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4" name="Derékszögű háromszög 173">
                <a:extLst>
                  <a:ext uri="{FF2B5EF4-FFF2-40B4-BE49-F238E27FC236}">
                    <a16:creationId xmlns:a16="http://schemas.microsoft.com/office/drawing/2014/main" id="{CBA82AAF-2577-4D96-9831-806D57EABD5D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5">
                <a:extLst>
                  <a:ext uri="{FF2B5EF4-FFF2-40B4-BE49-F238E27FC236}">
                    <a16:creationId xmlns:a16="http://schemas.microsoft.com/office/drawing/2014/main" id="{6EAA626F-1019-4C11-89AE-0D29610DDA25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Folyamatábra: Tárolt adat 17">
                <a:extLst>
                  <a:ext uri="{FF2B5EF4-FFF2-40B4-BE49-F238E27FC236}">
                    <a16:creationId xmlns:a16="http://schemas.microsoft.com/office/drawing/2014/main" id="{78C22429-016F-4891-BB86-2E9606D4C07B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Derékszögű háromszög 176">
                <a:extLst>
                  <a:ext uri="{FF2B5EF4-FFF2-40B4-BE49-F238E27FC236}">
                    <a16:creationId xmlns:a16="http://schemas.microsoft.com/office/drawing/2014/main" id="{EABF25E3-4599-42FB-AAED-212C131A0B0D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Kivonás jele 177">
                <a:extLst>
                  <a:ext uri="{FF2B5EF4-FFF2-40B4-BE49-F238E27FC236}">
                    <a16:creationId xmlns:a16="http://schemas.microsoft.com/office/drawing/2014/main" id="{A0BCDA94-C8E3-4275-978B-B9508FB16C5A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9" name="Ellipszis 178">
                <a:extLst>
                  <a:ext uri="{FF2B5EF4-FFF2-40B4-BE49-F238E27FC236}">
                    <a16:creationId xmlns:a16="http://schemas.microsoft.com/office/drawing/2014/main" id="{B2ECD933-2637-45F3-B008-D8CCC977D7CD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0" name="Ellipszis 179">
                <a:extLst>
                  <a:ext uri="{FF2B5EF4-FFF2-40B4-BE49-F238E27FC236}">
                    <a16:creationId xmlns:a16="http://schemas.microsoft.com/office/drawing/2014/main" id="{66BF03B8-7DA1-46E6-886A-9DB82682E09A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Kivonás jele 180">
                <a:extLst>
                  <a:ext uri="{FF2B5EF4-FFF2-40B4-BE49-F238E27FC236}">
                    <a16:creationId xmlns:a16="http://schemas.microsoft.com/office/drawing/2014/main" id="{5A6A0A50-5E3D-4574-9915-32E3002579B8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Kivonás jele 181">
                <a:extLst>
                  <a:ext uri="{FF2B5EF4-FFF2-40B4-BE49-F238E27FC236}">
                    <a16:creationId xmlns:a16="http://schemas.microsoft.com/office/drawing/2014/main" id="{12E6E378-42BA-42E8-BC6C-7F87AD354088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Ellipszis 182">
                <a:extLst>
                  <a:ext uri="{FF2B5EF4-FFF2-40B4-BE49-F238E27FC236}">
                    <a16:creationId xmlns:a16="http://schemas.microsoft.com/office/drawing/2014/main" id="{86828BC8-2C53-4A2E-A000-E1F7E5A6B742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Romboid 183">
                <a:extLst>
                  <a:ext uri="{FF2B5EF4-FFF2-40B4-BE49-F238E27FC236}">
                    <a16:creationId xmlns:a16="http://schemas.microsoft.com/office/drawing/2014/main" id="{7509671D-F2D9-4A48-A1CF-5DB2E00D1E65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5" name="Téglalap 184">
                <a:extLst>
                  <a:ext uri="{FF2B5EF4-FFF2-40B4-BE49-F238E27FC236}">
                    <a16:creationId xmlns:a16="http://schemas.microsoft.com/office/drawing/2014/main" id="{16EF4C6C-89F4-43A9-B998-5585BB5E3CA5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6" name="Téglalap: lekerekített 185">
                <a:extLst>
                  <a:ext uri="{FF2B5EF4-FFF2-40B4-BE49-F238E27FC236}">
                    <a16:creationId xmlns:a16="http://schemas.microsoft.com/office/drawing/2014/main" id="{C3A0F21B-6589-4D03-B596-4D93A02430C6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7" name="Téglalap: lekerekített 186">
                <a:extLst>
                  <a:ext uri="{FF2B5EF4-FFF2-40B4-BE49-F238E27FC236}">
                    <a16:creationId xmlns:a16="http://schemas.microsoft.com/office/drawing/2014/main" id="{A74A8EA5-7B4F-4E2B-BCAE-6E1347C7C6C8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8" name="Téglalap: lekerekített 187">
                <a:extLst>
                  <a:ext uri="{FF2B5EF4-FFF2-40B4-BE49-F238E27FC236}">
                    <a16:creationId xmlns:a16="http://schemas.microsoft.com/office/drawing/2014/main" id="{150568E4-5CAA-45A5-ACE1-EA0D82B2C029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9" name="Téglalap: lekerekített 188">
                <a:extLst>
                  <a:ext uri="{FF2B5EF4-FFF2-40B4-BE49-F238E27FC236}">
                    <a16:creationId xmlns:a16="http://schemas.microsoft.com/office/drawing/2014/main" id="{E1D9D596-37FA-4727-9212-66A2CD4573A3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Téglalap: lekerekített 189">
                <a:extLst>
                  <a:ext uri="{FF2B5EF4-FFF2-40B4-BE49-F238E27FC236}">
                    <a16:creationId xmlns:a16="http://schemas.microsoft.com/office/drawing/2014/main" id="{9DDFBE63-D4F2-4B84-B0D7-A0738DCAA51E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1" name="Téglalap: lekerekített 190">
                <a:extLst>
                  <a:ext uri="{FF2B5EF4-FFF2-40B4-BE49-F238E27FC236}">
                    <a16:creationId xmlns:a16="http://schemas.microsoft.com/office/drawing/2014/main" id="{669B140E-1649-46AD-8D95-F5253A6AA045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171" name="Picture 2" descr="Forráskép megtekintése">
              <a:extLst>
                <a:ext uri="{FF2B5EF4-FFF2-40B4-BE49-F238E27FC236}">
                  <a16:creationId xmlns:a16="http://schemas.microsoft.com/office/drawing/2014/main" id="{F6B99EFE-D13D-42E1-A116-D3649E2FE9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2" name="Picture 6" descr="Forráskép megtekintése">
              <a:extLst>
                <a:ext uri="{FF2B5EF4-FFF2-40B4-BE49-F238E27FC236}">
                  <a16:creationId xmlns:a16="http://schemas.microsoft.com/office/drawing/2014/main" id="{BD14FDDA-B14B-4D26-B8D2-64F1A7B834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92" name="Csillag: 5 ágú 191">
            <a:extLst>
              <a:ext uri="{FF2B5EF4-FFF2-40B4-BE49-F238E27FC236}">
                <a16:creationId xmlns:a16="http://schemas.microsoft.com/office/drawing/2014/main" id="{F8E5B9EA-42D2-4692-A44D-9ED024309175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3" name="Csillag: 5 ágú 192">
            <a:extLst>
              <a:ext uri="{FF2B5EF4-FFF2-40B4-BE49-F238E27FC236}">
                <a16:creationId xmlns:a16="http://schemas.microsoft.com/office/drawing/2014/main" id="{172E07F0-58E3-4C59-A8BF-87546F2915BB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4" name="Csillag: 5 ágú 193">
            <a:extLst>
              <a:ext uri="{FF2B5EF4-FFF2-40B4-BE49-F238E27FC236}">
                <a16:creationId xmlns:a16="http://schemas.microsoft.com/office/drawing/2014/main" id="{7E6D6AF5-47EA-4BBF-AA4B-AEF4F09AD3EB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5" name="Csillag: 5 ágú 194">
            <a:extLst>
              <a:ext uri="{FF2B5EF4-FFF2-40B4-BE49-F238E27FC236}">
                <a16:creationId xmlns:a16="http://schemas.microsoft.com/office/drawing/2014/main" id="{2DF1AA57-16B0-4501-BCAF-7568F4F836B8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6" name="Csillag: 5 ágú 195">
            <a:extLst>
              <a:ext uri="{FF2B5EF4-FFF2-40B4-BE49-F238E27FC236}">
                <a16:creationId xmlns:a16="http://schemas.microsoft.com/office/drawing/2014/main" id="{E4E7000F-63DD-40FB-A6C5-00EE9B3F7F81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7" name="Csillag: 5 ágú 196">
            <a:extLst>
              <a:ext uri="{FF2B5EF4-FFF2-40B4-BE49-F238E27FC236}">
                <a16:creationId xmlns:a16="http://schemas.microsoft.com/office/drawing/2014/main" id="{77473778-4023-4F53-956E-54434A1007BD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8" name="Csillag: 5 ágú 197">
            <a:extLst>
              <a:ext uri="{FF2B5EF4-FFF2-40B4-BE49-F238E27FC236}">
                <a16:creationId xmlns:a16="http://schemas.microsoft.com/office/drawing/2014/main" id="{2ECDBEF9-5D81-408A-A00C-DF3A24EDB480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99" name="Csoportba foglalás 198">
            <a:extLst>
              <a:ext uri="{FF2B5EF4-FFF2-40B4-BE49-F238E27FC236}">
                <a16:creationId xmlns:a16="http://schemas.microsoft.com/office/drawing/2014/main" id="{699AF0ED-21F0-473F-B99B-D1F3B3F998C0}"/>
              </a:ext>
            </a:extLst>
          </p:cNvPr>
          <p:cNvGrpSpPr/>
          <p:nvPr/>
        </p:nvGrpSpPr>
        <p:grpSpPr>
          <a:xfrm>
            <a:off x="3835634" y="2762572"/>
            <a:ext cx="572842" cy="843164"/>
            <a:chOff x="5052362" y="2641556"/>
            <a:chExt cx="572842" cy="843164"/>
          </a:xfrm>
        </p:grpSpPr>
        <p:grpSp>
          <p:nvGrpSpPr>
            <p:cNvPr id="200" name="Csoportba foglalás 199">
              <a:extLst>
                <a:ext uri="{FF2B5EF4-FFF2-40B4-BE49-F238E27FC236}">
                  <a16:creationId xmlns:a16="http://schemas.microsoft.com/office/drawing/2014/main" id="{DC9300B5-1129-49EB-BFF4-6D73572D7D9E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214" name="Téglalap 213">
                <a:extLst>
                  <a:ext uri="{FF2B5EF4-FFF2-40B4-BE49-F238E27FC236}">
                    <a16:creationId xmlns:a16="http://schemas.microsoft.com/office/drawing/2014/main" id="{D86E5728-4208-47E2-81A2-86340C4F6AFC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5" name="Téglalap 214">
                <a:extLst>
                  <a:ext uri="{FF2B5EF4-FFF2-40B4-BE49-F238E27FC236}">
                    <a16:creationId xmlns:a16="http://schemas.microsoft.com/office/drawing/2014/main" id="{F90C0255-C34C-4BAA-A3A2-3ED0FC246B55}"/>
                  </a:ext>
                </a:extLst>
              </p:cNvPr>
              <p:cNvSpPr/>
              <p:nvPr/>
            </p:nvSpPr>
            <p:spPr>
              <a:xfrm rot="15299670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6" name="Henger 215">
                <a:extLst>
                  <a:ext uri="{FF2B5EF4-FFF2-40B4-BE49-F238E27FC236}">
                    <a16:creationId xmlns:a16="http://schemas.microsoft.com/office/drawing/2014/main" id="{A5E5DDFE-4078-485A-903E-2424C52956F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7" name="Ellipszis 216">
                <a:extLst>
                  <a:ext uri="{FF2B5EF4-FFF2-40B4-BE49-F238E27FC236}">
                    <a16:creationId xmlns:a16="http://schemas.microsoft.com/office/drawing/2014/main" id="{3CF1447A-9BE0-4648-A8F7-8922A0EA718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8" name="Téglalap 217">
                <a:extLst>
                  <a:ext uri="{FF2B5EF4-FFF2-40B4-BE49-F238E27FC236}">
                    <a16:creationId xmlns:a16="http://schemas.microsoft.com/office/drawing/2014/main" id="{682DD6F5-C187-4FD0-8E77-6C6F6B381E39}"/>
                  </a:ext>
                </a:extLst>
              </p:cNvPr>
              <p:cNvSpPr/>
              <p:nvPr/>
            </p:nvSpPr>
            <p:spPr>
              <a:xfrm rot="16042552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9" name="Téglalap 218">
                <a:extLst>
                  <a:ext uri="{FF2B5EF4-FFF2-40B4-BE49-F238E27FC236}">
                    <a16:creationId xmlns:a16="http://schemas.microsoft.com/office/drawing/2014/main" id="{8C7CAC47-0F62-4211-BC0B-78E2FECBB431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0" name="Ellipszis 219">
                <a:extLst>
                  <a:ext uri="{FF2B5EF4-FFF2-40B4-BE49-F238E27FC236}">
                    <a16:creationId xmlns:a16="http://schemas.microsoft.com/office/drawing/2014/main" id="{44B4A841-F17F-42FC-834B-D1B0B8FA9C9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F24DC5EB-F0C6-4F33-8435-5CFEA1CFC04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6BF3C8C5-8893-4C8F-9B3E-E5D9AD2D07A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3" name="Egyenes összekötő 222">
                <a:extLst>
                  <a:ext uri="{FF2B5EF4-FFF2-40B4-BE49-F238E27FC236}">
                    <a16:creationId xmlns:a16="http://schemas.microsoft.com/office/drawing/2014/main" id="{09441790-9F6F-49E6-8D65-2D3C9058BD9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24" name="Ellipszis 223">
                <a:extLst>
                  <a:ext uri="{FF2B5EF4-FFF2-40B4-BE49-F238E27FC236}">
                    <a16:creationId xmlns:a16="http://schemas.microsoft.com/office/drawing/2014/main" id="{E4896AB0-F8C6-452B-8D1B-D46EF4532996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>
              <a:extLst>
                <a:ext uri="{FF2B5EF4-FFF2-40B4-BE49-F238E27FC236}">
                  <a16:creationId xmlns:a16="http://schemas.microsoft.com/office/drawing/2014/main" id="{8BFBF85F-60DB-4668-9C18-5191F72DCDD9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2" name="Ellipszis 201">
              <a:extLst>
                <a:ext uri="{FF2B5EF4-FFF2-40B4-BE49-F238E27FC236}">
                  <a16:creationId xmlns:a16="http://schemas.microsoft.com/office/drawing/2014/main" id="{06CB1604-8505-46CF-ACAE-92D32E029B35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3" name="Ív 202">
              <a:extLst>
                <a:ext uri="{FF2B5EF4-FFF2-40B4-BE49-F238E27FC236}">
                  <a16:creationId xmlns:a16="http://schemas.microsoft.com/office/drawing/2014/main" id="{768AAA70-5D11-44C5-A2C2-93E0D03C144D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4" name="Ellipszis 203">
              <a:extLst>
                <a:ext uri="{FF2B5EF4-FFF2-40B4-BE49-F238E27FC236}">
                  <a16:creationId xmlns:a16="http://schemas.microsoft.com/office/drawing/2014/main" id="{CE2302FD-5783-45CA-9AB1-3A8BF241C2DA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5" name="Ellipszis 204">
              <a:extLst>
                <a:ext uri="{FF2B5EF4-FFF2-40B4-BE49-F238E27FC236}">
                  <a16:creationId xmlns:a16="http://schemas.microsoft.com/office/drawing/2014/main" id="{D0105A2C-7EA5-4046-9414-FB79B0579BCA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206" name="Kép 205">
              <a:extLst>
                <a:ext uri="{FF2B5EF4-FFF2-40B4-BE49-F238E27FC236}">
                  <a16:creationId xmlns:a16="http://schemas.microsoft.com/office/drawing/2014/main" id="{A2791192-3616-4327-AEB4-7367E888767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207" name="Picture 2" descr="Forráskép megtekintése">
              <a:extLst>
                <a:ext uri="{FF2B5EF4-FFF2-40B4-BE49-F238E27FC236}">
                  <a16:creationId xmlns:a16="http://schemas.microsoft.com/office/drawing/2014/main" id="{E564F2BA-E9EE-491B-BA33-6D6AA8B668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8" name="Csillag: 4 ágú 207">
              <a:extLst>
                <a:ext uri="{FF2B5EF4-FFF2-40B4-BE49-F238E27FC236}">
                  <a16:creationId xmlns:a16="http://schemas.microsoft.com/office/drawing/2014/main" id="{060B569D-DE17-40B6-81FB-690A69DDD623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209" name="Picture 8" descr="Forráskép megtekintése">
              <a:extLst>
                <a:ext uri="{FF2B5EF4-FFF2-40B4-BE49-F238E27FC236}">
                  <a16:creationId xmlns:a16="http://schemas.microsoft.com/office/drawing/2014/main" id="{6FB36A3C-B545-4749-BDFD-75B3D2F64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10" name="Egyenes összekötő 209">
              <a:extLst>
                <a:ext uri="{FF2B5EF4-FFF2-40B4-BE49-F238E27FC236}">
                  <a16:creationId xmlns:a16="http://schemas.microsoft.com/office/drawing/2014/main" id="{2FB21E80-80C3-43A4-B042-B4573C6433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211" name="Szabadkézi sokszög: alakzat 210">
              <a:extLst>
                <a:ext uri="{FF2B5EF4-FFF2-40B4-BE49-F238E27FC236}">
                  <a16:creationId xmlns:a16="http://schemas.microsoft.com/office/drawing/2014/main" id="{3F72953C-6050-43E2-9762-39B9BB65723F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Ellipszis 211">
              <a:extLst>
                <a:ext uri="{FF2B5EF4-FFF2-40B4-BE49-F238E27FC236}">
                  <a16:creationId xmlns:a16="http://schemas.microsoft.com/office/drawing/2014/main" id="{DF6D3D88-ADC4-4468-AF4C-418E514F5D93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Ellipszis 212">
              <a:extLst>
                <a:ext uri="{FF2B5EF4-FFF2-40B4-BE49-F238E27FC236}">
                  <a16:creationId xmlns:a16="http://schemas.microsoft.com/office/drawing/2014/main" id="{2C1178A7-535C-46B0-8B2C-76111EC8975A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25" name="Csoportba foglalás 224">
            <a:extLst>
              <a:ext uri="{FF2B5EF4-FFF2-40B4-BE49-F238E27FC236}">
                <a16:creationId xmlns:a16="http://schemas.microsoft.com/office/drawing/2014/main" id="{D851C5A5-FC6E-4146-8458-92AA594CB305}"/>
              </a:ext>
            </a:extLst>
          </p:cNvPr>
          <p:cNvGrpSpPr/>
          <p:nvPr/>
        </p:nvGrpSpPr>
        <p:grpSpPr>
          <a:xfrm>
            <a:off x="1792233" y="3841216"/>
            <a:ext cx="313560" cy="774685"/>
            <a:chOff x="3043856" y="2828171"/>
            <a:chExt cx="313560" cy="774685"/>
          </a:xfrm>
        </p:grpSpPr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1802A3A4-D599-48AF-86E7-AC47D5E79EB8}"/>
                </a:ext>
              </a:extLst>
            </p:cNvPr>
            <p:cNvSpPr/>
            <p:nvPr/>
          </p:nvSpPr>
          <p:spPr>
            <a:xfrm rot="18591660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1B231C0-D916-415B-9AEF-10DFD97E5507}"/>
                </a:ext>
              </a:extLst>
            </p:cNvPr>
            <p:cNvSpPr/>
            <p:nvPr/>
          </p:nvSpPr>
          <p:spPr>
            <a:xfrm rot="16773213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28" name="Henger 227">
              <a:extLst>
                <a:ext uri="{FF2B5EF4-FFF2-40B4-BE49-F238E27FC236}">
                  <a16:creationId xmlns:a16="http://schemas.microsoft.com/office/drawing/2014/main" id="{25379951-C407-4D71-AB36-87555C5EC1A6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Ellipszis 228">
              <a:extLst>
                <a:ext uri="{FF2B5EF4-FFF2-40B4-BE49-F238E27FC236}">
                  <a16:creationId xmlns:a16="http://schemas.microsoft.com/office/drawing/2014/main" id="{F5D21F63-CD27-4C90-897C-33C5AEDD4B84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0" name="Téglalap 229">
              <a:extLst>
                <a:ext uri="{FF2B5EF4-FFF2-40B4-BE49-F238E27FC236}">
                  <a16:creationId xmlns:a16="http://schemas.microsoft.com/office/drawing/2014/main" id="{0363F99F-132A-4F0E-96A9-837B32078BB8}"/>
                </a:ext>
              </a:extLst>
            </p:cNvPr>
            <p:cNvSpPr/>
            <p:nvPr/>
          </p:nvSpPr>
          <p:spPr>
            <a:xfrm rot="15343615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32" name="Ellipszis 231">
              <a:extLst>
                <a:ext uri="{FF2B5EF4-FFF2-40B4-BE49-F238E27FC236}">
                  <a16:creationId xmlns:a16="http://schemas.microsoft.com/office/drawing/2014/main" id="{A24390C3-7730-4B5F-92A8-C2EA4B7049F8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33" name="Egyenes összekötő 232">
              <a:extLst>
                <a:ext uri="{FF2B5EF4-FFF2-40B4-BE49-F238E27FC236}">
                  <a16:creationId xmlns:a16="http://schemas.microsoft.com/office/drawing/2014/main" id="{7B295507-9205-488A-86AD-78DD7659462F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34" name="Egyenes összekötő 233">
              <a:extLst>
                <a:ext uri="{FF2B5EF4-FFF2-40B4-BE49-F238E27FC236}">
                  <a16:creationId xmlns:a16="http://schemas.microsoft.com/office/drawing/2014/main" id="{1C028CF9-4C4C-4E38-A3E6-D664A056135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35" name="Egyenes összekötő 234">
              <a:extLst>
                <a:ext uri="{FF2B5EF4-FFF2-40B4-BE49-F238E27FC236}">
                  <a16:creationId xmlns:a16="http://schemas.microsoft.com/office/drawing/2014/main" id="{B473F87D-9FC7-4278-8F4A-256BB6B52EB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36" name="Egyenes összekötő 235">
              <a:extLst>
                <a:ext uri="{FF2B5EF4-FFF2-40B4-BE49-F238E27FC236}">
                  <a16:creationId xmlns:a16="http://schemas.microsoft.com/office/drawing/2014/main" id="{2B1C4148-3A62-43BF-8935-51428E85890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237" name="Ellipszis 236">
              <a:extLst>
                <a:ext uri="{FF2B5EF4-FFF2-40B4-BE49-F238E27FC236}">
                  <a16:creationId xmlns:a16="http://schemas.microsoft.com/office/drawing/2014/main" id="{5BD10A02-206C-4E5B-AAB9-9069E500BF29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238" name="Picture 4" descr="Forráskép megtekintése">
              <a:extLst>
                <a:ext uri="{FF2B5EF4-FFF2-40B4-BE49-F238E27FC236}">
                  <a16:creationId xmlns:a16="http://schemas.microsoft.com/office/drawing/2014/main" id="{E2FD3B4A-9D8E-4434-B1CF-B4D37CFEC7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7" name="Folyamatábra: Kézi művelet 136">
            <a:extLst>
              <a:ext uri="{FF2B5EF4-FFF2-40B4-BE49-F238E27FC236}">
                <a16:creationId xmlns:a16="http://schemas.microsoft.com/office/drawing/2014/main" id="{78450883-D857-447C-8D2E-C3C5A37C8DEA}"/>
              </a:ext>
            </a:extLst>
          </p:cNvPr>
          <p:cNvSpPr/>
          <p:nvPr/>
        </p:nvSpPr>
        <p:spPr>
          <a:xfrm rot="15575377">
            <a:off x="8654174" y="-886370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5713378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0E1EC513-A43B-793D-4464-26A4E0AC6147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D4704AAB-2912-09DD-2437-B406AE718A98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FB75CA81-9910-C1FA-4A3B-4F181B2D1BA4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B80F7584-9DB3-344D-7BB8-618455D867C6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6C8780B0-1C42-9CBB-26D9-1A819EA3EF23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566AA439-36C9-62FB-03EE-2BBF3A1B1E5D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6C1AA323-8938-A4D2-38DE-247160A50838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DCFBA3A1-D818-E654-F64A-A35EF53AC130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6B399637-A614-BD08-556F-C532712FAC18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DC902FF8-AEC7-1F15-9B70-9E379BAD566A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83F8FABF-9ED2-294C-C350-01C471326D4C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967483CD-DB4D-0D83-9143-A0C14D47FF9C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15F533C3-43BC-3B44-146E-D669AA364FCB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23236096-3851-378B-71CD-5B1151C02144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7B82A56B-3378-8FB8-5600-A254561A6A08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B32EDFE1-4902-351F-9F13-35EF416633EA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429241B4-AB97-7887-8F27-27DB70B728E2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28415D52-74DE-E64F-0180-23B761D7DBAC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FD5ACEA0-DE61-2789-25C0-700822B439F6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2329005F-0F4F-CD9D-00C6-3E8BC7EDF88A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0B95CCE2-62A4-7CB5-856A-D3794EC6F812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FF08FD70-1DCC-DAA4-3490-9FDBC9053308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32E57841-3160-1CBC-D33F-03378892DDE0}"/>
              </a:ext>
            </a:extLst>
          </p:cNvPr>
          <p:cNvSpPr/>
          <p:nvPr/>
        </p:nvSpPr>
        <p:spPr>
          <a:xfrm rot="17474161">
            <a:off x="8687943" y="-1650917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A33DEDFF-DF2D-B40C-7872-ACE7559BBAEE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B674DFF8-27B4-9DD6-7B92-05CD7E162312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EC126750-2BD2-C311-8F4D-C82C6015C308}"/>
              </a:ext>
            </a:extLst>
          </p:cNvPr>
          <p:cNvGrpSpPr/>
          <p:nvPr/>
        </p:nvGrpSpPr>
        <p:grpSpPr>
          <a:xfrm>
            <a:off x="3024868" y="2818682"/>
            <a:ext cx="475613" cy="764382"/>
            <a:chOff x="3605966" y="2820709"/>
            <a:chExt cx="475613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850A4315-27F5-1BDA-FA72-9AC55C26275B}"/>
                </a:ext>
              </a:extLst>
            </p:cNvPr>
            <p:cNvGrpSpPr/>
            <p:nvPr/>
          </p:nvGrpSpPr>
          <p:grpSpPr>
            <a:xfrm>
              <a:off x="3605966" y="2853226"/>
              <a:ext cx="475613" cy="731865"/>
              <a:chOff x="3605966" y="2853226"/>
              <a:chExt cx="475613" cy="731865"/>
            </a:xfrm>
          </p:grpSpPr>
          <p:sp>
            <p:nvSpPr>
              <p:cNvPr id="32" name="Téglalap 31">
                <a:extLst>
                  <a:ext uri="{FF2B5EF4-FFF2-40B4-BE49-F238E27FC236}">
                    <a16:creationId xmlns:a16="http://schemas.microsoft.com/office/drawing/2014/main" id="{614690FA-5594-C308-5C10-96F603A911FE}"/>
                  </a:ext>
                </a:extLst>
              </p:cNvPr>
              <p:cNvSpPr/>
              <p:nvPr/>
            </p:nvSpPr>
            <p:spPr>
              <a:xfrm rot="19904819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Téglalap 32">
                <a:extLst>
                  <a:ext uri="{FF2B5EF4-FFF2-40B4-BE49-F238E27FC236}">
                    <a16:creationId xmlns:a16="http://schemas.microsoft.com/office/drawing/2014/main" id="{871395B2-F8D1-4FBD-D5A3-3209A383D338}"/>
                  </a:ext>
                </a:extLst>
              </p:cNvPr>
              <p:cNvSpPr/>
              <p:nvPr/>
            </p:nvSpPr>
            <p:spPr>
              <a:xfrm rot="17189557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4" name="Henger 33">
                <a:extLst>
                  <a:ext uri="{FF2B5EF4-FFF2-40B4-BE49-F238E27FC236}">
                    <a16:creationId xmlns:a16="http://schemas.microsoft.com/office/drawing/2014/main" id="{7BCECDCA-FC73-1FEA-41C1-AB5EB04F2F0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FDC99E69-B243-BA7C-20E1-781848F4AB2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D44C3D36-027D-6E35-5D59-0E1C11159E15}"/>
                  </a:ext>
                </a:extLst>
              </p:cNvPr>
              <p:cNvSpPr/>
              <p:nvPr/>
            </p:nvSpPr>
            <p:spPr>
              <a:xfrm rot="17037357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Téglalap 36">
                <a:extLst>
                  <a:ext uri="{FF2B5EF4-FFF2-40B4-BE49-F238E27FC236}">
                    <a16:creationId xmlns:a16="http://schemas.microsoft.com/office/drawing/2014/main" id="{597CB9BA-7C52-98B1-B8ED-3E7ACE5DF8A9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7CF9784C-4614-1806-9743-8B0556A99C7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02D4F30C-DAC9-07DC-CBEE-8989CFB774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768FE326-8BC8-77F6-DD08-85C2772A6E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A892ABA1-261E-7043-D348-69D167D2D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CB9314F9-2B16-64CF-2B23-B4B72552A8E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7C7AD12C-BE9A-476A-91E5-F8B1B05CC934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19475461-6491-D460-F0B4-21D07D9E134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DEC22F2C-72BB-E707-B9A7-2BDADAB6B83F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4B45A20F-F1A1-6E5C-1534-95660066BA67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5" name="Csoportba foglalás 44">
              <a:extLst>
                <a:ext uri="{FF2B5EF4-FFF2-40B4-BE49-F238E27FC236}">
                  <a16:creationId xmlns:a16="http://schemas.microsoft.com/office/drawing/2014/main" id="{B12CC99B-38A4-4E04-3713-220F55A8D67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48" name="Derékszögű háromszög 47">
                <a:extLst>
                  <a:ext uri="{FF2B5EF4-FFF2-40B4-BE49-F238E27FC236}">
                    <a16:creationId xmlns:a16="http://schemas.microsoft.com/office/drawing/2014/main" id="{53CDCFBB-DE1E-6314-E4AB-08FE423E56A4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Derékszögű háromszög 48">
                <a:extLst>
                  <a:ext uri="{FF2B5EF4-FFF2-40B4-BE49-F238E27FC236}">
                    <a16:creationId xmlns:a16="http://schemas.microsoft.com/office/drawing/2014/main" id="{0EACBF5C-53FE-4710-89E1-EB5A3452AE07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 15">
                <a:extLst>
                  <a:ext uri="{FF2B5EF4-FFF2-40B4-BE49-F238E27FC236}">
                    <a16:creationId xmlns:a16="http://schemas.microsoft.com/office/drawing/2014/main" id="{BE5C8601-D2E1-5EFD-9762-7BB2F6651A88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Folyamatábra: Tárolt adat 17">
                <a:extLst>
                  <a:ext uri="{FF2B5EF4-FFF2-40B4-BE49-F238E27FC236}">
                    <a16:creationId xmlns:a16="http://schemas.microsoft.com/office/drawing/2014/main" id="{452E6409-2D13-6705-2A07-B9E7E46DB9B2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2" name="Derékszögű háromszög 51">
                <a:extLst>
                  <a:ext uri="{FF2B5EF4-FFF2-40B4-BE49-F238E27FC236}">
                    <a16:creationId xmlns:a16="http://schemas.microsoft.com/office/drawing/2014/main" id="{0254983D-FCBB-ABA6-81F0-1A804C1515D1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Kivonás jele 52">
                <a:extLst>
                  <a:ext uri="{FF2B5EF4-FFF2-40B4-BE49-F238E27FC236}">
                    <a16:creationId xmlns:a16="http://schemas.microsoft.com/office/drawing/2014/main" id="{7A1470F3-656A-3F8F-BA4A-DB353202BB33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0775D8BC-24BA-DE27-D7BF-F11D6C75A66E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0BF8E43C-4485-CB2B-4DF4-53C1BB3D6CFF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Kivonás jele 55">
                <a:extLst>
                  <a:ext uri="{FF2B5EF4-FFF2-40B4-BE49-F238E27FC236}">
                    <a16:creationId xmlns:a16="http://schemas.microsoft.com/office/drawing/2014/main" id="{4688E0F4-D608-0C37-D911-C053F7BC2B95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7" name="Kivonás jele 56">
                <a:extLst>
                  <a:ext uri="{FF2B5EF4-FFF2-40B4-BE49-F238E27FC236}">
                    <a16:creationId xmlns:a16="http://schemas.microsoft.com/office/drawing/2014/main" id="{6FDC359E-2984-B25F-2D27-1ED8B64A5A77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24D8B1A9-2DDE-DA28-C0C7-37EBE8E7285B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Romboid 58">
                <a:extLst>
                  <a:ext uri="{FF2B5EF4-FFF2-40B4-BE49-F238E27FC236}">
                    <a16:creationId xmlns:a16="http://schemas.microsoft.com/office/drawing/2014/main" id="{367E9219-7FB4-23FD-D9ED-8834D7089457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07980A67-1CBB-C3E9-2429-9F50A22CB4B3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: lekerekített 60">
                <a:extLst>
                  <a:ext uri="{FF2B5EF4-FFF2-40B4-BE49-F238E27FC236}">
                    <a16:creationId xmlns:a16="http://schemas.microsoft.com/office/drawing/2014/main" id="{A098EF67-FE30-F776-FB79-2AE07CD98CB0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: lekerekített 61">
                <a:extLst>
                  <a:ext uri="{FF2B5EF4-FFF2-40B4-BE49-F238E27FC236}">
                    <a16:creationId xmlns:a16="http://schemas.microsoft.com/office/drawing/2014/main" id="{DD33C62D-41EF-5E3C-3AAD-3660E8406278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: lekerekített 62">
                <a:extLst>
                  <a:ext uri="{FF2B5EF4-FFF2-40B4-BE49-F238E27FC236}">
                    <a16:creationId xmlns:a16="http://schemas.microsoft.com/office/drawing/2014/main" id="{24DAD435-44F0-F713-92CD-26F967F8B653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: lekerekített 63">
                <a:extLst>
                  <a:ext uri="{FF2B5EF4-FFF2-40B4-BE49-F238E27FC236}">
                    <a16:creationId xmlns:a16="http://schemas.microsoft.com/office/drawing/2014/main" id="{65E1BDDC-11F3-CFF6-1F05-60A37235074D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: lekerekített 64">
                <a:extLst>
                  <a:ext uri="{FF2B5EF4-FFF2-40B4-BE49-F238E27FC236}">
                    <a16:creationId xmlns:a16="http://schemas.microsoft.com/office/drawing/2014/main" id="{68FC1087-A38E-F747-448D-E038C56A74F2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: lekerekített 65">
                <a:extLst>
                  <a:ext uri="{FF2B5EF4-FFF2-40B4-BE49-F238E27FC236}">
                    <a16:creationId xmlns:a16="http://schemas.microsoft.com/office/drawing/2014/main" id="{2538E053-6E54-CF12-7A75-111FEAEC65A0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46" name="Picture 2" descr="Forráskép megtekintése">
              <a:extLst>
                <a:ext uri="{FF2B5EF4-FFF2-40B4-BE49-F238E27FC236}">
                  <a16:creationId xmlns:a16="http://schemas.microsoft.com/office/drawing/2014/main" id="{3693A58F-0113-9A7E-A8AD-EC1D6C558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7" name="Picture 6" descr="Forráskép megtekintése">
              <a:extLst>
                <a:ext uri="{FF2B5EF4-FFF2-40B4-BE49-F238E27FC236}">
                  <a16:creationId xmlns:a16="http://schemas.microsoft.com/office/drawing/2014/main" id="{7BB641F6-57EB-2FAE-4A3C-23436890B9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7" name="Csillag: 5 ágú 66">
            <a:extLst>
              <a:ext uri="{FF2B5EF4-FFF2-40B4-BE49-F238E27FC236}">
                <a16:creationId xmlns:a16="http://schemas.microsoft.com/office/drawing/2014/main" id="{7C1F962D-D1BC-DE92-0E6B-8E12E1ABCD1A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8" name="Csillag: 5 ágú 67">
            <a:extLst>
              <a:ext uri="{FF2B5EF4-FFF2-40B4-BE49-F238E27FC236}">
                <a16:creationId xmlns:a16="http://schemas.microsoft.com/office/drawing/2014/main" id="{E48824FE-1383-A3FE-88B6-896CF9482353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9" name="Csillag: 5 ágú 68">
            <a:extLst>
              <a:ext uri="{FF2B5EF4-FFF2-40B4-BE49-F238E27FC236}">
                <a16:creationId xmlns:a16="http://schemas.microsoft.com/office/drawing/2014/main" id="{0BBA7111-7484-AAC9-CE84-9CA6F1C01159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0" name="Csillag: 5 ágú 69">
            <a:extLst>
              <a:ext uri="{FF2B5EF4-FFF2-40B4-BE49-F238E27FC236}">
                <a16:creationId xmlns:a16="http://schemas.microsoft.com/office/drawing/2014/main" id="{B0838C79-0A87-6521-56BC-8A92952D4A29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1" name="Csillag: 5 ágú 70">
            <a:extLst>
              <a:ext uri="{FF2B5EF4-FFF2-40B4-BE49-F238E27FC236}">
                <a16:creationId xmlns:a16="http://schemas.microsoft.com/office/drawing/2014/main" id="{AA2970C1-B5A7-C9E1-1ED7-6473AF7EB7EF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2" name="Csillag: 5 ágú 71">
            <a:extLst>
              <a:ext uri="{FF2B5EF4-FFF2-40B4-BE49-F238E27FC236}">
                <a16:creationId xmlns:a16="http://schemas.microsoft.com/office/drawing/2014/main" id="{748C28E5-FD6D-C198-F4AF-A06615AF1548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3" name="Csillag: 5 ágú 72">
            <a:extLst>
              <a:ext uri="{FF2B5EF4-FFF2-40B4-BE49-F238E27FC236}">
                <a16:creationId xmlns:a16="http://schemas.microsoft.com/office/drawing/2014/main" id="{99B8DE16-187D-FFC7-1CCB-89DB8D65BE39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4" name="Csoportba foglalás 73">
            <a:extLst>
              <a:ext uri="{FF2B5EF4-FFF2-40B4-BE49-F238E27FC236}">
                <a16:creationId xmlns:a16="http://schemas.microsoft.com/office/drawing/2014/main" id="{EB1E0032-D3BC-BC92-199C-989551D321EF}"/>
              </a:ext>
            </a:extLst>
          </p:cNvPr>
          <p:cNvGrpSpPr/>
          <p:nvPr/>
        </p:nvGrpSpPr>
        <p:grpSpPr>
          <a:xfrm>
            <a:off x="3740384" y="2762572"/>
            <a:ext cx="572842" cy="843164"/>
            <a:chOff x="5052362" y="2641556"/>
            <a:chExt cx="572842" cy="843164"/>
          </a:xfrm>
        </p:grpSpPr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56DF537D-6965-6E7C-C7DA-7148BE51A062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85B7973F-28E4-971E-A8EA-C43E13978BBD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Téglalap 89">
                <a:extLst>
                  <a:ext uri="{FF2B5EF4-FFF2-40B4-BE49-F238E27FC236}">
                    <a16:creationId xmlns:a16="http://schemas.microsoft.com/office/drawing/2014/main" id="{849437BF-0391-1C23-4AC7-430EA4F60CE0}"/>
                  </a:ext>
                </a:extLst>
              </p:cNvPr>
              <p:cNvSpPr/>
              <p:nvPr/>
            </p:nvSpPr>
            <p:spPr>
              <a:xfrm rot="1697035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1" name="Henger 90">
                <a:extLst>
                  <a:ext uri="{FF2B5EF4-FFF2-40B4-BE49-F238E27FC236}">
                    <a16:creationId xmlns:a16="http://schemas.microsoft.com/office/drawing/2014/main" id="{D076C940-D675-10C3-E770-03388ACF8C4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Ellipszis 91">
                <a:extLst>
                  <a:ext uri="{FF2B5EF4-FFF2-40B4-BE49-F238E27FC236}">
                    <a16:creationId xmlns:a16="http://schemas.microsoft.com/office/drawing/2014/main" id="{9B577F18-0C6E-1B0C-1E17-166B7DD1C02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7CEAC3B7-0A80-316E-3B28-6DB7B6AF2C48}"/>
                  </a:ext>
                </a:extLst>
              </p:cNvPr>
              <p:cNvSpPr/>
              <p:nvPr/>
            </p:nvSpPr>
            <p:spPr>
              <a:xfrm rot="16821809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Téglalap 93">
                <a:extLst>
                  <a:ext uri="{FF2B5EF4-FFF2-40B4-BE49-F238E27FC236}">
                    <a16:creationId xmlns:a16="http://schemas.microsoft.com/office/drawing/2014/main" id="{69D18970-F7D5-E582-51AA-757B4EF98533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98C573F3-3881-6018-F097-C62DFC8E3193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6EAC4167-F457-1AFB-EBA1-6B985A927A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57CB0AF7-7FD9-A3FD-4661-05E9CA27464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66FF60E3-32D3-F6C5-75F8-DE7DD7FB497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220FA15D-1F40-7F65-8697-052FCF3A703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6" name="Ellipszis 75">
              <a:extLst>
                <a:ext uri="{FF2B5EF4-FFF2-40B4-BE49-F238E27FC236}">
                  <a16:creationId xmlns:a16="http://schemas.microsoft.com/office/drawing/2014/main" id="{59F6CAD7-9CF0-0AD2-8E96-0FD2B99F3447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Ellipszis 76">
              <a:extLst>
                <a:ext uri="{FF2B5EF4-FFF2-40B4-BE49-F238E27FC236}">
                  <a16:creationId xmlns:a16="http://schemas.microsoft.com/office/drawing/2014/main" id="{3469A6E7-9461-4C71-0AC8-DD2E6FB8B3ED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Ív 77">
              <a:extLst>
                <a:ext uri="{FF2B5EF4-FFF2-40B4-BE49-F238E27FC236}">
                  <a16:creationId xmlns:a16="http://schemas.microsoft.com/office/drawing/2014/main" id="{8B4288F5-82EE-06ED-A2AE-4E2B883B5DF2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>
              <a:extLst>
                <a:ext uri="{FF2B5EF4-FFF2-40B4-BE49-F238E27FC236}">
                  <a16:creationId xmlns:a16="http://schemas.microsoft.com/office/drawing/2014/main" id="{BF458EC3-BAA3-CFA0-6E02-8957005AF6A4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9EB9ED5E-7EF1-C639-4134-1075D52BF9C0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1" name="Kép 80">
              <a:extLst>
                <a:ext uri="{FF2B5EF4-FFF2-40B4-BE49-F238E27FC236}">
                  <a16:creationId xmlns:a16="http://schemas.microsoft.com/office/drawing/2014/main" id="{AFA24FC3-2EFA-60D0-C6FE-8CA089F35B1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82" name="Picture 2" descr="Forráskép megtekintése">
              <a:extLst>
                <a:ext uri="{FF2B5EF4-FFF2-40B4-BE49-F238E27FC236}">
                  <a16:creationId xmlns:a16="http://schemas.microsoft.com/office/drawing/2014/main" id="{303EA5D1-BCAC-DC7C-DB00-A71286492A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3" name="Csillag: 4 ágú 82">
              <a:extLst>
                <a:ext uri="{FF2B5EF4-FFF2-40B4-BE49-F238E27FC236}">
                  <a16:creationId xmlns:a16="http://schemas.microsoft.com/office/drawing/2014/main" id="{5942A2CF-953E-8A4A-10C2-4DAC56D9C621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4" name="Picture 8" descr="Forráskép megtekintése">
              <a:extLst>
                <a:ext uri="{FF2B5EF4-FFF2-40B4-BE49-F238E27FC236}">
                  <a16:creationId xmlns:a16="http://schemas.microsoft.com/office/drawing/2014/main" id="{8C97A77C-AEFC-9A4E-AF43-176C409A6D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5" name="Egyenes összekötő 84">
              <a:extLst>
                <a:ext uri="{FF2B5EF4-FFF2-40B4-BE49-F238E27FC236}">
                  <a16:creationId xmlns:a16="http://schemas.microsoft.com/office/drawing/2014/main" id="{3A650A8E-D9C6-E085-65FB-870DAB5017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6" name="Szabadkézi sokszög: alakzat 85">
              <a:extLst>
                <a:ext uri="{FF2B5EF4-FFF2-40B4-BE49-F238E27FC236}">
                  <a16:creationId xmlns:a16="http://schemas.microsoft.com/office/drawing/2014/main" id="{256B4400-3EE4-CE99-43FC-6D8F586ABE9F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>
              <a:extLst>
                <a:ext uri="{FF2B5EF4-FFF2-40B4-BE49-F238E27FC236}">
                  <a16:creationId xmlns:a16="http://schemas.microsoft.com/office/drawing/2014/main" id="{515B1710-9B77-3FA2-EB58-7D6E65A57D63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C40E8232-0DB4-0B55-7E91-C5EBB52D87C9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13" name="Csoportba foglalás 112">
            <a:extLst>
              <a:ext uri="{FF2B5EF4-FFF2-40B4-BE49-F238E27FC236}">
                <a16:creationId xmlns:a16="http://schemas.microsoft.com/office/drawing/2014/main" id="{DCEED4F2-ACD6-3230-28DD-5461FC2ABFCD}"/>
              </a:ext>
            </a:extLst>
          </p:cNvPr>
          <p:cNvGrpSpPr/>
          <p:nvPr/>
        </p:nvGrpSpPr>
        <p:grpSpPr>
          <a:xfrm flipH="1">
            <a:off x="1823783" y="3949526"/>
            <a:ext cx="520179" cy="774685"/>
            <a:chOff x="3043856" y="2828171"/>
            <a:chExt cx="520179" cy="774685"/>
          </a:xfrm>
        </p:grpSpPr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074B6F26-53BB-8725-AB6C-13310E824318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230668DE-5FA5-B383-2BF2-712EFA9CCE59}"/>
                </a:ext>
              </a:extLst>
            </p:cNvPr>
            <p:cNvSpPr/>
            <p:nvPr/>
          </p:nvSpPr>
          <p:spPr>
            <a:xfrm rot="16010804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16" name="Henger 115">
              <a:extLst>
                <a:ext uri="{FF2B5EF4-FFF2-40B4-BE49-F238E27FC236}">
                  <a16:creationId xmlns:a16="http://schemas.microsoft.com/office/drawing/2014/main" id="{4796817A-6223-F506-3527-0044750361C0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Ellipszis 116">
              <a:extLst>
                <a:ext uri="{FF2B5EF4-FFF2-40B4-BE49-F238E27FC236}">
                  <a16:creationId xmlns:a16="http://schemas.microsoft.com/office/drawing/2014/main" id="{7C11BCF4-5877-C5DE-715D-737B99981EF2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Téglalap 117">
              <a:extLst>
                <a:ext uri="{FF2B5EF4-FFF2-40B4-BE49-F238E27FC236}">
                  <a16:creationId xmlns:a16="http://schemas.microsoft.com/office/drawing/2014/main" id="{7EE09568-8AC6-B885-8856-6B0900A9E80F}"/>
                </a:ext>
              </a:extLst>
            </p:cNvPr>
            <p:cNvSpPr/>
            <p:nvPr/>
          </p:nvSpPr>
          <p:spPr>
            <a:xfrm rot="14465283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19" name="Téglalap 118">
              <a:extLst>
                <a:ext uri="{FF2B5EF4-FFF2-40B4-BE49-F238E27FC236}">
                  <a16:creationId xmlns:a16="http://schemas.microsoft.com/office/drawing/2014/main" id="{901444A2-95BC-3A29-75DF-9A6B039CC6D9}"/>
                </a:ext>
              </a:extLst>
            </p:cNvPr>
            <p:cNvSpPr/>
            <p:nvPr/>
          </p:nvSpPr>
          <p:spPr>
            <a:xfrm rot="741087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20" name="Ellipszis 119">
              <a:extLst>
                <a:ext uri="{FF2B5EF4-FFF2-40B4-BE49-F238E27FC236}">
                  <a16:creationId xmlns:a16="http://schemas.microsoft.com/office/drawing/2014/main" id="{1A26BD76-0253-2DC4-4BEC-DF9E44FEF84B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21" name="Egyenes összekötő 120">
              <a:extLst>
                <a:ext uri="{FF2B5EF4-FFF2-40B4-BE49-F238E27FC236}">
                  <a16:creationId xmlns:a16="http://schemas.microsoft.com/office/drawing/2014/main" id="{9E3C84AD-A5F8-6652-4E45-EBA34C5FC210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22" name="Egyenes összekötő 121">
              <a:extLst>
                <a:ext uri="{FF2B5EF4-FFF2-40B4-BE49-F238E27FC236}">
                  <a16:creationId xmlns:a16="http://schemas.microsoft.com/office/drawing/2014/main" id="{E2251A22-CF29-B8D3-3D0A-B57B11BE7BD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23" name="Egyenes összekötő 122">
              <a:extLst>
                <a:ext uri="{FF2B5EF4-FFF2-40B4-BE49-F238E27FC236}">
                  <a16:creationId xmlns:a16="http://schemas.microsoft.com/office/drawing/2014/main" id="{A2E1B800-3DBF-7843-8048-F18ECF79FB7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24" name="Egyenes összekötő 123">
              <a:extLst>
                <a:ext uri="{FF2B5EF4-FFF2-40B4-BE49-F238E27FC236}">
                  <a16:creationId xmlns:a16="http://schemas.microsoft.com/office/drawing/2014/main" id="{8097416B-DBD8-AC96-3947-085B322FD72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25" name="Ellipszis 124">
              <a:extLst>
                <a:ext uri="{FF2B5EF4-FFF2-40B4-BE49-F238E27FC236}">
                  <a16:creationId xmlns:a16="http://schemas.microsoft.com/office/drawing/2014/main" id="{D23BAF41-FF22-3D6D-34CC-45525DE57D28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26" name="Picture 4" descr="Forráskép megtekintése">
              <a:extLst>
                <a:ext uri="{FF2B5EF4-FFF2-40B4-BE49-F238E27FC236}">
                  <a16:creationId xmlns:a16="http://schemas.microsoft.com/office/drawing/2014/main" id="{9316FC93-8EF7-8C93-89CD-D734B217B6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9027285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3887D5EE-2E98-0D34-C304-3560EBC643FE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66C105EE-8E4E-047E-7491-002B9ABEB996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69AEEA89-4E75-B868-6D03-E7DDFD73B237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B2AB87B7-2B80-BF96-1657-F93EE03584D7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3C8C9032-0513-CE2D-57AE-EBBC8D312876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21F2DF77-719D-CA84-EF94-A340AEEA3A60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B0F3FA32-669D-D629-97BC-5B1E07F03635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AB4063FE-CC8A-6F9C-0C28-8B8A3F6E27EF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0E1F8C88-B43C-CD3B-53FC-6A26457C4390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9764A052-0666-F54D-200A-1625BAE65759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0A20FFA3-DED3-C939-0745-C7F24771CBC9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2C25E540-9A86-11BC-9CED-5CCF807129A8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8A2F337F-AE95-CE7E-E08B-ECCB48EBB2E5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F24F9352-38DF-0BF4-648C-6B06E92D3633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A359A8AA-EF40-CE3B-4B74-965A046461DC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932D129B-48DB-DE2C-2743-ED1F3DC5B136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EE797C5D-1624-C8A1-7146-69515BCB37C0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2E167C2F-1B70-0A1D-6BE8-345EDF6F4127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FCB0EA77-CB9D-2AF2-63EE-47D3B244075F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F1A77886-894F-9875-000F-DB60F09BBC09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69D94BF9-2A01-DD9E-C2C3-7A946140D654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C9114364-8AEC-11A7-1EE7-A4E7AAE4812C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7FC56390-95C5-6838-B32C-52E6AF0DA99D}"/>
              </a:ext>
            </a:extLst>
          </p:cNvPr>
          <p:cNvSpPr/>
          <p:nvPr/>
        </p:nvSpPr>
        <p:spPr>
          <a:xfrm rot="20489567">
            <a:off x="9426303" y="-248745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6CD5672D-35D5-C2D9-2891-BC7778415FCE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6FF57DB8-2A1D-B59B-5F06-38DB1CD32895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D950E2FB-5E22-E422-9B37-AA9C18B149EA}"/>
              </a:ext>
            </a:extLst>
          </p:cNvPr>
          <p:cNvGrpSpPr/>
          <p:nvPr/>
        </p:nvGrpSpPr>
        <p:grpSpPr>
          <a:xfrm>
            <a:off x="2992326" y="2818682"/>
            <a:ext cx="457355" cy="764382"/>
            <a:chOff x="3624224" y="2820709"/>
            <a:chExt cx="457355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A1807317-92F4-614F-A789-52798A0A0030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32" name="Téglalap 31">
                <a:extLst>
                  <a:ext uri="{FF2B5EF4-FFF2-40B4-BE49-F238E27FC236}">
                    <a16:creationId xmlns:a16="http://schemas.microsoft.com/office/drawing/2014/main" id="{E372E2BB-7372-0972-18F6-BCE2A30CCAC7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Téglalap 32">
                <a:extLst>
                  <a:ext uri="{FF2B5EF4-FFF2-40B4-BE49-F238E27FC236}">
                    <a16:creationId xmlns:a16="http://schemas.microsoft.com/office/drawing/2014/main" id="{4E45BCA6-3375-2EC6-33D2-9FC2AFC8A4CA}"/>
                  </a:ext>
                </a:extLst>
              </p:cNvPr>
              <p:cNvSpPr/>
              <p:nvPr/>
            </p:nvSpPr>
            <p:spPr>
              <a:xfrm rot="16200000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4" name="Henger 33">
                <a:extLst>
                  <a:ext uri="{FF2B5EF4-FFF2-40B4-BE49-F238E27FC236}">
                    <a16:creationId xmlns:a16="http://schemas.microsoft.com/office/drawing/2014/main" id="{4E8D96D3-8538-7FF1-E0AA-4CA0FB73B72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9496AE2A-C216-D370-634D-DD878122A0F5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BA7D3831-8FF6-A1E0-9545-2AE5313F0249}"/>
                  </a:ext>
                </a:extLst>
              </p:cNvPr>
              <p:cNvSpPr/>
              <p:nvPr/>
            </p:nvSpPr>
            <p:spPr>
              <a:xfrm rot="16587489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Téglalap 36">
                <a:extLst>
                  <a:ext uri="{FF2B5EF4-FFF2-40B4-BE49-F238E27FC236}">
                    <a16:creationId xmlns:a16="http://schemas.microsoft.com/office/drawing/2014/main" id="{49906CDC-B757-5F08-C0EA-7CE53DBDCEEE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5B995498-26AC-E763-2423-6405E429827A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64BBE0F2-F20E-8B68-5BE0-3C43D66102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D9AF866E-D3B5-ABED-B5F3-3057664E25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CBCF6A07-16DB-6843-8069-5B25E0EFB8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CE587D43-931E-7F3D-79BC-1CC3A11B590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2E8ECD39-DB2D-87DF-E745-E255E651C068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97806223-0C39-EA56-9C95-1EB798E9F43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FD998D77-CC98-BB39-BCCE-4C44A62BF02C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B48FEC44-66F3-667A-A3DD-3D6EDC69432D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5" name="Csoportba foglalás 44">
              <a:extLst>
                <a:ext uri="{FF2B5EF4-FFF2-40B4-BE49-F238E27FC236}">
                  <a16:creationId xmlns:a16="http://schemas.microsoft.com/office/drawing/2014/main" id="{43721281-D041-E096-E514-F381199355E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48" name="Derékszögű háromszög 47">
                <a:extLst>
                  <a:ext uri="{FF2B5EF4-FFF2-40B4-BE49-F238E27FC236}">
                    <a16:creationId xmlns:a16="http://schemas.microsoft.com/office/drawing/2014/main" id="{5E3D9F33-2FC7-1AA7-2134-76E30B22EBA4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Derékszögű háromszög 48">
                <a:extLst>
                  <a:ext uri="{FF2B5EF4-FFF2-40B4-BE49-F238E27FC236}">
                    <a16:creationId xmlns:a16="http://schemas.microsoft.com/office/drawing/2014/main" id="{E6E409F6-90FA-BD7C-F80D-498006459063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 15">
                <a:extLst>
                  <a:ext uri="{FF2B5EF4-FFF2-40B4-BE49-F238E27FC236}">
                    <a16:creationId xmlns:a16="http://schemas.microsoft.com/office/drawing/2014/main" id="{353E3B16-DCBD-31E2-17D5-C9BB736C5995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Folyamatábra: Tárolt adat 17">
                <a:extLst>
                  <a:ext uri="{FF2B5EF4-FFF2-40B4-BE49-F238E27FC236}">
                    <a16:creationId xmlns:a16="http://schemas.microsoft.com/office/drawing/2014/main" id="{167E45E5-737E-D7DA-C1FB-38F9865A502E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2" name="Derékszögű háromszög 51">
                <a:extLst>
                  <a:ext uri="{FF2B5EF4-FFF2-40B4-BE49-F238E27FC236}">
                    <a16:creationId xmlns:a16="http://schemas.microsoft.com/office/drawing/2014/main" id="{C2328CD6-D23D-8554-5142-EBCBB09BDEE1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Kivonás jele 52">
                <a:extLst>
                  <a:ext uri="{FF2B5EF4-FFF2-40B4-BE49-F238E27FC236}">
                    <a16:creationId xmlns:a16="http://schemas.microsoft.com/office/drawing/2014/main" id="{919D295A-BC93-8814-375F-37736C6FB7B3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794F148E-C904-EFA7-74BF-ABAFA5493934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ABFF00E5-7C49-F8E4-F954-0F3827283364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Kivonás jele 55">
                <a:extLst>
                  <a:ext uri="{FF2B5EF4-FFF2-40B4-BE49-F238E27FC236}">
                    <a16:creationId xmlns:a16="http://schemas.microsoft.com/office/drawing/2014/main" id="{0E6CD3BC-C40E-3792-EE99-2F21105DE713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7" name="Kivonás jele 56">
                <a:extLst>
                  <a:ext uri="{FF2B5EF4-FFF2-40B4-BE49-F238E27FC236}">
                    <a16:creationId xmlns:a16="http://schemas.microsoft.com/office/drawing/2014/main" id="{36591399-2E0B-33D4-7FAB-C34F98D7E967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9C69C101-A75A-0C84-1497-27BD47E8A4C1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Romboid 58">
                <a:extLst>
                  <a:ext uri="{FF2B5EF4-FFF2-40B4-BE49-F238E27FC236}">
                    <a16:creationId xmlns:a16="http://schemas.microsoft.com/office/drawing/2014/main" id="{AF7B3C38-2FFE-B40F-8978-AC1984A9C7D1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11E358FD-77E7-EF3F-4B61-84E3B51407AD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: lekerekített 60">
                <a:extLst>
                  <a:ext uri="{FF2B5EF4-FFF2-40B4-BE49-F238E27FC236}">
                    <a16:creationId xmlns:a16="http://schemas.microsoft.com/office/drawing/2014/main" id="{D7865BE9-EFD8-184E-E019-6C927FD6265C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: lekerekített 61">
                <a:extLst>
                  <a:ext uri="{FF2B5EF4-FFF2-40B4-BE49-F238E27FC236}">
                    <a16:creationId xmlns:a16="http://schemas.microsoft.com/office/drawing/2014/main" id="{1CC849CA-B438-1208-40EE-3094DF535E1B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: lekerekített 62">
                <a:extLst>
                  <a:ext uri="{FF2B5EF4-FFF2-40B4-BE49-F238E27FC236}">
                    <a16:creationId xmlns:a16="http://schemas.microsoft.com/office/drawing/2014/main" id="{D4AEE05F-8DCC-1913-B272-F5EB9EAC0C98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: lekerekített 63">
                <a:extLst>
                  <a:ext uri="{FF2B5EF4-FFF2-40B4-BE49-F238E27FC236}">
                    <a16:creationId xmlns:a16="http://schemas.microsoft.com/office/drawing/2014/main" id="{450793B0-7889-9DD5-AA7B-730356F4AC15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: lekerekített 64">
                <a:extLst>
                  <a:ext uri="{FF2B5EF4-FFF2-40B4-BE49-F238E27FC236}">
                    <a16:creationId xmlns:a16="http://schemas.microsoft.com/office/drawing/2014/main" id="{F0B9DEC8-09C6-7FA4-BD9D-466C684720C0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: lekerekített 65">
                <a:extLst>
                  <a:ext uri="{FF2B5EF4-FFF2-40B4-BE49-F238E27FC236}">
                    <a16:creationId xmlns:a16="http://schemas.microsoft.com/office/drawing/2014/main" id="{3227B3FD-15B7-AEFC-0FF5-F1D6E89ACBD3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46" name="Picture 2" descr="Forráskép megtekintése">
              <a:extLst>
                <a:ext uri="{FF2B5EF4-FFF2-40B4-BE49-F238E27FC236}">
                  <a16:creationId xmlns:a16="http://schemas.microsoft.com/office/drawing/2014/main" id="{2445A5D4-F440-943F-BD8B-C2CD2A0937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7" name="Picture 6" descr="Forráskép megtekintése">
              <a:extLst>
                <a:ext uri="{FF2B5EF4-FFF2-40B4-BE49-F238E27FC236}">
                  <a16:creationId xmlns:a16="http://schemas.microsoft.com/office/drawing/2014/main" id="{47A3A946-A0C5-D95E-48AC-E6CA84D137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7" name="Csillag: 5 ágú 66">
            <a:extLst>
              <a:ext uri="{FF2B5EF4-FFF2-40B4-BE49-F238E27FC236}">
                <a16:creationId xmlns:a16="http://schemas.microsoft.com/office/drawing/2014/main" id="{DCA803F0-A209-3208-214A-15C980B0DEC4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8" name="Csillag: 5 ágú 67">
            <a:extLst>
              <a:ext uri="{FF2B5EF4-FFF2-40B4-BE49-F238E27FC236}">
                <a16:creationId xmlns:a16="http://schemas.microsoft.com/office/drawing/2014/main" id="{04D19E79-10B5-DE24-9900-F8F9EFDAC1F6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9" name="Csillag: 5 ágú 68">
            <a:extLst>
              <a:ext uri="{FF2B5EF4-FFF2-40B4-BE49-F238E27FC236}">
                <a16:creationId xmlns:a16="http://schemas.microsoft.com/office/drawing/2014/main" id="{18C9ABF8-1BC2-467E-E941-5BA017718EB7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0" name="Csillag: 5 ágú 69">
            <a:extLst>
              <a:ext uri="{FF2B5EF4-FFF2-40B4-BE49-F238E27FC236}">
                <a16:creationId xmlns:a16="http://schemas.microsoft.com/office/drawing/2014/main" id="{5408E460-DA01-C98A-EEC5-01A14B05DE07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1" name="Csillag: 5 ágú 70">
            <a:extLst>
              <a:ext uri="{FF2B5EF4-FFF2-40B4-BE49-F238E27FC236}">
                <a16:creationId xmlns:a16="http://schemas.microsoft.com/office/drawing/2014/main" id="{55F7A16D-EB6B-27DC-DA82-C219DD15997A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2" name="Csillag: 5 ágú 71">
            <a:extLst>
              <a:ext uri="{FF2B5EF4-FFF2-40B4-BE49-F238E27FC236}">
                <a16:creationId xmlns:a16="http://schemas.microsoft.com/office/drawing/2014/main" id="{11E6F9B1-D5B8-7436-F8AE-BE275D2A9F15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3" name="Csillag: 5 ágú 72">
            <a:extLst>
              <a:ext uri="{FF2B5EF4-FFF2-40B4-BE49-F238E27FC236}">
                <a16:creationId xmlns:a16="http://schemas.microsoft.com/office/drawing/2014/main" id="{99983739-6098-D99E-D571-722423F36371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4" name="Csoportba foglalás 73">
            <a:extLst>
              <a:ext uri="{FF2B5EF4-FFF2-40B4-BE49-F238E27FC236}">
                <a16:creationId xmlns:a16="http://schemas.microsoft.com/office/drawing/2014/main" id="{1BCF1F76-23B1-2868-EA40-262134295EBF}"/>
              </a:ext>
            </a:extLst>
          </p:cNvPr>
          <p:cNvGrpSpPr/>
          <p:nvPr/>
        </p:nvGrpSpPr>
        <p:grpSpPr>
          <a:xfrm>
            <a:off x="3670534" y="2756222"/>
            <a:ext cx="572842" cy="843164"/>
            <a:chOff x="5052362" y="2641556"/>
            <a:chExt cx="572842" cy="843164"/>
          </a:xfrm>
        </p:grpSpPr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D69FC1E5-5BC7-4DF7-BD80-40A8E22E2A14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85CF1361-FDA8-733B-DA24-E9E0DE33E3C8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Téglalap 89">
                <a:extLst>
                  <a:ext uri="{FF2B5EF4-FFF2-40B4-BE49-F238E27FC236}">
                    <a16:creationId xmlns:a16="http://schemas.microsoft.com/office/drawing/2014/main" id="{498457DF-10CE-5D54-DE1E-E21A57434595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1" name="Henger 90">
                <a:extLst>
                  <a:ext uri="{FF2B5EF4-FFF2-40B4-BE49-F238E27FC236}">
                    <a16:creationId xmlns:a16="http://schemas.microsoft.com/office/drawing/2014/main" id="{15EB5E82-6DAC-6864-00AB-F7B91708490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Ellipszis 91">
                <a:extLst>
                  <a:ext uri="{FF2B5EF4-FFF2-40B4-BE49-F238E27FC236}">
                    <a16:creationId xmlns:a16="http://schemas.microsoft.com/office/drawing/2014/main" id="{544325DC-B866-42FF-BDEA-4F3265375206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F5B79444-2280-BAE0-D4C8-EFB324D39FEC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Téglalap 93">
                <a:extLst>
                  <a:ext uri="{FF2B5EF4-FFF2-40B4-BE49-F238E27FC236}">
                    <a16:creationId xmlns:a16="http://schemas.microsoft.com/office/drawing/2014/main" id="{D2678D94-49D7-34A7-55E3-4C3E9A7C8109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4E6ABD4D-4D1B-18DF-CCC2-39264A51EB4A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9598ABE5-C447-1FC4-10EE-500C8A816B9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F7638756-A76A-B708-93A5-2A0A50C3C34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D8C422F1-46E7-A622-5A85-39228D03E1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B5DB10C8-D0B5-72E1-90A0-633B52044AB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6" name="Ellipszis 75">
              <a:extLst>
                <a:ext uri="{FF2B5EF4-FFF2-40B4-BE49-F238E27FC236}">
                  <a16:creationId xmlns:a16="http://schemas.microsoft.com/office/drawing/2014/main" id="{EA38AB1C-55D0-E4AC-DB12-C9249E485907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Ellipszis 76">
              <a:extLst>
                <a:ext uri="{FF2B5EF4-FFF2-40B4-BE49-F238E27FC236}">
                  <a16:creationId xmlns:a16="http://schemas.microsoft.com/office/drawing/2014/main" id="{6067F9D9-34C4-AFC1-15CA-FD58A8475274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Ív 77">
              <a:extLst>
                <a:ext uri="{FF2B5EF4-FFF2-40B4-BE49-F238E27FC236}">
                  <a16:creationId xmlns:a16="http://schemas.microsoft.com/office/drawing/2014/main" id="{130EFB62-8CD6-229B-BCF6-26BD9458B22F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>
              <a:extLst>
                <a:ext uri="{FF2B5EF4-FFF2-40B4-BE49-F238E27FC236}">
                  <a16:creationId xmlns:a16="http://schemas.microsoft.com/office/drawing/2014/main" id="{66AC2796-503B-705B-E205-2E431CAB3DC3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1A6B2D5C-4E4A-FA33-A70C-48D9089C8D61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1" name="Kép 80">
              <a:extLst>
                <a:ext uri="{FF2B5EF4-FFF2-40B4-BE49-F238E27FC236}">
                  <a16:creationId xmlns:a16="http://schemas.microsoft.com/office/drawing/2014/main" id="{835D4DC9-626B-473D-A0A2-505B30342C8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82" name="Picture 2" descr="Forráskép megtekintése">
              <a:extLst>
                <a:ext uri="{FF2B5EF4-FFF2-40B4-BE49-F238E27FC236}">
                  <a16:creationId xmlns:a16="http://schemas.microsoft.com/office/drawing/2014/main" id="{B1556DA0-F0D7-EED8-5A00-4BE041765E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3" name="Csillag: 4 ágú 82">
              <a:extLst>
                <a:ext uri="{FF2B5EF4-FFF2-40B4-BE49-F238E27FC236}">
                  <a16:creationId xmlns:a16="http://schemas.microsoft.com/office/drawing/2014/main" id="{724D5F24-7AB2-AACC-1BE2-88B7213B0BD0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4" name="Picture 8" descr="Forráskép megtekintése">
              <a:extLst>
                <a:ext uri="{FF2B5EF4-FFF2-40B4-BE49-F238E27FC236}">
                  <a16:creationId xmlns:a16="http://schemas.microsoft.com/office/drawing/2014/main" id="{0CB6D4DA-2297-6119-A342-941F28A79B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5" name="Egyenes összekötő 84">
              <a:extLst>
                <a:ext uri="{FF2B5EF4-FFF2-40B4-BE49-F238E27FC236}">
                  <a16:creationId xmlns:a16="http://schemas.microsoft.com/office/drawing/2014/main" id="{EA584FFD-4718-BE24-D9B4-8A560A022F6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6" name="Szabadkézi sokszög: alakzat 85">
              <a:extLst>
                <a:ext uri="{FF2B5EF4-FFF2-40B4-BE49-F238E27FC236}">
                  <a16:creationId xmlns:a16="http://schemas.microsoft.com/office/drawing/2014/main" id="{BF8B8B96-FC42-46EC-2487-F80CADF75E8C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>
              <a:extLst>
                <a:ext uri="{FF2B5EF4-FFF2-40B4-BE49-F238E27FC236}">
                  <a16:creationId xmlns:a16="http://schemas.microsoft.com/office/drawing/2014/main" id="{84B11375-4DE2-D602-36A1-45CA2679B720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817B5E8E-4369-3718-8868-975339909DEC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0" name="Csoportba foglalás 99">
            <a:extLst>
              <a:ext uri="{FF2B5EF4-FFF2-40B4-BE49-F238E27FC236}">
                <a16:creationId xmlns:a16="http://schemas.microsoft.com/office/drawing/2014/main" id="{538E775E-856B-4890-BC4B-63CFAB180537}"/>
              </a:ext>
            </a:extLst>
          </p:cNvPr>
          <p:cNvGrpSpPr/>
          <p:nvPr/>
        </p:nvGrpSpPr>
        <p:grpSpPr>
          <a:xfrm flipH="1">
            <a:off x="1887283" y="4013026"/>
            <a:ext cx="520179" cy="774685"/>
            <a:chOff x="3043856" y="2828171"/>
            <a:chExt cx="520179" cy="774685"/>
          </a:xfrm>
        </p:grpSpPr>
        <p:sp>
          <p:nvSpPr>
            <p:cNvPr id="101" name="Téglalap 100">
              <a:extLst>
                <a:ext uri="{FF2B5EF4-FFF2-40B4-BE49-F238E27FC236}">
                  <a16:creationId xmlns:a16="http://schemas.microsoft.com/office/drawing/2014/main" id="{C5E4E20D-6131-9D69-1777-1DDBE270F646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2" name="Téglalap 101">
              <a:extLst>
                <a:ext uri="{FF2B5EF4-FFF2-40B4-BE49-F238E27FC236}">
                  <a16:creationId xmlns:a16="http://schemas.microsoft.com/office/drawing/2014/main" id="{B0D2CC1A-DD8A-F61E-B0C9-CD37CC74633B}"/>
                </a:ext>
              </a:extLst>
            </p:cNvPr>
            <p:cNvSpPr/>
            <p:nvPr/>
          </p:nvSpPr>
          <p:spPr>
            <a:xfrm rot="16601683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3" name="Henger 102">
              <a:extLst>
                <a:ext uri="{FF2B5EF4-FFF2-40B4-BE49-F238E27FC236}">
                  <a16:creationId xmlns:a16="http://schemas.microsoft.com/office/drawing/2014/main" id="{907CE916-2463-64DA-825F-DC91206EC34E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4" name="Ellipszis 103">
              <a:extLst>
                <a:ext uri="{FF2B5EF4-FFF2-40B4-BE49-F238E27FC236}">
                  <a16:creationId xmlns:a16="http://schemas.microsoft.com/office/drawing/2014/main" id="{4E9941F0-E4AD-CA7A-FA74-A753243FF1FF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5" name="Téglalap 104">
              <a:extLst>
                <a:ext uri="{FF2B5EF4-FFF2-40B4-BE49-F238E27FC236}">
                  <a16:creationId xmlns:a16="http://schemas.microsoft.com/office/drawing/2014/main" id="{BB582C61-0176-CA01-7245-7F7911E18180}"/>
                </a:ext>
              </a:extLst>
            </p:cNvPr>
            <p:cNvSpPr/>
            <p:nvPr/>
          </p:nvSpPr>
          <p:spPr>
            <a:xfrm rot="15307645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6" name="Téglalap 105">
              <a:extLst>
                <a:ext uri="{FF2B5EF4-FFF2-40B4-BE49-F238E27FC236}">
                  <a16:creationId xmlns:a16="http://schemas.microsoft.com/office/drawing/2014/main" id="{D1810D31-F1FB-606D-98B3-22E9A000F5A3}"/>
                </a:ext>
              </a:extLst>
            </p:cNvPr>
            <p:cNvSpPr/>
            <p:nvPr/>
          </p:nvSpPr>
          <p:spPr>
            <a:xfrm rot="2168640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7" name="Ellipszis 106">
              <a:extLst>
                <a:ext uri="{FF2B5EF4-FFF2-40B4-BE49-F238E27FC236}">
                  <a16:creationId xmlns:a16="http://schemas.microsoft.com/office/drawing/2014/main" id="{8865A772-B527-8C45-D683-0D5E2473793A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08" name="Egyenes összekötő 107">
              <a:extLst>
                <a:ext uri="{FF2B5EF4-FFF2-40B4-BE49-F238E27FC236}">
                  <a16:creationId xmlns:a16="http://schemas.microsoft.com/office/drawing/2014/main" id="{8D6EF444-9CDF-FE76-52AC-D87488270B13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9" name="Egyenes összekötő 108">
              <a:extLst>
                <a:ext uri="{FF2B5EF4-FFF2-40B4-BE49-F238E27FC236}">
                  <a16:creationId xmlns:a16="http://schemas.microsoft.com/office/drawing/2014/main" id="{D6501F7B-93CD-BDA3-6599-75F15361C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0" name="Egyenes összekötő 109">
              <a:extLst>
                <a:ext uri="{FF2B5EF4-FFF2-40B4-BE49-F238E27FC236}">
                  <a16:creationId xmlns:a16="http://schemas.microsoft.com/office/drawing/2014/main" id="{2B57CC5C-3969-E976-65A6-3475CCDBCAD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1" name="Egyenes összekötő 110">
              <a:extLst>
                <a:ext uri="{FF2B5EF4-FFF2-40B4-BE49-F238E27FC236}">
                  <a16:creationId xmlns:a16="http://schemas.microsoft.com/office/drawing/2014/main" id="{B80FE6D6-9AA5-9539-FCD2-DDAC9010DB8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2" name="Ellipszis 111">
              <a:extLst>
                <a:ext uri="{FF2B5EF4-FFF2-40B4-BE49-F238E27FC236}">
                  <a16:creationId xmlns:a16="http://schemas.microsoft.com/office/drawing/2014/main" id="{A1B7CF4B-405F-B5B5-40FB-1FB40E1BF5A6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3" name="Picture 4" descr="Forráskép megtekintése">
              <a:extLst>
                <a:ext uri="{FF2B5EF4-FFF2-40B4-BE49-F238E27FC236}">
                  <a16:creationId xmlns:a16="http://schemas.microsoft.com/office/drawing/2014/main" id="{BE159F86-D08B-CA1D-8668-C147FC91DA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0715355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9949371E-0B5E-1542-AFEB-8C809D661BD7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CCD6DE6A-547A-13C0-923C-04CCDAB82E46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428C3132-EF93-C5A8-62F0-49F88540EE01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1D66B66A-2458-7160-7161-8A7825D8F945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B973BB33-79EF-EA94-A049-80351A3849A8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93ECE1B7-ACBC-BE80-FE55-16D680A76C32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D475D933-80EE-F856-E309-D0CD0737A4E2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0140389F-9A80-D033-5B23-5D548D728D5D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2E8B6265-3483-8C51-CCC2-D5CF0FB66DC3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0769B960-59CE-B2B1-8FAD-39D1751FCF2C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DF6235EB-0C0F-F1E4-B6B4-BD0315D74A40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B3760BC3-2522-A1E4-A4C4-023A74C386FE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E520349F-3D4B-F0E1-C14D-4590B88B2669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C5B9DFB3-9D10-4FE2-4F60-409E2C62EC39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648CE969-81F1-7A00-77D8-09021601151E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AF0145B8-E2CA-DC95-E459-249E578898FC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87C758E8-BFBD-6913-7625-27925F5B1F52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461BA66A-D6BA-4970-302E-05A70391CD17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36A51794-6990-A065-9799-8DF31DB6CC14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37ABE12A-45F7-C5D7-B2E8-F75F31476117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19ED187B-AEAB-BAA7-6B80-215396D9531B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AFD9044B-FB63-F2A2-5F8F-22B3E18C0D38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9A6A3A8D-E4DC-7CC8-8C18-8D833A4DCD03}"/>
              </a:ext>
            </a:extLst>
          </p:cNvPr>
          <p:cNvSpPr/>
          <p:nvPr/>
        </p:nvSpPr>
        <p:spPr>
          <a:xfrm rot="945487">
            <a:off x="10344932" y="-2539023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29E64DCD-B343-3386-F424-2D06DCE235FC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4485774A-8AC5-C8B5-80E9-DCB2D00A83D7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A4877592-9957-323C-158C-76B63B4ECFC2}"/>
              </a:ext>
            </a:extLst>
          </p:cNvPr>
          <p:cNvGrpSpPr/>
          <p:nvPr/>
        </p:nvGrpSpPr>
        <p:grpSpPr>
          <a:xfrm>
            <a:off x="2916126" y="2818682"/>
            <a:ext cx="457355" cy="764382"/>
            <a:chOff x="3624224" y="2820709"/>
            <a:chExt cx="457355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55AEF72E-F444-0F4C-D19E-492BEADF5477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32" name="Téglalap 31">
                <a:extLst>
                  <a:ext uri="{FF2B5EF4-FFF2-40B4-BE49-F238E27FC236}">
                    <a16:creationId xmlns:a16="http://schemas.microsoft.com/office/drawing/2014/main" id="{D1ECECA3-1060-819C-E567-C310235A2119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Téglalap 32">
                <a:extLst>
                  <a:ext uri="{FF2B5EF4-FFF2-40B4-BE49-F238E27FC236}">
                    <a16:creationId xmlns:a16="http://schemas.microsoft.com/office/drawing/2014/main" id="{B566C731-0D3F-B640-5768-82CAB3E1E0ED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4" name="Henger 33">
                <a:extLst>
                  <a:ext uri="{FF2B5EF4-FFF2-40B4-BE49-F238E27FC236}">
                    <a16:creationId xmlns:a16="http://schemas.microsoft.com/office/drawing/2014/main" id="{26BECDBB-C4AE-6D73-6C09-670F257BE32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C64D6BA6-9A46-56AF-EB15-56BE5AE8918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A08153AF-6686-A9E3-4CD8-AE222A95B197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Téglalap 36">
                <a:extLst>
                  <a:ext uri="{FF2B5EF4-FFF2-40B4-BE49-F238E27FC236}">
                    <a16:creationId xmlns:a16="http://schemas.microsoft.com/office/drawing/2014/main" id="{6E08DBD6-3C30-F766-8308-24899758975C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4B9028C3-515A-EFF2-8AD1-B42790B9F0D3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A1857C11-97A5-C804-A316-39C17C62C0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A1915032-54A0-9387-61FC-5987EED202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05C76846-A232-A826-DD8D-A8F896F174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E0A34089-4A0A-3B9E-FE37-6ED994BD13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4A593822-659F-50F9-A6B3-7FD36AFF61E8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E2D2DC36-F9E6-423A-8A35-7ED3F78FA87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0A0EFBB8-6CAD-B315-512C-133767FF4DF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9663F45D-2D2F-4E7D-DA85-A28F88CB4922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5" name="Csoportba foglalás 44">
              <a:extLst>
                <a:ext uri="{FF2B5EF4-FFF2-40B4-BE49-F238E27FC236}">
                  <a16:creationId xmlns:a16="http://schemas.microsoft.com/office/drawing/2014/main" id="{818AEC63-742E-AB56-C852-FEA459C90EC3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48" name="Derékszögű háromszög 47">
                <a:extLst>
                  <a:ext uri="{FF2B5EF4-FFF2-40B4-BE49-F238E27FC236}">
                    <a16:creationId xmlns:a16="http://schemas.microsoft.com/office/drawing/2014/main" id="{5DB6A540-8127-39D5-A819-3B5ACDF5CC5E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Derékszögű háromszög 48">
                <a:extLst>
                  <a:ext uri="{FF2B5EF4-FFF2-40B4-BE49-F238E27FC236}">
                    <a16:creationId xmlns:a16="http://schemas.microsoft.com/office/drawing/2014/main" id="{12728C3D-AFA4-8F5C-F489-EE1E3CFC3DC7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 15">
                <a:extLst>
                  <a:ext uri="{FF2B5EF4-FFF2-40B4-BE49-F238E27FC236}">
                    <a16:creationId xmlns:a16="http://schemas.microsoft.com/office/drawing/2014/main" id="{C4350EDA-80BF-06C1-4DF0-2177B1B323F5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Folyamatábra: Tárolt adat 17">
                <a:extLst>
                  <a:ext uri="{FF2B5EF4-FFF2-40B4-BE49-F238E27FC236}">
                    <a16:creationId xmlns:a16="http://schemas.microsoft.com/office/drawing/2014/main" id="{FC67AEAC-8860-FE0E-DAFA-1A5A983DE2FD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2" name="Derékszögű háromszög 51">
                <a:extLst>
                  <a:ext uri="{FF2B5EF4-FFF2-40B4-BE49-F238E27FC236}">
                    <a16:creationId xmlns:a16="http://schemas.microsoft.com/office/drawing/2014/main" id="{416D24AD-EACD-B72C-AE28-F648BE408338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Kivonás jele 52">
                <a:extLst>
                  <a:ext uri="{FF2B5EF4-FFF2-40B4-BE49-F238E27FC236}">
                    <a16:creationId xmlns:a16="http://schemas.microsoft.com/office/drawing/2014/main" id="{1E077E83-E880-C488-7E8A-50B157088055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34574BA6-9152-7AE1-4912-28AD037F4551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3CD9EF80-720A-93BD-8663-D0D41515989D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Kivonás jele 55">
                <a:extLst>
                  <a:ext uri="{FF2B5EF4-FFF2-40B4-BE49-F238E27FC236}">
                    <a16:creationId xmlns:a16="http://schemas.microsoft.com/office/drawing/2014/main" id="{680726AC-7FE1-6DA2-9D8B-B4FE8EDC5F08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7" name="Kivonás jele 56">
                <a:extLst>
                  <a:ext uri="{FF2B5EF4-FFF2-40B4-BE49-F238E27FC236}">
                    <a16:creationId xmlns:a16="http://schemas.microsoft.com/office/drawing/2014/main" id="{BD2CF464-221D-175E-5911-32E3FA825441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37708F3E-9795-E025-716D-12982F7BE496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Romboid 58">
                <a:extLst>
                  <a:ext uri="{FF2B5EF4-FFF2-40B4-BE49-F238E27FC236}">
                    <a16:creationId xmlns:a16="http://schemas.microsoft.com/office/drawing/2014/main" id="{6892B048-7F84-C0D5-87F1-D7859304F7D8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3F6BAA7E-AA15-A209-31E0-800C6C4AC07F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: lekerekített 60">
                <a:extLst>
                  <a:ext uri="{FF2B5EF4-FFF2-40B4-BE49-F238E27FC236}">
                    <a16:creationId xmlns:a16="http://schemas.microsoft.com/office/drawing/2014/main" id="{030C43D5-D353-F734-1E39-7512FF0AFB84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: lekerekített 61">
                <a:extLst>
                  <a:ext uri="{FF2B5EF4-FFF2-40B4-BE49-F238E27FC236}">
                    <a16:creationId xmlns:a16="http://schemas.microsoft.com/office/drawing/2014/main" id="{F756C18F-42B7-F7EE-726F-D121CCB8F041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: lekerekített 62">
                <a:extLst>
                  <a:ext uri="{FF2B5EF4-FFF2-40B4-BE49-F238E27FC236}">
                    <a16:creationId xmlns:a16="http://schemas.microsoft.com/office/drawing/2014/main" id="{6DA3528D-A5D1-3A3F-12D3-5A5946C4E8E7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: lekerekített 63">
                <a:extLst>
                  <a:ext uri="{FF2B5EF4-FFF2-40B4-BE49-F238E27FC236}">
                    <a16:creationId xmlns:a16="http://schemas.microsoft.com/office/drawing/2014/main" id="{62F3A8F0-7465-A8DD-EA79-B3F17ACC862B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: lekerekített 64">
                <a:extLst>
                  <a:ext uri="{FF2B5EF4-FFF2-40B4-BE49-F238E27FC236}">
                    <a16:creationId xmlns:a16="http://schemas.microsoft.com/office/drawing/2014/main" id="{ABD6675A-DF59-F473-75E3-CB6D2350A5AD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: lekerekített 65">
                <a:extLst>
                  <a:ext uri="{FF2B5EF4-FFF2-40B4-BE49-F238E27FC236}">
                    <a16:creationId xmlns:a16="http://schemas.microsoft.com/office/drawing/2014/main" id="{FEC707FD-CA3B-04E2-141C-C6B0F728B805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46" name="Picture 2" descr="Forráskép megtekintése">
              <a:extLst>
                <a:ext uri="{FF2B5EF4-FFF2-40B4-BE49-F238E27FC236}">
                  <a16:creationId xmlns:a16="http://schemas.microsoft.com/office/drawing/2014/main" id="{65629679-6DB7-4306-4A20-9F04FDDEC8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7" name="Picture 6" descr="Forráskép megtekintése">
              <a:extLst>
                <a:ext uri="{FF2B5EF4-FFF2-40B4-BE49-F238E27FC236}">
                  <a16:creationId xmlns:a16="http://schemas.microsoft.com/office/drawing/2014/main" id="{82CE8ECD-FA1F-7B69-6749-ADF3FD1284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7" name="Csillag: 5 ágú 66">
            <a:extLst>
              <a:ext uri="{FF2B5EF4-FFF2-40B4-BE49-F238E27FC236}">
                <a16:creationId xmlns:a16="http://schemas.microsoft.com/office/drawing/2014/main" id="{F24440B7-6C13-7220-00C9-6E0F9F84BD32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8" name="Csillag: 5 ágú 67">
            <a:extLst>
              <a:ext uri="{FF2B5EF4-FFF2-40B4-BE49-F238E27FC236}">
                <a16:creationId xmlns:a16="http://schemas.microsoft.com/office/drawing/2014/main" id="{3BE89B4D-AAA3-CF16-33DE-B337E12CAD11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9" name="Csillag: 5 ágú 68">
            <a:extLst>
              <a:ext uri="{FF2B5EF4-FFF2-40B4-BE49-F238E27FC236}">
                <a16:creationId xmlns:a16="http://schemas.microsoft.com/office/drawing/2014/main" id="{27F36421-2EF2-9E7B-ADED-96966C7BB7E8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0" name="Csillag: 5 ágú 69">
            <a:extLst>
              <a:ext uri="{FF2B5EF4-FFF2-40B4-BE49-F238E27FC236}">
                <a16:creationId xmlns:a16="http://schemas.microsoft.com/office/drawing/2014/main" id="{8FF7277F-F02E-84B2-C1DF-4E575CF32BF0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1" name="Csillag: 5 ágú 70">
            <a:extLst>
              <a:ext uri="{FF2B5EF4-FFF2-40B4-BE49-F238E27FC236}">
                <a16:creationId xmlns:a16="http://schemas.microsoft.com/office/drawing/2014/main" id="{E0330054-C7DF-D9B5-C392-29F23C85BF0C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2" name="Csillag: 5 ágú 71">
            <a:extLst>
              <a:ext uri="{FF2B5EF4-FFF2-40B4-BE49-F238E27FC236}">
                <a16:creationId xmlns:a16="http://schemas.microsoft.com/office/drawing/2014/main" id="{665BA45F-A19E-7B81-1216-EC70EA63851C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3" name="Csillag: 5 ágú 72">
            <a:extLst>
              <a:ext uri="{FF2B5EF4-FFF2-40B4-BE49-F238E27FC236}">
                <a16:creationId xmlns:a16="http://schemas.microsoft.com/office/drawing/2014/main" id="{9F0ACFFE-DA7C-3E78-9781-E36ADB4D60A7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4" name="Csoportba foglalás 73">
            <a:extLst>
              <a:ext uri="{FF2B5EF4-FFF2-40B4-BE49-F238E27FC236}">
                <a16:creationId xmlns:a16="http://schemas.microsoft.com/office/drawing/2014/main" id="{2E9143B7-70F6-C3D7-501F-34F6C3874FF1}"/>
              </a:ext>
            </a:extLst>
          </p:cNvPr>
          <p:cNvGrpSpPr/>
          <p:nvPr/>
        </p:nvGrpSpPr>
        <p:grpSpPr>
          <a:xfrm>
            <a:off x="3607034" y="2756222"/>
            <a:ext cx="572842" cy="843164"/>
            <a:chOff x="5052362" y="2641556"/>
            <a:chExt cx="572842" cy="843164"/>
          </a:xfrm>
        </p:grpSpPr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355A1BF5-67AF-B66B-8A34-6C1EAE9725CF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1B1DAE36-CDAE-BEC8-8783-EEC1E0FBC8BB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Téglalap 89">
                <a:extLst>
                  <a:ext uri="{FF2B5EF4-FFF2-40B4-BE49-F238E27FC236}">
                    <a16:creationId xmlns:a16="http://schemas.microsoft.com/office/drawing/2014/main" id="{DBFAD36E-3ACF-8735-07FA-A3EA63CC34A5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1" name="Henger 90">
                <a:extLst>
                  <a:ext uri="{FF2B5EF4-FFF2-40B4-BE49-F238E27FC236}">
                    <a16:creationId xmlns:a16="http://schemas.microsoft.com/office/drawing/2014/main" id="{0C36E6E3-837C-4A67-77BB-20114E8AC407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Ellipszis 91">
                <a:extLst>
                  <a:ext uri="{FF2B5EF4-FFF2-40B4-BE49-F238E27FC236}">
                    <a16:creationId xmlns:a16="http://schemas.microsoft.com/office/drawing/2014/main" id="{4073A5F0-4242-B5FA-23A2-6B572E3FA0F2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3A876F38-4DB5-60A9-6A8C-E4ED2E80EBD2}"/>
                  </a:ext>
                </a:extLst>
              </p:cNvPr>
              <p:cNvSpPr/>
              <p:nvPr/>
            </p:nvSpPr>
            <p:spPr>
              <a:xfrm rot="15207049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Téglalap 93">
                <a:extLst>
                  <a:ext uri="{FF2B5EF4-FFF2-40B4-BE49-F238E27FC236}">
                    <a16:creationId xmlns:a16="http://schemas.microsoft.com/office/drawing/2014/main" id="{390282D3-67ED-1A8A-D0F4-7E63AB487FDC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F2EBF43E-ACA3-0224-3DB0-1CCD9FEC70DA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25A297EC-CAA1-10B1-EED8-B91B492284C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09C7DEFE-1B87-30A5-81F6-8679DAD813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894F8BE4-396C-2A83-85CC-E814D28033A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A5F3A2A8-E09B-FDBD-0400-5D4C4B5EDBA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6" name="Ellipszis 75">
              <a:extLst>
                <a:ext uri="{FF2B5EF4-FFF2-40B4-BE49-F238E27FC236}">
                  <a16:creationId xmlns:a16="http://schemas.microsoft.com/office/drawing/2014/main" id="{4547A863-0EE9-6CE9-0803-714CA66B466B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Ellipszis 76">
              <a:extLst>
                <a:ext uri="{FF2B5EF4-FFF2-40B4-BE49-F238E27FC236}">
                  <a16:creationId xmlns:a16="http://schemas.microsoft.com/office/drawing/2014/main" id="{9D45454B-224F-07F8-17EB-D5B679A7BF5E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Ív 77">
              <a:extLst>
                <a:ext uri="{FF2B5EF4-FFF2-40B4-BE49-F238E27FC236}">
                  <a16:creationId xmlns:a16="http://schemas.microsoft.com/office/drawing/2014/main" id="{2AE8759D-3107-8886-AFE0-3AB6233322EF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>
              <a:extLst>
                <a:ext uri="{FF2B5EF4-FFF2-40B4-BE49-F238E27FC236}">
                  <a16:creationId xmlns:a16="http://schemas.microsoft.com/office/drawing/2014/main" id="{7DE31A71-BF36-4BB8-EA76-094BF773C1D3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F287625E-F098-7BEF-DDA0-35E60A4A48E3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1" name="Kép 80">
              <a:extLst>
                <a:ext uri="{FF2B5EF4-FFF2-40B4-BE49-F238E27FC236}">
                  <a16:creationId xmlns:a16="http://schemas.microsoft.com/office/drawing/2014/main" id="{6DDDA0BA-D73A-C18A-8138-87E50AB7A3E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82" name="Picture 2" descr="Forráskép megtekintése">
              <a:extLst>
                <a:ext uri="{FF2B5EF4-FFF2-40B4-BE49-F238E27FC236}">
                  <a16:creationId xmlns:a16="http://schemas.microsoft.com/office/drawing/2014/main" id="{D217CCFB-3B67-06BE-A0E7-7FE67E34F7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3" name="Csillag: 4 ágú 82">
              <a:extLst>
                <a:ext uri="{FF2B5EF4-FFF2-40B4-BE49-F238E27FC236}">
                  <a16:creationId xmlns:a16="http://schemas.microsoft.com/office/drawing/2014/main" id="{5EA47F56-5631-04A3-B725-13655EE0FBC9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4" name="Picture 8" descr="Forráskép megtekintése">
              <a:extLst>
                <a:ext uri="{FF2B5EF4-FFF2-40B4-BE49-F238E27FC236}">
                  <a16:creationId xmlns:a16="http://schemas.microsoft.com/office/drawing/2014/main" id="{0639E5D6-3618-82F5-E23D-B5D44B68E9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5" name="Egyenes összekötő 84">
              <a:extLst>
                <a:ext uri="{FF2B5EF4-FFF2-40B4-BE49-F238E27FC236}">
                  <a16:creationId xmlns:a16="http://schemas.microsoft.com/office/drawing/2014/main" id="{934C6158-29EB-5858-9046-6B7965026A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6" name="Szabadkézi sokszög: alakzat 85">
              <a:extLst>
                <a:ext uri="{FF2B5EF4-FFF2-40B4-BE49-F238E27FC236}">
                  <a16:creationId xmlns:a16="http://schemas.microsoft.com/office/drawing/2014/main" id="{0ADF330E-7315-F26B-F35C-20354E6D0638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>
              <a:extLst>
                <a:ext uri="{FF2B5EF4-FFF2-40B4-BE49-F238E27FC236}">
                  <a16:creationId xmlns:a16="http://schemas.microsoft.com/office/drawing/2014/main" id="{3E91400E-4897-9B64-0FA2-6FB264811CE7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56F81B66-CF60-E451-1455-8243BF1DEEDA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0" name="Csoportba foglalás 99">
            <a:extLst>
              <a:ext uri="{FF2B5EF4-FFF2-40B4-BE49-F238E27FC236}">
                <a16:creationId xmlns:a16="http://schemas.microsoft.com/office/drawing/2014/main" id="{5D1CE397-F05D-D3B0-4C97-2D85A22A9E22}"/>
              </a:ext>
            </a:extLst>
          </p:cNvPr>
          <p:cNvGrpSpPr/>
          <p:nvPr/>
        </p:nvGrpSpPr>
        <p:grpSpPr>
          <a:xfrm flipH="1">
            <a:off x="1963483" y="4076526"/>
            <a:ext cx="411716" cy="774685"/>
            <a:chOff x="3043856" y="2828171"/>
            <a:chExt cx="411716" cy="774685"/>
          </a:xfrm>
        </p:grpSpPr>
        <p:sp>
          <p:nvSpPr>
            <p:cNvPr id="101" name="Téglalap 100">
              <a:extLst>
                <a:ext uri="{FF2B5EF4-FFF2-40B4-BE49-F238E27FC236}">
                  <a16:creationId xmlns:a16="http://schemas.microsoft.com/office/drawing/2014/main" id="{B7A4B66F-8723-48D0-AAF2-09605453F207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2" name="Téglalap 101">
              <a:extLst>
                <a:ext uri="{FF2B5EF4-FFF2-40B4-BE49-F238E27FC236}">
                  <a16:creationId xmlns:a16="http://schemas.microsoft.com/office/drawing/2014/main" id="{5FEBF92D-565E-BCAD-9084-E0530C355087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3" name="Henger 102">
              <a:extLst>
                <a:ext uri="{FF2B5EF4-FFF2-40B4-BE49-F238E27FC236}">
                  <a16:creationId xmlns:a16="http://schemas.microsoft.com/office/drawing/2014/main" id="{1C3F1BC3-3FA9-7BAC-2ECC-695E71591FB9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4" name="Ellipszis 103">
              <a:extLst>
                <a:ext uri="{FF2B5EF4-FFF2-40B4-BE49-F238E27FC236}">
                  <a16:creationId xmlns:a16="http://schemas.microsoft.com/office/drawing/2014/main" id="{FB531F77-85E0-6196-39A1-A2325A79ED54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5" name="Téglalap 104">
              <a:extLst>
                <a:ext uri="{FF2B5EF4-FFF2-40B4-BE49-F238E27FC236}">
                  <a16:creationId xmlns:a16="http://schemas.microsoft.com/office/drawing/2014/main" id="{8B16F6AD-3CB2-3A79-6562-7DF98A63886C}"/>
                </a:ext>
              </a:extLst>
            </p:cNvPr>
            <p:cNvSpPr/>
            <p:nvPr/>
          </p:nvSpPr>
          <p:spPr>
            <a:xfrm rot="16657126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6" name="Téglalap 105">
              <a:extLst>
                <a:ext uri="{FF2B5EF4-FFF2-40B4-BE49-F238E27FC236}">
                  <a16:creationId xmlns:a16="http://schemas.microsoft.com/office/drawing/2014/main" id="{4622FC35-20A2-C666-65D6-1AB723D803E0}"/>
                </a:ext>
              </a:extLst>
            </p:cNvPr>
            <p:cNvSpPr/>
            <p:nvPr/>
          </p:nvSpPr>
          <p:spPr>
            <a:xfrm rot="3139366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7" name="Ellipszis 106">
              <a:extLst>
                <a:ext uri="{FF2B5EF4-FFF2-40B4-BE49-F238E27FC236}">
                  <a16:creationId xmlns:a16="http://schemas.microsoft.com/office/drawing/2014/main" id="{607F34E2-4AFF-CA23-7545-09AB701FFEF9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08" name="Egyenes összekötő 107">
              <a:extLst>
                <a:ext uri="{FF2B5EF4-FFF2-40B4-BE49-F238E27FC236}">
                  <a16:creationId xmlns:a16="http://schemas.microsoft.com/office/drawing/2014/main" id="{862DEBD1-BFED-240A-05EE-854D2448BA22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9" name="Egyenes összekötő 108">
              <a:extLst>
                <a:ext uri="{FF2B5EF4-FFF2-40B4-BE49-F238E27FC236}">
                  <a16:creationId xmlns:a16="http://schemas.microsoft.com/office/drawing/2014/main" id="{04971985-9511-C0DB-081F-50EE35E8129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0" name="Egyenes összekötő 109">
              <a:extLst>
                <a:ext uri="{FF2B5EF4-FFF2-40B4-BE49-F238E27FC236}">
                  <a16:creationId xmlns:a16="http://schemas.microsoft.com/office/drawing/2014/main" id="{0F2BDE86-F26B-4AE3-98F7-754C71E107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1" name="Egyenes összekötő 110">
              <a:extLst>
                <a:ext uri="{FF2B5EF4-FFF2-40B4-BE49-F238E27FC236}">
                  <a16:creationId xmlns:a16="http://schemas.microsoft.com/office/drawing/2014/main" id="{9741FD7D-7C8B-C3D2-72C0-4EE2020E283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2" name="Ellipszis 111">
              <a:extLst>
                <a:ext uri="{FF2B5EF4-FFF2-40B4-BE49-F238E27FC236}">
                  <a16:creationId xmlns:a16="http://schemas.microsoft.com/office/drawing/2014/main" id="{EA61BAC5-B45C-C1DF-C2B0-3BAEBBF6EEEF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3" name="Picture 4" descr="Forráskép megtekintése">
              <a:extLst>
                <a:ext uri="{FF2B5EF4-FFF2-40B4-BE49-F238E27FC236}">
                  <a16:creationId xmlns:a16="http://schemas.microsoft.com/office/drawing/2014/main" id="{415848AC-B5AB-1FDC-7848-C1951FEEF7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8348166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03C71DF5-65EC-714A-1D05-05A120B02E4A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DE2E04AC-55C9-BA21-1BA5-AEEA02D01F89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4ED17B34-5402-4071-240B-88EE40240124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80A88D97-33C6-7807-66B4-76B0A847F6F7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E014426D-E2BF-6D7A-1D47-EE5457D67667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E9AB9BF9-504E-6610-D48E-E0A87784CE97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DAA965CA-D038-2F30-99CB-1E5C57CAB26A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0B9CA46D-C784-EBF8-1C63-ABB882168F46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E7576DB9-69FA-AE47-C8C2-9AB90EDA822F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BDAFC473-3E32-5075-53B3-B477B371BA87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372957B0-8B42-EAF5-2C4D-C36B22FAB85D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C3884790-B2D2-DC65-0D92-0B9167592B87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A59980F2-4692-5163-BB6F-9D0EC9C14B6A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76630B78-6118-6B87-E05A-A3BEE484A2BE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0387503B-BAF8-CD25-80B2-F6755A44A59E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FCEFB949-0B3F-DFAA-7296-C87BA66A00A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2A5F9A7E-EC35-D103-09F0-81696D41C8BB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029DDB1A-D9A7-E2E3-E814-B492F56D377B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6B8BD1B4-ED08-9AC5-CC5A-6C799FB688BF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3418BFE4-A734-D106-DC1A-BE80A1CB3441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DF9ACE32-5191-3EDA-89E3-FC1B41F226FA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BA4A9892-8D8C-FFB9-2BD9-B1CEF4B9C4C7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3BE2C73A-01D7-8103-6B33-493A2E39DDAA}"/>
              </a:ext>
            </a:extLst>
          </p:cNvPr>
          <p:cNvSpPr/>
          <p:nvPr/>
        </p:nvSpPr>
        <p:spPr>
          <a:xfrm rot="708508">
            <a:off x="10228621" y="-2564117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AA8EF7FF-FC0B-55DA-37A6-641B88041DD2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07B8B7AA-9669-D159-0474-CF330DDB3743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9330A529-3577-9960-D7C7-CED3FA2CAF60}"/>
              </a:ext>
            </a:extLst>
          </p:cNvPr>
          <p:cNvGrpSpPr/>
          <p:nvPr/>
        </p:nvGrpSpPr>
        <p:grpSpPr>
          <a:xfrm>
            <a:off x="2789126" y="2818682"/>
            <a:ext cx="457355" cy="764382"/>
            <a:chOff x="3624224" y="2820709"/>
            <a:chExt cx="457355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3356EDF9-93EF-C900-BCBE-002740B86ECB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32" name="Téglalap 31">
                <a:extLst>
                  <a:ext uri="{FF2B5EF4-FFF2-40B4-BE49-F238E27FC236}">
                    <a16:creationId xmlns:a16="http://schemas.microsoft.com/office/drawing/2014/main" id="{18F8664C-C6E7-386B-0221-C46514055B16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Téglalap 32">
                <a:extLst>
                  <a:ext uri="{FF2B5EF4-FFF2-40B4-BE49-F238E27FC236}">
                    <a16:creationId xmlns:a16="http://schemas.microsoft.com/office/drawing/2014/main" id="{C3E5E110-9E05-5030-ECE2-4A67B9DA5CC9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4" name="Henger 33">
                <a:extLst>
                  <a:ext uri="{FF2B5EF4-FFF2-40B4-BE49-F238E27FC236}">
                    <a16:creationId xmlns:a16="http://schemas.microsoft.com/office/drawing/2014/main" id="{02B054AD-1280-9953-0394-649F9CE3BF3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3EB51F6D-4C5C-8D0B-16B5-B2AE247E4BE2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569DA9B5-DFFE-DED2-9B06-7A92E9FC001B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Téglalap 36">
                <a:extLst>
                  <a:ext uri="{FF2B5EF4-FFF2-40B4-BE49-F238E27FC236}">
                    <a16:creationId xmlns:a16="http://schemas.microsoft.com/office/drawing/2014/main" id="{F82D4EB3-B98D-4523-39CE-A36F4AB00676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61267909-4DE3-6CCB-F58E-03056DF99301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1326A5B7-9E05-4585-805C-F99E9E5E5D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3B0CAD29-422B-A770-2678-2CC398B9D7D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E8412114-35CF-48E3-AA6E-91D65FE17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91316EE1-F816-0F1F-2951-92DBDABBE77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9F045336-86C9-06B3-B2B6-9EBE840AD7B3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46EABC83-F30D-97F0-CBF3-8C8FB593D10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C526C67E-0766-206E-1315-0971FE78620B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71835F70-04DC-EB62-8986-99F65651F3CF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5" name="Csoportba foglalás 44">
              <a:extLst>
                <a:ext uri="{FF2B5EF4-FFF2-40B4-BE49-F238E27FC236}">
                  <a16:creationId xmlns:a16="http://schemas.microsoft.com/office/drawing/2014/main" id="{7C0EA5C5-1CCB-02CC-87BB-6BC8F73CD74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48" name="Derékszögű háromszög 47">
                <a:extLst>
                  <a:ext uri="{FF2B5EF4-FFF2-40B4-BE49-F238E27FC236}">
                    <a16:creationId xmlns:a16="http://schemas.microsoft.com/office/drawing/2014/main" id="{DB5E76E2-028D-7319-9EB3-59E07AEED117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Derékszögű háromszög 48">
                <a:extLst>
                  <a:ext uri="{FF2B5EF4-FFF2-40B4-BE49-F238E27FC236}">
                    <a16:creationId xmlns:a16="http://schemas.microsoft.com/office/drawing/2014/main" id="{713D631E-635B-1E3C-F376-293D3BF0701E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 15">
                <a:extLst>
                  <a:ext uri="{FF2B5EF4-FFF2-40B4-BE49-F238E27FC236}">
                    <a16:creationId xmlns:a16="http://schemas.microsoft.com/office/drawing/2014/main" id="{315E20A9-AA75-7B4F-1692-C7B7DD37DCFB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Folyamatábra: Tárolt adat 17">
                <a:extLst>
                  <a:ext uri="{FF2B5EF4-FFF2-40B4-BE49-F238E27FC236}">
                    <a16:creationId xmlns:a16="http://schemas.microsoft.com/office/drawing/2014/main" id="{93540F2C-B9C9-2250-017D-FBDF8ADE20A4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2" name="Derékszögű háromszög 51">
                <a:extLst>
                  <a:ext uri="{FF2B5EF4-FFF2-40B4-BE49-F238E27FC236}">
                    <a16:creationId xmlns:a16="http://schemas.microsoft.com/office/drawing/2014/main" id="{50201A94-09A9-222B-F409-435CB81AEB23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Kivonás jele 52">
                <a:extLst>
                  <a:ext uri="{FF2B5EF4-FFF2-40B4-BE49-F238E27FC236}">
                    <a16:creationId xmlns:a16="http://schemas.microsoft.com/office/drawing/2014/main" id="{F8902BEB-5644-61AD-0D70-763D56E1CDEE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12870FE7-0682-F454-D436-5A647445D987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4D7573D1-E80B-5EEC-72AE-53781D749C91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Kivonás jele 55">
                <a:extLst>
                  <a:ext uri="{FF2B5EF4-FFF2-40B4-BE49-F238E27FC236}">
                    <a16:creationId xmlns:a16="http://schemas.microsoft.com/office/drawing/2014/main" id="{58CA4292-2933-67CB-A24E-FB6B18A12313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7" name="Kivonás jele 56">
                <a:extLst>
                  <a:ext uri="{FF2B5EF4-FFF2-40B4-BE49-F238E27FC236}">
                    <a16:creationId xmlns:a16="http://schemas.microsoft.com/office/drawing/2014/main" id="{C0D4E337-93C8-AB45-7BC2-E9F81E13734C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D973F7E3-B810-80F0-6EE6-4F6D0C85DBE6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Romboid 58">
                <a:extLst>
                  <a:ext uri="{FF2B5EF4-FFF2-40B4-BE49-F238E27FC236}">
                    <a16:creationId xmlns:a16="http://schemas.microsoft.com/office/drawing/2014/main" id="{712AD337-20DF-768F-06B2-398A82650CCF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CAEB5F2F-C148-719C-1891-E761C2856E1D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: lekerekített 60">
                <a:extLst>
                  <a:ext uri="{FF2B5EF4-FFF2-40B4-BE49-F238E27FC236}">
                    <a16:creationId xmlns:a16="http://schemas.microsoft.com/office/drawing/2014/main" id="{CFD39B53-CD8E-A41C-A182-CA3FDE8F3653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: lekerekített 61">
                <a:extLst>
                  <a:ext uri="{FF2B5EF4-FFF2-40B4-BE49-F238E27FC236}">
                    <a16:creationId xmlns:a16="http://schemas.microsoft.com/office/drawing/2014/main" id="{CB2F602C-CB9A-7B6E-456C-B503581B6251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: lekerekített 62">
                <a:extLst>
                  <a:ext uri="{FF2B5EF4-FFF2-40B4-BE49-F238E27FC236}">
                    <a16:creationId xmlns:a16="http://schemas.microsoft.com/office/drawing/2014/main" id="{92F21CF0-914C-0EA4-43E8-F87CA4071905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: lekerekített 63">
                <a:extLst>
                  <a:ext uri="{FF2B5EF4-FFF2-40B4-BE49-F238E27FC236}">
                    <a16:creationId xmlns:a16="http://schemas.microsoft.com/office/drawing/2014/main" id="{37187A70-54C3-9A7A-E65E-C42AC7545444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: lekerekített 64">
                <a:extLst>
                  <a:ext uri="{FF2B5EF4-FFF2-40B4-BE49-F238E27FC236}">
                    <a16:creationId xmlns:a16="http://schemas.microsoft.com/office/drawing/2014/main" id="{C88EBC09-43C7-0F31-02C1-7B1EED5F74EE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: lekerekített 65">
                <a:extLst>
                  <a:ext uri="{FF2B5EF4-FFF2-40B4-BE49-F238E27FC236}">
                    <a16:creationId xmlns:a16="http://schemas.microsoft.com/office/drawing/2014/main" id="{589FE24D-90AE-1BD4-B11D-B402BE554EF0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46" name="Picture 2" descr="Forráskép megtekintése">
              <a:extLst>
                <a:ext uri="{FF2B5EF4-FFF2-40B4-BE49-F238E27FC236}">
                  <a16:creationId xmlns:a16="http://schemas.microsoft.com/office/drawing/2014/main" id="{E3A23008-4236-3A62-E1D6-2DEAADC93D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7" name="Picture 6" descr="Forráskép megtekintése">
              <a:extLst>
                <a:ext uri="{FF2B5EF4-FFF2-40B4-BE49-F238E27FC236}">
                  <a16:creationId xmlns:a16="http://schemas.microsoft.com/office/drawing/2014/main" id="{9E638EF4-BF8F-8B7D-11DC-ADC41B61BC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7" name="Csillag: 5 ágú 66">
            <a:extLst>
              <a:ext uri="{FF2B5EF4-FFF2-40B4-BE49-F238E27FC236}">
                <a16:creationId xmlns:a16="http://schemas.microsoft.com/office/drawing/2014/main" id="{14850FBC-242C-D00F-B8E4-A0EBBF2A5FE9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8" name="Csillag: 5 ágú 67">
            <a:extLst>
              <a:ext uri="{FF2B5EF4-FFF2-40B4-BE49-F238E27FC236}">
                <a16:creationId xmlns:a16="http://schemas.microsoft.com/office/drawing/2014/main" id="{BA7D81BB-D028-F98A-4798-F5D498A09974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9" name="Csillag: 5 ágú 68">
            <a:extLst>
              <a:ext uri="{FF2B5EF4-FFF2-40B4-BE49-F238E27FC236}">
                <a16:creationId xmlns:a16="http://schemas.microsoft.com/office/drawing/2014/main" id="{BF12A9CE-0FAF-801E-8346-35360E4254FB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0" name="Csillag: 5 ágú 69">
            <a:extLst>
              <a:ext uri="{FF2B5EF4-FFF2-40B4-BE49-F238E27FC236}">
                <a16:creationId xmlns:a16="http://schemas.microsoft.com/office/drawing/2014/main" id="{89BF224C-DF69-8849-39DB-A8A235071CD2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1" name="Csillag: 5 ágú 70">
            <a:extLst>
              <a:ext uri="{FF2B5EF4-FFF2-40B4-BE49-F238E27FC236}">
                <a16:creationId xmlns:a16="http://schemas.microsoft.com/office/drawing/2014/main" id="{A93C0F49-2030-618B-93E8-0903BEC3A65E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2" name="Csillag: 5 ágú 71">
            <a:extLst>
              <a:ext uri="{FF2B5EF4-FFF2-40B4-BE49-F238E27FC236}">
                <a16:creationId xmlns:a16="http://schemas.microsoft.com/office/drawing/2014/main" id="{C2E29ED9-0393-0789-EFFE-1A81FF594E29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3" name="Csillag: 5 ágú 72">
            <a:extLst>
              <a:ext uri="{FF2B5EF4-FFF2-40B4-BE49-F238E27FC236}">
                <a16:creationId xmlns:a16="http://schemas.microsoft.com/office/drawing/2014/main" id="{748F4639-F0F7-EA77-36A9-2198C2C2F969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4" name="Csoportba foglalás 73">
            <a:extLst>
              <a:ext uri="{FF2B5EF4-FFF2-40B4-BE49-F238E27FC236}">
                <a16:creationId xmlns:a16="http://schemas.microsoft.com/office/drawing/2014/main" id="{49C0D469-2E89-6C1B-EDCB-A73F69E1A9BE}"/>
              </a:ext>
            </a:extLst>
          </p:cNvPr>
          <p:cNvGrpSpPr/>
          <p:nvPr/>
        </p:nvGrpSpPr>
        <p:grpSpPr>
          <a:xfrm>
            <a:off x="3492734" y="2756222"/>
            <a:ext cx="572842" cy="843164"/>
            <a:chOff x="5052362" y="2641556"/>
            <a:chExt cx="572842" cy="843164"/>
          </a:xfrm>
        </p:grpSpPr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A4899658-593E-FE35-5F63-706E835B784A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91120E2F-8BF8-7069-8802-D7FAC44BCA0A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Téglalap 89">
                <a:extLst>
                  <a:ext uri="{FF2B5EF4-FFF2-40B4-BE49-F238E27FC236}">
                    <a16:creationId xmlns:a16="http://schemas.microsoft.com/office/drawing/2014/main" id="{73B48A61-9584-CF88-E019-67156BD99837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1" name="Henger 90">
                <a:extLst>
                  <a:ext uri="{FF2B5EF4-FFF2-40B4-BE49-F238E27FC236}">
                    <a16:creationId xmlns:a16="http://schemas.microsoft.com/office/drawing/2014/main" id="{FFE57A9D-E232-9841-3CA0-0DF08355DAA7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Ellipszis 91">
                <a:extLst>
                  <a:ext uri="{FF2B5EF4-FFF2-40B4-BE49-F238E27FC236}">
                    <a16:creationId xmlns:a16="http://schemas.microsoft.com/office/drawing/2014/main" id="{A39A00B4-70D8-E0EA-C92F-DE95DA00777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FB92109E-7F9B-A488-BEEB-EB192E8192F2}"/>
                  </a:ext>
                </a:extLst>
              </p:cNvPr>
              <p:cNvSpPr/>
              <p:nvPr/>
            </p:nvSpPr>
            <p:spPr>
              <a:xfrm rot="15207049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Téglalap 93">
                <a:extLst>
                  <a:ext uri="{FF2B5EF4-FFF2-40B4-BE49-F238E27FC236}">
                    <a16:creationId xmlns:a16="http://schemas.microsoft.com/office/drawing/2014/main" id="{BDDF35A2-245A-7691-B9C6-F6EEDCEA70FC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45D0A53C-5061-A336-013E-A5407D992F9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BDDD8BAE-AE0E-98D2-532B-351787109BB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515463FC-E10E-756A-A2BB-BEBEA94CAF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2EF030C8-5050-8143-FD3E-A4878AB1F6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02786BD1-B081-DE6D-1DDC-13F4540E410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6" name="Ellipszis 75">
              <a:extLst>
                <a:ext uri="{FF2B5EF4-FFF2-40B4-BE49-F238E27FC236}">
                  <a16:creationId xmlns:a16="http://schemas.microsoft.com/office/drawing/2014/main" id="{0E550EEA-88D7-8A70-EC25-50EA763C5085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Ellipszis 76">
              <a:extLst>
                <a:ext uri="{FF2B5EF4-FFF2-40B4-BE49-F238E27FC236}">
                  <a16:creationId xmlns:a16="http://schemas.microsoft.com/office/drawing/2014/main" id="{9323B3D6-BA53-3096-045F-FA706DF6566F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Ív 77">
              <a:extLst>
                <a:ext uri="{FF2B5EF4-FFF2-40B4-BE49-F238E27FC236}">
                  <a16:creationId xmlns:a16="http://schemas.microsoft.com/office/drawing/2014/main" id="{971E1E39-B334-0089-875E-1CDCF52603DA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>
              <a:extLst>
                <a:ext uri="{FF2B5EF4-FFF2-40B4-BE49-F238E27FC236}">
                  <a16:creationId xmlns:a16="http://schemas.microsoft.com/office/drawing/2014/main" id="{4D83BADF-2983-D871-C697-E7F588CB7FD1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98041836-5D9C-BD22-4A7E-1380EE811FB5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1" name="Kép 80">
              <a:extLst>
                <a:ext uri="{FF2B5EF4-FFF2-40B4-BE49-F238E27FC236}">
                  <a16:creationId xmlns:a16="http://schemas.microsoft.com/office/drawing/2014/main" id="{BE130E20-8449-587F-C8AA-398FB1F8900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82" name="Picture 2" descr="Forráskép megtekintése">
              <a:extLst>
                <a:ext uri="{FF2B5EF4-FFF2-40B4-BE49-F238E27FC236}">
                  <a16:creationId xmlns:a16="http://schemas.microsoft.com/office/drawing/2014/main" id="{2CFB2543-37A4-E0A1-E2FD-3D9CA36C0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3" name="Csillag: 4 ágú 82">
              <a:extLst>
                <a:ext uri="{FF2B5EF4-FFF2-40B4-BE49-F238E27FC236}">
                  <a16:creationId xmlns:a16="http://schemas.microsoft.com/office/drawing/2014/main" id="{24693C75-2A93-5E7F-8201-52904DCF17B0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4" name="Picture 8" descr="Forráskép megtekintése">
              <a:extLst>
                <a:ext uri="{FF2B5EF4-FFF2-40B4-BE49-F238E27FC236}">
                  <a16:creationId xmlns:a16="http://schemas.microsoft.com/office/drawing/2014/main" id="{5B27E8AC-80C3-0C0D-B7FC-999F48D971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5" name="Egyenes összekötő 84">
              <a:extLst>
                <a:ext uri="{FF2B5EF4-FFF2-40B4-BE49-F238E27FC236}">
                  <a16:creationId xmlns:a16="http://schemas.microsoft.com/office/drawing/2014/main" id="{8E91DEF8-71C6-AFF2-60AE-A6D03EDC1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6" name="Szabadkézi sokszög: alakzat 85">
              <a:extLst>
                <a:ext uri="{FF2B5EF4-FFF2-40B4-BE49-F238E27FC236}">
                  <a16:creationId xmlns:a16="http://schemas.microsoft.com/office/drawing/2014/main" id="{083788B1-EFDF-0388-DFDA-764A1C224974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>
              <a:extLst>
                <a:ext uri="{FF2B5EF4-FFF2-40B4-BE49-F238E27FC236}">
                  <a16:creationId xmlns:a16="http://schemas.microsoft.com/office/drawing/2014/main" id="{45AC6158-001C-B19C-C7E8-7CF17B1FA2E0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A32A1081-11DD-85A1-A9D0-3E471FCE276B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0" name="Csoportba foglalás 99">
            <a:extLst>
              <a:ext uri="{FF2B5EF4-FFF2-40B4-BE49-F238E27FC236}">
                <a16:creationId xmlns:a16="http://schemas.microsoft.com/office/drawing/2014/main" id="{F00B83D3-9269-FB2D-F422-AFB6D1095B44}"/>
              </a:ext>
            </a:extLst>
          </p:cNvPr>
          <p:cNvGrpSpPr/>
          <p:nvPr/>
        </p:nvGrpSpPr>
        <p:grpSpPr>
          <a:xfrm flipH="1">
            <a:off x="2115883" y="4216226"/>
            <a:ext cx="411716" cy="774685"/>
            <a:chOff x="3043856" y="2828171"/>
            <a:chExt cx="411716" cy="774685"/>
          </a:xfrm>
        </p:grpSpPr>
        <p:sp>
          <p:nvSpPr>
            <p:cNvPr id="101" name="Téglalap 100">
              <a:extLst>
                <a:ext uri="{FF2B5EF4-FFF2-40B4-BE49-F238E27FC236}">
                  <a16:creationId xmlns:a16="http://schemas.microsoft.com/office/drawing/2014/main" id="{A1293E02-0E6B-1A0A-D359-D43219C830B2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2" name="Téglalap 101">
              <a:extLst>
                <a:ext uri="{FF2B5EF4-FFF2-40B4-BE49-F238E27FC236}">
                  <a16:creationId xmlns:a16="http://schemas.microsoft.com/office/drawing/2014/main" id="{AD583757-10D4-8397-B9A8-4208AB099989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3" name="Henger 102">
              <a:extLst>
                <a:ext uri="{FF2B5EF4-FFF2-40B4-BE49-F238E27FC236}">
                  <a16:creationId xmlns:a16="http://schemas.microsoft.com/office/drawing/2014/main" id="{004DC273-363A-7683-15A8-86395910B228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4" name="Ellipszis 103">
              <a:extLst>
                <a:ext uri="{FF2B5EF4-FFF2-40B4-BE49-F238E27FC236}">
                  <a16:creationId xmlns:a16="http://schemas.microsoft.com/office/drawing/2014/main" id="{B1F2C533-4AEA-07CC-9E7D-8657294790D0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5" name="Téglalap 104">
              <a:extLst>
                <a:ext uri="{FF2B5EF4-FFF2-40B4-BE49-F238E27FC236}">
                  <a16:creationId xmlns:a16="http://schemas.microsoft.com/office/drawing/2014/main" id="{793E26F5-4391-741D-C968-72ED25171411}"/>
                </a:ext>
              </a:extLst>
            </p:cNvPr>
            <p:cNvSpPr/>
            <p:nvPr/>
          </p:nvSpPr>
          <p:spPr>
            <a:xfrm rot="16657126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6" name="Téglalap 105">
              <a:extLst>
                <a:ext uri="{FF2B5EF4-FFF2-40B4-BE49-F238E27FC236}">
                  <a16:creationId xmlns:a16="http://schemas.microsoft.com/office/drawing/2014/main" id="{BAB38EEA-40AE-6E2F-6852-3AE795308A3C}"/>
                </a:ext>
              </a:extLst>
            </p:cNvPr>
            <p:cNvSpPr/>
            <p:nvPr/>
          </p:nvSpPr>
          <p:spPr>
            <a:xfrm rot="3139366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7" name="Ellipszis 106">
              <a:extLst>
                <a:ext uri="{FF2B5EF4-FFF2-40B4-BE49-F238E27FC236}">
                  <a16:creationId xmlns:a16="http://schemas.microsoft.com/office/drawing/2014/main" id="{2B18DE6E-5DEC-B96A-74FA-CF5A89734623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08" name="Egyenes összekötő 107">
              <a:extLst>
                <a:ext uri="{FF2B5EF4-FFF2-40B4-BE49-F238E27FC236}">
                  <a16:creationId xmlns:a16="http://schemas.microsoft.com/office/drawing/2014/main" id="{C2AB9C2B-584B-A6CD-5F29-A56C30190E2D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9" name="Egyenes összekötő 108">
              <a:extLst>
                <a:ext uri="{FF2B5EF4-FFF2-40B4-BE49-F238E27FC236}">
                  <a16:creationId xmlns:a16="http://schemas.microsoft.com/office/drawing/2014/main" id="{54C412FE-7AE1-9F97-6A56-949E8898B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0" name="Egyenes összekötő 109">
              <a:extLst>
                <a:ext uri="{FF2B5EF4-FFF2-40B4-BE49-F238E27FC236}">
                  <a16:creationId xmlns:a16="http://schemas.microsoft.com/office/drawing/2014/main" id="{F22B82DC-0503-38E9-0D67-9827AD133A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1" name="Egyenes összekötő 110">
              <a:extLst>
                <a:ext uri="{FF2B5EF4-FFF2-40B4-BE49-F238E27FC236}">
                  <a16:creationId xmlns:a16="http://schemas.microsoft.com/office/drawing/2014/main" id="{DC804466-E85C-29AD-7323-D2EEB86EFFB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2" name="Ellipszis 111">
              <a:extLst>
                <a:ext uri="{FF2B5EF4-FFF2-40B4-BE49-F238E27FC236}">
                  <a16:creationId xmlns:a16="http://schemas.microsoft.com/office/drawing/2014/main" id="{1BAD012F-91A9-27AA-ECC0-1FBAFFDEB2E9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3" name="Picture 4" descr="Forráskép megtekintése">
              <a:extLst>
                <a:ext uri="{FF2B5EF4-FFF2-40B4-BE49-F238E27FC236}">
                  <a16:creationId xmlns:a16="http://schemas.microsoft.com/office/drawing/2014/main" id="{48C1810A-D703-C626-92BE-EAC94AAE7B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346399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18530140-332F-D2ED-7F38-A1402C80B02F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3399EBA4-19B6-9C12-71DF-DB031E077A0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39B66A1B-B4BE-0F17-84B9-58D1486F06FB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20CEF637-2AB6-8F2B-BB95-1D5902BF05A4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71E5481F-25C3-C483-6EAD-F97317383DE6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7D40D6DD-04CD-95E5-6D20-270AD57E7946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FDFF6B1E-AF6A-AD9D-9B64-F5F71547EFEA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540D4649-BAC5-7E43-9E30-B700927019CC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F8CA7882-D93A-21F6-2D10-ADCEDD6F0A9A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BD9C5D22-724A-E63C-62DC-DF1D7D287A1B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539F34EF-5865-6D24-8F4F-A7F8276ED614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D3C68D56-727D-46C8-A37E-0E37ABE7178E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DEF267DA-9FA8-E6A0-8E68-13E81087626C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22B5FD8F-2A81-F9A1-9699-7ADD871EE169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35889957-A567-8F16-6A35-A5011B398B10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D0C57338-F129-FE1A-4808-4E714EEFC4AD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FFE4276D-9E36-89D3-F98C-57768E4E6063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15290E70-B72E-4920-1412-6522048EBA04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DE56C8DC-E752-7F12-9502-ACFFEA1E56D3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A0CF92E6-761F-D2D5-18CB-4F5035750DA9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0564697C-2294-835E-A37F-F2BA4844ACE6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6285A983-FF85-DE6C-C61B-B803F0A041CF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C1136853-2075-7B58-0442-CBE4961B63E8}"/>
              </a:ext>
            </a:extLst>
          </p:cNvPr>
          <p:cNvSpPr/>
          <p:nvPr/>
        </p:nvSpPr>
        <p:spPr>
          <a:xfrm rot="1135769">
            <a:off x="10457811" y="-2474759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5AB72E9D-2892-9E43-D2CC-0EB15560E334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36A91B56-FD5B-76D2-7BEA-ACBC44AA2F6A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F4C419BF-91AA-8BFB-B222-38240FC1232E}"/>
              </a:ext>
            </a:extLst>
          </p:cNvPr>
          <p:cNvGrpSpPr/>
          <p:nvPr/>
        </p:nvGrpSpPr>
        <p:grpSpPr>
          <a:xfrm>
            <a:off x="2715540" y="2818682"/>
            <a:ext cx="340441" cy="764382"/>
            <a:chOff x="3741138" y="2820709"/>
            <a:chExt cx="340441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536C7C79-58E6-AB59-8EF5-7785A976BA5A}"/>
                </a:ext>
              </a:extLst>
            </p:cNvPr>
            <p:cNvGrpSpPr/>
            <p:nvPr/>
          </p:nvGrpSpPr>
          <p:grpSpPr>
            <a:xfrm>
              <a:off x="3741138" y="2853226"/>
              <a:ext cx="340441" cy="731865"/>
              <a:chOff x="3741138" y="2853226"/>
              <a:chExt cx="340441" cy="731865"/>
            </a:xfrm>
          </p:grpSpPr>
          <p:sp>
            <p:nvSpPr>
              <p:cNvPr id="33" name="Téglalap 32">
                <a:extLst>
                  <a:ext uri="{FF2B5EF4-FFF2-40B4-BE49-F238E27FC236}">
                    <a16:creationId xmlns:a16="http://schemas.microsoft.com/office/drawing/2014/main" id="{50772031-EF8D-79EC-42E6-834B46E8390F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4" name="Henger 33">
                <a:extLst>
                  <a:ext uri="{FF2B5EF4-FFF2-40B4-BE49-F238E27FC236}">
                    <a16:creationId xmlns:a16="http://schemas.microsoft.com/office/drawing/2014/main" id="{6EA62644-514D-0EE7-93C0-5286CED9F4B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923DB72D-52E4-9188-0B81-99F50592F2D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1E75F033-CE1E-61C1-392D-33E0BD8B1244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Téglalap 36">
                <a:extLst>
                  <a:ext uri="{FF2B5EF4-FFF2-40B4-BE49-F238E27FC236}">
                    <a16:creationId xmlns:a16="http://schemas.microsoft.com/office/drawing/2014/main" id="{0B298621-D4DA-2561-1C82-E4D0BE28CD65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2C25BBCF-C1BC-0D4F-4C5E-0E11B5574B9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A126B8A0-9CFD-6A95-74C5-AC6E96B78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06BFE283-6785-C903-3ED2-98621BFA8C2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8AD89CF0-ABAD-C988-657F-C7E6E929DF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B71A3025-CF33-C7FE-900D-8F2A2E19C03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AAD1307D-A96E-6CF5-9C71-DE89338CF63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2C3E51D2-6FC6-6501-D685-6009CBD2044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CC912B1B-81B4-78CE-1C61-BF60730F6E77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FF3002B4-BE6E-40F6-688F-2FA425F9696E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5" name="Csoportba foglalás 44">
              <a:extLst>
                <a:ext uri="{FF2B5EF4-FFF2-40B4-BE49-F238E27FC236}">
                  <a16:creationId xmlns:a16="http://schemas.microsoft.com/office/drawing/2014/main" id="{6B75041F-5EE3-70EB-62A6-4E9ABAA09EF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48" name="Derékszögű háromszög 47">
                <a:extLst>
                  <a:ext uri="{FF2B5EF4-FFF2-40B4-BE49-F238E27FC236}">
                    <a16:creationId xmlns:a16="http://schemas.microsoft.com/office/drawing/2014/main" id="{45B6EB32-1D40-6BED-2A88-308C9BDF80AA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Derékszögű háromszög 48">
                <a:extLst>
                  <a:ext uri="{FF2B5EF4-FFF2-40B4-BE49-F238E27FC236}">
                    <a16:creationId xmlns:a16="http://schemas.microsoft.com/office/drawing/2014/main" id="{05ADCB84-8A18-3DBF-BA1D-AEEED56CF82A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 15">
                <a:extLst>
                  <a:ext uri="{FF2B5EF4-FFF2-40B4-BE49-F238E27FC236}">
                    <a16:creationId xmlns:a16="http://schemas.microsoft.com/office/drawing/2014/main" id="{D9573F7D-7559-4E47-2983-F2F52BB60CEB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Folyamatábra: Tárolt adat 17">
                <a:extLst>
                  <a:ext uri="{FF2B5EF4-FFF2-40B4-BE49-F238E27FC236}">
                    <a16:creationId xmlns:a16="http://schemas.microsoft.com/office/drawing/2014/main" id="{838CED68-D599-124F-65F7-69523D416716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2" name="Derékszögű háromszög 51">
                <a:extLst>
                  <a:ext uri="{FF2B5EF4-FFF2-40B4-BE49-F238E27FC236}">
                    <a16:creationId xmlns:a16="http://schemas.microsoft.com/office/drawing/2014/main" id="{9CB9E1A7-256C-0BD8-D937-91BCC285AD20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Kivonás jele 52">
                <a:extLst>
                  <a:ext uri="{FF2B5EF4-FFF2-40B4-BE49-F238E27FC236}">
                    <a16:creationId xmlns:a16="http://schemas.microsoft.com/office/drawing/2014/main" id="{8149A845-9133-4C15-2FBF-93740E7123FF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E2A140BD-E2C1-2238-9693-EFA92A831AF1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060A3120-6A3C-9063-6ABC-50C693E07BF2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Kivonás jele 55">
                <a:extLst>
                  <a:ext uri="{FF2B5EF4-FFF2-40B4-BE49-F238E27FC236}">
                    <a16:creationId xmlns:a16="http://schemas.microsoft.com/office/drawing/2014/main" id="{D07EE0CA-7154-F293-67DE-2DF1C82200A1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7" name="Kivonás jele 56">
                <a:extLst>
                  <a:ext uri="{FF2B5EF4-FFF2-40B4-BE49-F238E27FC236}">
                    <a16:creationId xmlns:a16="http://schemas.microsoft.com/office/drawing/2014/main" id="{52136C0F-80DC-22F1-A03C-35F4030CF555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9E593809-BC83-299C-1AE3-AB9024E65A93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Romboid 58">
                <a:extLst>
                  <a:ext uri="{FF2B5EF4-FFF2-40B4-BE49-F238E27FC236}">
                    <a16:creationId xmlns:a16="http://schemas.microsoft.com/office/drawing/2014/main" id="{1DA6E6EF-7470-34D1-7D3E-8BCD0BA66215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2DF49EEC-3D4A-4ED9-5D5C-88E0F7163730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: lekerekített 60">
                <a:extLst>
                  <a:ext uri="{FF2B5EF4-FFF2-40B4-BE49-F238E27FC236}">
                    <a16:creationId xmlns:a16="http://schemas.microsoft.com/office/drawing/2014/main" id="{12549443-2BB0-4BF8-6EE5-1328A17A8011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: lekerekített 61">
                <a:extLst>
                  <a:ext uri="{FF2B5EF4-FFF2-40B4-BE49-F238E27FC236}">
                    <a16:creationId xmlns:a16="http://schemas.microsoft.com/office/drawing/2014/main" id="{E31F4AC1-2EF1-5A01-6F59-D8BEB77CAB92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: lekerekített 62">
                <a:extLst>
                  <a:ext uri="{FF2B5EF4-FFF2-40B4-BE49-F238E27FC236}">
                    <a16:creationId xmlns:a16="http://schemas.microsoft.com/office/drawing/2014/main" id="{661E1CF7-2694-5ABF-86B5-7218F5B01DC4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: lekerekített 63">
                <a:extLst>
                  <a:ext uri="{FF2B5EF4-FFF2-40B4-BE49-F238E27FC236}">
                    <a16:creationId xmlns:a16="http://schemas.microsoft.com/office/drawing/2014/main" id="{E23C4EF9-7C2E-C80E-B715-EDF9061D7144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: lekerekített 64">
                <a:extLst>
                  <a:ext uri="{FF2B5EF4-FFF2-40B4-BE49-F238E27FC236}">
                    <a16:creationId xmlns:a16="http://schemas.microsoft.com/office/drawing/2014/main" id="{816E2429-74F7-31FC-9064-882F48078B27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: lekerekített 65">
                <a:extLst>
                  <a:ext uri="{FF2B5EF4-FFF2-40B4-BE49-F238E27FC236}">
                    <a16:creationId xmlns:a16="http://schemas.microsoft.com/office/drawing/2014/main" id="{3BCFD7E6-7EF0-C2DE-D4F3-276E45A28CCA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46" name="Picture 2" descr="Forráskép megtekintése">
              <a:extLst>
                <a:ext uri="{FF2B5EF4-FFF2-40B4-BE49-F238E27FC236}">
                  <a16:creationId xmlns:a16="http://schemas.microsoft.com/office/drawing/2014/main" id="{AF3DAAA9-748B-E1F7-1891-F673A3699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7" name="Picture 6" descr="Forráskép megtekintése">
              <a:extLst>
                <a:ext uri="{FF2B5EF4-FFF2-40B4-BE49-F238E27FC236}">
                  <a16:creationId xmlns:a16="http://schemas.microsoft.com/office/drawing/2014/main" id="{47E01E36-A69A-6A30-42DF-835CED8619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7" name="Csillag: 5 ágú 66">
            <a:extLst>
              <a:ext uri="{FF2B5EF4-FFF2-40B4-BE49-F238E27FC236}">
                <a16:creationId xmlns:a16="http://schemas.microsoft.com/office/drawing/2014/main" id="{CA7ACD2C-A053-7430-0B3E-B5D7678ECCBA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8" name="Csillag: 5 ágú 67">
            <a:extLst>
              <a:ext uri="{FF2B5EF4-FFF2-40B4-BE49-F238E27FC236}">
                <a16:creationId xmlns:a16="http://schemas.microsoft.com/office/drawing/2014/main" id="{601492A6-659A-57DE-99AE-B79327D88C7F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9" name="Csillag: 5 ágú 68">
            <a:extLst>
              <a:ext uri="{FF2B5EF4-FFF2-40B4-BE49-F238E27FC236}">
                <a16:creationId xmlns:a16="http://schemas.microsoft.com/office/drawing/2014/main" id="{EB94EBCC-7371-AA09-28B5-4BD43D6CCF8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0" name="Csillag: 5 ágú 69">
            <a:extLst>
              <a:ext uri="{FF2B5EF4-FFF2-40B4-BE49-F238E27FC236}">
                <a16:creationId xmlns:a16="http://schemas.microsoft.com/office/drawing/2014/main" id="{120673B0-2C06-0E87-1054-527588C7B9FA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1" name="Csillag: 5 ágú 70">
            <a:extLst>
              <a:ext uri="{FF2B5EF4-FFF2-40B4-BE49-F238E27FC236}">
                <a16:creationId xmlns:a16="http://schemas.microsoft.com/office/drawing/2014/main" id="{7521B7E0-3A85-95A6-C2B0-3EEA5073E6C8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2" name="Csillag: 5 ágú 71">
            <a:extLst>
              <a:ext uri="{FF2B5EF4-FFF2-40B4-BE49-F238E27FC236}">
                <a16:creationId xmlns:a16="http://schemas.microsoft.com/office/drawing/2014/main" id="{CAED0353-1302-7B94-DB34-21C480B2E8CD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3" name="Csillag: 5 ágú 72">
            <a:extLst>
              <a:ext uri="{FF2B5EF4-FFF2-40B4-BE49-F238E27FC236}">
                <a16:creationId xmlns:a16="http://schemas.microsoft.com/office/drawing/2014/main" id="{2923264A-8BB3-7EC6-FF65-F417DAA5DEA4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4" name="Csoportba foglalás 73">
            <a:extLst>
              <a:ext uri="{FF2B5EF4-FFF2-40B4-BE49-F238E27FC236}">
                <a16:creationId xmlns:a16="http://schemas.microsoft.com/office/drawing/2014/main" id="{3C649CA8-798C-A830-DBE3-E4C748893CE7}"/>
              </a:ext>
            </a:extLst>
          </p:cNvPr>
          <p:cNvGrpSpPr/>
          <p:nvPr/>
        </p:nvGrpSpPr>
        <p:grpSpPr>
          <a:xfrm>
            <a:off x="3391134" y="2756222"/>
            <a:ext cx="572842" cy="843164"/>
            <a:chOff x="5052362" y="2641556"/>
            <a:chExt cx="572842" cy="843164"/>
          </a:xfrm>
        </p:grpSpPr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81EA929E-427C-89E0-6A33-D57BD29F424B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C5460259-EE30-C1CD-79DC-475A4EC58EBC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Téglalap 89">
                <a:extLst>
                  <a:ext uri="{FF2B5EF4-FFF2-40B4-BE49-F238E27FC236}">
                    <a16:creationId xmlns:a16="http://schemas.microsoft.com/office/drawing/2014/main" id="{0F1D306F-AC5F-4E8D-CB4C-E802C07002C6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1" name="Henger 90">
                <a:extLst>
                  <a:ext uri="{FF2B5EF4-FFF2-40B4-BE49-F238E27FC236}">
                    <a16:creationId xmlns:a16="http://schemas.microsoft.com/office/drawing/2014/main" id="{4286A2BA-9D57-4B6D-A468-F276CEDD575F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Ellipszis 91">
                <a:extLst>
                  <a:ext uri="{FF2B5EF4-FFF2-40B4-BE49-F238E27FC236}">
                    <a16:creationId xmlns:a16="http://schemas.microsoft.com/office/drawing/2014/main" id="{2FB3EA2E-21C0-D151-F113-1653C8C9EFE5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F7B921ED-1C05-4E76-2525-1C37305E5F95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Téglalap 93">
                <a:extLst>
                  <a:ext uri="{FF2B5EF4-FFF2-40B4-BE49-F238E27FC236}">
                    <a16:creationId xmlns:a16="http://schemas.microsoft.com/office/drawing/2014/main" id="{75C3A310-BA8C-3C60-07AF-86FBE73F8390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AB399F20-A38F-F945-0D11-BEB7AEA36D4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82A56C68-323C-C106-E54D-BE2929A2A54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56FCF91C-0B70-9773-F29C-F8C9DAF016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E7E38125-53E7-D90F-37AD-0B24739F03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ED65FF29-19C9-A840-9539-B32DE5B6269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6" name="Ellipszis 75">
              <a:extLst>
                <a:ext uri="{FF2B5EF4-FFF2-40B4-BE49-F238E27FC236}">
                  <a16:creationId xmlns:a16="http://schemas.microsoft.com/office/drawing/2014/main" id="{47398B55-B1CD-26A6-E426-EBDBCCFF9C70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Ellipszis 76">
              <a:extLst>
                <a:ext uri="{FF2B5EF4-FFF2-40B4-BE49-F238E27FC236}">
                  <a16:creationId xmlns:a16="http://schemas.microsoft.com/office/drawing/2014/main" id="{CB362003-7686-E0F3-804E-3E513EE2DC94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Ív 77">
              <a:extLst>
                <a:ext uri="{FF2B5EF4-FFF2-40B4-BE49-F238E27FC236}">
                  <a16:creationId xmlns:a16="http://schemas.microsoft.com/office/drawing/2014/main" id="{01FCAD5D-A3E9-5AB2-3BA4-482ECB254272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>
              <a:extLst>
                <a:ext uri="{FF2B5EF4-FFF2-40B4-BE49-F238E27FC236}">
                  <a16:creationId xmlns:a16="http://schemas.microsoft.com/office/drawing/2014/main" id="{E23292F3-5FF3-88FD-739D-7BD0896E34B5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9CF50079-1920-A1BC-DB0B-7718808DD782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1" name="Kép 80">
              <a:extLst>
                <a:ext uri="{FF2B5EF4-FFF2-40B4-BE49-F238E27FC236}">
                  <a16:creationId xmlns:a16="http://schemas.microsoft.com/office/drawing/2014/main" id="{F367BA2D-3260-6295-BE5F-EBE387D5BBB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82" name="Picture 2" descr="Forráskép megtekintése">
              <a:extLst>
                <a:ext uri="{FF2B5EF4-FFF2-40B4-BE49-F238E27FC236}">
                  <a16:creationId xmlns:a16="http://schemas.microsoft.com/office/drawing/2014/main" id="{32D89E76-E402-43A3-3639-0A2BE0C19E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3" name="Csillag: 4 ágú 82">
              <a:extLst>
                <a:ext uri="{FF2B5EF4-FFF2-40B4-BE49-F238E27FC236}">
                  <a16:creationId xmlns:a16="http://schemas.microsoft.com/office/drawing/2014/main" id="{F24F1155-53FD-9B55-6689-6BD0637A413F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4" name="Picture 8" descr="Forráskép megtekintése">
              <a:extLst>
                <a:ext uri="{FF2B5EF4-FFF2-40B4-BE49-F238E27FC236}">
                  <a16:creationId xmlns:a16="http://schemas.microsoft.com/office/drawing/2014/main" id="{2CFBC054-633A-DE4C-6DE5-02F72C26AC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5" name="Egyenes összekötő 84">
              <a:extLst>
                <a:ext uri="{FF2B5EF4-FFF2-40B4-BE49-F238E27FC236}">
                  <a16:creationId xmlns:a16="http://schemas.microsoft.com/office/drawing/2014/main" id="{565DBB89-0E6E-A8A1-9F72-7FCCADC571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6" name="Szabadkézi sokszög: alakzat 85">
              <a:extLst>
                <a:ext uri="{FF2B5EF4-FFF2-40B4-BE49-F238E27FC236}">
                  <a16:creationId xmlns:a16="http://schemas.microsoft.com/office/drawing/2014/main" id="{54073AF1-574F-AA22-7376-6494BEC3FE47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>
              <a:extLst>
                <a:ext uri="{FF2B5EF4-FFF2-40B4-BE49-F238E27FC236}">
                  <a16:creationId xmlns:a16="http://schemas.microsoft.com/office/drawing/2014/main" id="{636D3780-7858-D9AB-6C53-D2157D490748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9524088F-2CB9-92E8-CCFF-FAF6F4E68B62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0" name="Csoportba foglalás 99">
            <a:extLst>
              <a:ext uri="{FF2B5EF4-FFF2-40B4-BE49-F238E27FC236}">
                <a16:creationId xmlns:a16="http://schemas.microsoft.com/office/drawing/2014/main" id="{888D7287-44B8-6299-495A-6428CD41CF9B}"/>
              </a:ext>
            </a:extLst>
          </p:cNvPr>
          <p:cNvGrpSpPr/>
          <p:nvPr/>
        </p:nvGrpSpPr>
        <p:grpSpPr>
          <a:xfrm flipH="1">
            <a:off x="2128583" y="4228926"/>
            <a:ext cx="411716" cy="774685"/>
            <a:chOff x="3043856" y="2828171"/>
            <a:chExt cx="411716" cy="774685"/>
          </a:xfrm>
        </p:grpSpPr>
        <p:sp>
          <p:nvSpPr>
            <p:cNvPr id="101" name="Téglalap 100">
              <a:extLst>
                <a:ext uri="{FF2B5EF4-FFF2-40B4-BE49-F238E27FC236}">
                  <a16:creationId xmlns:a16="http://schemas.microsoft.com/office/drawing/2014/main" id="{A2352600-ECBC-E188-661F-ADC13916F8D5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2" name="Téglalap 101">
              <a:extLst>
                <a:ext uri="{FF2B5EF4-FFF2-40B4-BE49-F238E27FC236}">
                  <a16:creationId xmlns:a16="http://schemas.microsoft.com/office/drawing/2014/main" id="{ADB64AF6-B966-83B7-3DB3-0BCD1416B5A3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3" name="Henger 102">
              <a:extLst>
                <a:ext uri="{FF2B5EF4-FFF2-40B4-BE49-F238E27FC236}">
                  <a16:creationId xmlns:a16="http://schemas.microsoft.com/office/drawing/2014/main" id="{7687DB58-91A3-C52A-56BB-4EB89E7F11D9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4" name="Ellipszis 103">
              <a:extLst>
                <a:ext uri="{FF2B5EF4-FFF2-40B4-BE49-F238E27FC236}">
                  <a16:creationId xmlns:a16="http://schemas.microsoft.com/office/drawing/2014/main" id="{22E5D440-8DCD-9EBA-9FA1-FA1D90CD9E48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5" name="Téglalap 104">
              <a:extLst>
                <a:ext uri="{FF2B5EF4-FFF2-40B4-BE49-F238E27FC236}">
                  <a16:creationId xmlns:a16="http://schemas.microsoft.com/office/drawing/2014/main" id="{E9F0DD07-FAD2-1A6B-910F-411B3AD950D3}"/>
                </a:ext>
              </a:extLst>
            </p:cNvPr>
            <p:cNvSpPr/>
            <p:nvPr/>
          </p:nvSpPr>
          <p:spPr>
            <a:xfrm rot="16657126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6" name="Téglalap 105">
              <a:extLst>
                <a:ext uri="{FF2B5EF4-FFF2-40B4-BE49-F238E27FC236}">
                  <a16:creationId xmlns:a16="http://schemas.microsoft.com/office/drawing/2014/main" id="{CEB92F32-8E62-2C0F-B8D5-0BF1DAD18B80}"/>
                </a:ext>
              </a:extLst>
            </p:cNvPr>
            <p:cNvSpPr/>
            <p:nvPr/>
          </p:nvSpPr>
          <p:spPr>
            <a:xfrm rot="3139366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7" name="Ellipszis 106">
              <a:extLst>
                <a:ext uri="{FF2B5EF4-FFF2-40B4-BE49-F238E27FC236}">
                  <a16:creationId xmlns:a16="http://schemas.microsoft.com/office/drawing/2014/main" id="{B8F3CCBD-E864-DEAA-4F5A-DF14892B1F83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08" name="Egyenes összekötő 107">
              <a:extLst>
                <a:ext uri="{FF2B5EF4-FFF2-40B4-BE49-F238E27FC236}">
                  <a16:creationId xmlns:a16="http://schemas.microsoft.com/office/drawing/2014/main" id="{62244592-E00F-11AE-88E0-315D0E053491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9" name="Egyenes összekötő 108">
              <a:extLst>
                <a:ext uri="{FF2B5EF4-FFF2-40B4-BE49-F238E27FC236}">
                  <a16:creationId xmlns:a16="http://schemas.microsoft.com/office/drawing/2014/main" id="{0DB6227F-E59E-17BD-E49C-EC2C55C682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0" name="Egyenes összekötő 109">
              <a:extLst>
                <a:ext uri="{FF2B5EF4-FFF2-40B4-BE49-F238E27FC236}">
                  <a16:creationId xmlns:a16="http://schemas.microsoft.com/office/drawing/2014/main" id="{BF23EA2C-073D-B223-F6C6-E6EC3C56CF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1" name="Egyenes összekötő 110">
              <a:extLst>
                <a:ext uri="{FF2B5EF4-FFF2-40B4-BE49-F238E27FC236}">
                  <a16:creationId xmlns:a16="http://schemas.microsoft.com/office/drawing/2014/main" id="{8881822E-FD2B-4139-0381-6C3604359A6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2" name="Ellipszis 111">
              <a:extLst>
                <a:ext uri="{FF2B5EF4-FFF2-40B4-BE49-F238E27FC236}">
                  <a16:creationId xmlns:a16="http://schemas.microsoft.com/office/drawing/2014/main" id="{86E14A8E-02C2-790F-B437-108CCF843788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3" name="Picture 4" descr="Forráskép megtekintése">
              <a:extLst>
                <a:ext uri="{FF2B5EF4-FFF2-40B4-BE49-F238E27FC236}">
                  <a16:creationId xmlns:a16="http://schemas.microsoft.com/office/drawing/2014/main" id="{2B798250-9FD9-8750-807C-7454D6E0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030781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CB0A89BE-A199-5AE5-7094-C0B424E7733D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AA889F2E-F484-55F2-D71B-FE2FC060B9FB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6D0E5F93-42BC-C87A-D977-47E2CDB7A476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9AB4F2E3-59D9-08D1-CF35-48CDAC87A401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98FC244E-481B-6EAF-715F-A5B1A7885E9F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395F4085-4A5B-3C77-6956-4092C0166A8A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474886E1-62CD-23CF-1D1B-B2E663991A03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44AABE9D-7D40-D413-DDCF-013000F2BA60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CCD4CBEC-E194-62D8-B20C-DA20EBCDB105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12514173-8E35-EB87-7E39-0D7E400FD62A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BEA47D79-F40B-BC0D-42D7-4FE9B220A859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9FD463D2-EF67-D35E-FFF0-3B5AAB29563C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FB89D2FA-1084-E2FD-D9DB-C107F400A4A9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0B028267-3406-3EF2-8F76-C90F4B0EFA82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33B11230-9474-6549-802F-8D087EFD2DF5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ED775419-0047-1204-B29A-574D84C743F7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C51B5C52-3078-DBF7-F177-AB4D94D80C29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CC1AC458-ADE6-3758-47F3-0E4F2F35D419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FED55D0C-E24B-AB2C-533C-B7F2532149A5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6FA97550-67FA-1C0A-8754-148E02F80FA9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F25FC902-FABE-4A3B-79FF-8B11C6C58AE7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B5446C31-C377-7FAF-A4FE-C9188663C1A6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3D235464-C0BB-AFF4-EA01-6FB632A6C213}"/>
              </a:ext>
            </a:extLst>
          </p:cNvPr>
          <p:cNvSpPr/>
          <p:nvPr/>
        </p:nvSpPr>
        <p:spPr>
          <a:xfrm rot="3113172">
            <a:off x="11068056" y="-1980945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ECC1076A-C3D2-1ADA-2C03-96E3A23994B7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CB8C19D3-D95F-0FAE-A06E-DE57CA824504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5B702615-C407-1826-A763-D19AECB7EBB1}"/>
              </a:ext>
            </a:extLst>
          </p:cNvPr>
          <p:cNvGrpSpPr/>
          <p:nvPr/>
        </p:nvGrpSpPr>
        <p:grpSpPr>
          <a:xfrm>
            <a:off x="2649973" y="2818682"/>
            <a:ext cx="340441" cy="764382"/>
            <a:chOff x="3741138" y="2820709"/>
            <a:chExt cx="340441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8355F6CE-5B27-4881-6223-214A0A6B4BB1}"/>
                </a:ext>
              </a:extLst>
            </p:cNvPr>
            <p:cNvGrpSpPr/>
            <p:nvPr/>
          </p:nvGrpSpPr>
          <p:grpSpPr>
            <a:xfrm>
              <a:off x="3741138" y="2853226"/>
              <a:ext cx="340441" cy="731865"/>
              <a:chOff x="3741138" y="2853226"/>
              <a:chExt cx="340441" cy="731865"/>
            </a:xfrm>
          </p:grpSpPr>
          <p:sp>
            <p:nvSpPr>
              <p:cNvPr id="32" name="Téglalap 31">
                <a:extLst>
                  <a:ext uri="{FF2B5EF4-FFF2-40B4-BE49-F238E27FC236}">
                    <a16:creationId xmlns:a16="http://schemas.microsoft.com/office/drawing/2014/main" id="{D66EE7D1-B386-A34B-80F0-490B71EE1CF3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3" name="Henger 32">
                <a:extLst>
                  <a:ext uri="{FF2B5EF4-FFF2-40B4-BE49-F238E27FC236}">
                    <a16:creationId xmlns:a16="http://schemas.microsoft.com/office/drawing/2014/main" id="{B285F13D-9D31-1288-D5E2-DCBA69AE19F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66FA5A38-8369-BB9E-CBD8-E02FD80F32E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Téglalap 34">
                <a:extLst>
                  <a:ext uri="{FF2B5EF4-FFF2-40B4-BE49-F238E27FC236}">
                    <a16:creationId xmlns:a16="http://schemas.microsoft.com/office/drawing/2014/main" id="{9BCA4BAC-077A-95DB-5219-A987EDF12415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C92DF0A9-B0CC-7CCB-EEAC-4D6688E051BC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622C4F5D-932A-EB1D-EF27-41ED73FE356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8" name="Egyenes összekötő 37">
                <a:extLst>
                  <a:ext uri="{FF2B5EF4-FFF2-40B4-BE49-F238E27FC236}">
                    <a16:creationId xmlns:a16="http://schemas.microsoft.com/office/drawing/2014/main" id="{913A8DCD-F1ED-5ED1-BC23-782A55FB7D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79C095E7-A192-BE25-62B8-FC2B9435C67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2CE0B0D7-B300-1597-3973-D6AA5A49D6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543891EF-844F-05CB-3EB8-BAD8771562A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5DF07EBE-26E6-0D31-0CFD-45CBF72EFC8F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12A0273E-F724-8F45-A41A-D0C3058390A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027B5039-6E93-3827-A7F2-DB489686403D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3" name="Csoportba foglalás 42">
            <a:extLst>
              <a:ext uri="{FF2B5EF4-FFF2-40B4-BE49-F238E27FC236}">
                <a16:creationId xmlns:a16="http://schemas.microsoft.com/office/drawing/2014/main" id="{9A5AB862-F294-1CEA-D354-085C3068F4B5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4" name="Csoportba foglalás 43">
              <a:extLst>
                <a:ext uri="{FF2B5EF4-FFF2-40B4-BE49-F238E27FC236}">
                  <a16:creationId xmlns:a16="http://schemas.microsoft.com/office/drawing/2014/main" id="{240254DE-7FD7-941E-EF8C-C86E898C53E1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47" name="Derékszögű háromszög 46">
                <a:extLst>
                  <a:ext uri="{FF2B5EF4-FFF2-40B4-BE49-F238E27FC236}">
                    <a16:creationId xmlns:a16="http://schemas.microsoft.com/office/drawing/2014/main" id="{3A428C21-0E24-9FD8-1ABC-C1F9FB09F2CA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Derékszögű háromszög 47">
                <a:extLst>
                  <a:ext uri="{FF2B5EF4-FFF2-40B4-BE49-F238E27FC236}">
                    <a16:creationId xmlns:a16="http://schemas.microsoft.com/office/drawing/2014/main" id="{E673F959-5C11-D8AD-2DD1-5B3475A49851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 15">
                <a:extLst>
                  <a:ext uri="{FF2B5EF4-FFF2-40B4-BE49-F238E27FC236}">
                    <a16:creationId xmlns:a16="http://schemas.microsoft.com/office/drawing/2014/main" id="{763BB3CD-AC1E-B3C3-ABF9-72709D711526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Folyamatábra: Tárolt adat 17">
                <a:extLst>
                  <a:ext uri="{FF2B5EF4-FFF2-40B4-BE49-F238E27FC236}">
                    <a16:creationId xmlns:a16="http://schemas.microsoft.com/office/drawing/2014/main" id="{B38E40C0-5E54-845C-207D-AB3822F37821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Derékszögű háromszög 50">
                <a:extLst>
                  <a:ext uri="{FF2B5EF4-FFF2-40B4-BE49-F238E27FC236}">
                    <a16:creationId xmlns:a16="http://schemas.microsoft.com/office/drawing/2014/main" id="{6CDB90EF-087F-C1DE-A13B-59CAA69DC66F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2" name="Kivonás jele 51">
                <a:extLst>
                  <a:ext uri="{FF2B5EF4-FFF2-40B4-BE49-F238E27FC236}">
                    <a16:creationId xmlns:a16="http://schemas.microsoft.com/office/drawing/2014/main" id="{D31001CB-B0AA-8289-BFC0-0B0B9B0A72B0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Ellipszis 52">
                <a:extLst>
                  <a:ext uri="{FF2B5EF4-FFF2-40B4-BE49-F238E27FC236}">
                    <a16:creationId xmlns:a16="http://schemas.microsoft.com/office/drawing/2014/main" id="{5CB7201C-6EAA-AC9B-5F24-204E9410B850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C9CF854C-8F27-CF44-5363-0338DF003E0E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Kivonás jele 54">
                <a:extLst>
                  <a:ext uri="{FF2B5EF4-FFF2-40B4-BE49-F238E27FC236}">
                    <a16:creationId xmlns:a16="http://schemas.microsoft.com/office/drawing/2014/main" id="{7914F633-F30F-89B8-9C10-2F0398BF3BEA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Kivonás jele 55">
                <a:extLst>
                  <a:ext uri="{FF2B5EF4-FFF2-40B4-BE49-F238E27FC236}">
                    <a16:creationId xmlns:a16="http://schemas.microsoft.com/office/drawing/2014/main" id="{1FB1F09A-00B3-1EEE-67D8-D46FE2CF8BE8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7" name="Ellipszis 56">
                <a:extLst>
                  <a:ext uri="{FF2B5EF4-FFF2-40B4-BE49-F238E27FC236}">
                    <a16:creationId xmlns:a16="http://schemas.microsoft.com/office/drawing/2014/main" id="{5B60784F-8141-5128-816F-1C277614E879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Romboid 57">
                <a:extLst>
                  <a:ext uri="{FF2B5EF4-FFF2-40B4-BE49-F238E27FC236}">
                    <a16:creationId xmlns:a16="http://schemas.microsoft.com/office/drawing/2014/main" id="{BCD0A174-CC35-F8E1-F012-F538EE4D1E2C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Téglalap 58">
                <a:extLst>
                  <a:ext uri="{FF2B5EF4-FFF2-40B4-BE49-F238E27FC236}">
                    <a16:creationId xmlns:a16="http://schemas.microsoft.com/office/drawing/2014/main" id="{88DD03CA-D052-5AF0-3C17-52B27E3C1A01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0" name="Téglalap: lekerekített 59">
                <a:extLst>
                  <a:ext uri="{FF2B5EF4-FFF2-40B4-BE49-F238E27FC236}">
                    <a16:creationId xmlns:a16="http://schemas.microsoft.com/office/drawing/2014/main" id="{ADAAFE45-4468-464A-3D2F-14C9BB91C13F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: lekerekített 60">
                <a:extLst>
                  <a:ext uri="{FF2B5EF4-FFF2-40B4-BE49-F238E27FC236}">
                    <a16:creationId xmlns:a16="http://schemas.microsoft.com/office/drawing/2014/main" id="{A24DA379-F561-39BA-A19B-CCE21E1A2435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: lekerekített 61">
                <a:extLst>
                  <a:ext uri="{FF2B5EF4-FFF2-40B4-BE49-F238E27FC236}">
                    <a16:creationId xmlns:a16="http://schemas.microsoft.com/office/drawing/2014/main" id="{FC020B42-BC08-C550-D112-5E29C1419780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: lekerekített 62">
                <a:extLst>
                  <a:ext uri="{FF2B5EF4-FFF2-40B4-BE49-F238E27FC236}">
                    <a16:creationId xmlns:a16="http://schemas.microsoft.com/office/drawing/2014/main" id="{ADE20DD2-BFB4-00C8-645C-7F7C8739B755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: lekerekített 63">
                <a:extLst>
                  <a:ext uri="{FF2B5EF4-FFF2-40B4-BE49-F238E27FC236}">
                    <a16:creationId xmlns:a16="http://schemas.microsoft.com/office/drawing/2014/main" id="{7120BA3A-2C38-39F6-DC79-472AF8425C5F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: lekerekített 64">
                <a:extLst>
                  <a:ext uri="{FF2B5EF4-FFF2-40B4-BE49-F238E27FC236}">
                    <a16:creationId xmlns:a16="http://schemas.microsoft.com/office/drawing/2014/main" id="{CDEF0DD8-860A-AE5B-E33D-BEAC42A83BEE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45" name="Picture 2" descr="Forráskép megtekintése">
              <a:extLst>
                <a:ext uri="{FF2B5EF4-FFF2-40B4-BE49-F238E27FC236}">
                  <a16:creationId xmlns:a16="http://schemas.microsoft.com/office/drawing/2014/main" id="{22A6CA92-59C4-90FD-775E-EAB65FD050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6" name="Picture 6" descr="Forráskép megtekintése">
              <a:extLst>
                <a:ext uri="{FF2B5EF4-FFF2-40B4-BE49-F238E27FC236}">
                  <a16:creationId xmlns:a16="http://schemas.microsoft.com/office/drawing/2014/main" id="{18F70F4F-F96C-D123-CF06-B03D7FDA12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6" name="Csillag: 5 ágú 65">
            <a:extLst>
              <a:ext uri="{FF2B5EF4-FFF2-40B4-BE49-F238E27FC236}">
                <a16:creationId xmlns:a16="http://schemas.microsoft.com/office/drawing/2014/main" id="{3A449730-6134-9A31-DBB7-C50CD3CB936C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7" name="Csillag: 5 ágú 66">
            <a:extLst>
              <a:ext uri="{FF2B5EF4-FFF2-40B4-BE49-F238E27FC236}">
                <a16:creationId xmlns:a16="http://schemas.microsoft.com/office/drawing/2014/main" id="{2DC68632-F1CB-902C-7F42-55BB5F32C4CA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8" name="Csillag: 5 ágú 67">
            <a:extLst>
              <a:ext uri="{FF2B5EF4-FFF2-40B4-BE49-F238E27FC236}">
                <a16:creationId xmlns:a16="http://schemas.microsoft.com/office/drawing/2014/main" id="{68BFAD36-B5BD-152C-BF62-C33384FC2F70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9" name="Csillag: 5 ágú 68">
            <a:extLst>
              <a:ext uri="{FF2B5EF4-FFF2-40B4-BE49-F238E27FC236}">
                <a16:creationId xmlns:a16="http://schemas.microsoft.com/office/drawing/2014/main" id="{F83D9C0F-803D-402B-CE69-F837EA5D4367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0" name="Csillag: 5 ágú 69">
            <a:extLst>
              <a:ext uri="{FF2B5EF4-FFF2-40B4-BE49-F238E27FC236}">
                <a16:creationId xmlns:a16="http://schemas.microsoft.com/office/drawing/2014/main" id="{34D64634-E953-2186-3B8B-3B08C67EA557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1" name="Csillag: 5 ágú 70">
            <a:extLst>
              <a:ext uri="{FF2B5EF4-FFF2-40B4-BE49-F238E27FC236}">
                <a16:creationId xmlns:a16="http://schemas.microsoft.com/office/drawing/2014/main" id="{0BC44927-661D-9237-1473-675F37CCF4E0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2" name="Csillag: 5 ágú 71">
            <a:extLst>
              <a:ext uri="{FF2B5EF4-FFF2-40B4-BE49-F238E27FC236}">
                <a16:creationId xmlns:a16="http://schemas.microsoft.com/office/drawing/2014/main" id="{4E0BBBE7-D72D-BF36-E313-EA19876C773C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3" name="Csoportba foglalás 72">
            <a:extLst>
              <a:ext uri="{FF2B5EF4-FFF2-40B4-BE49-F238E27FC236}">
                <a16:creationId xmlns:a16="http://schemas.microsoft.com/office/drawing/2014/main" id="{4A7C0934-DB33-7F1C-E0F6-5E0FF0ED5CAA}"/>
              </a:ext>
            </a:extLst>
          </p:cNvPr>
          <p:cNvGrpSpPr/>
          <p:nvPr/>
        </p:nvGrpSpPr>
        <p:grpSpPr>
          <a:xfrm>
            <a:off x="3310800" y="2756222"/>
            <a:ext cx="572842" cy="843164"/>
            <a:chOff x="5052362" y="2641556"/>
            <a:chExt cx="572842" cy="843164"/>
          </a:xfrm>
        </p:grpSpPr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0CAE794D-18E2-1A6E-F1A1-1C2F3C2FDA06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88" name="Téglalap 87">
                <a:extLst>
                  <a:ext uri="{FF2B5EF4-FFF2-40B4-BE49-F238E27FC236}">
                    <a16:creationId xmlns:a16="http://schemas.microsoft.com/office/drawing/2014/main" id="{D614347B-D2E1-3F97-76C4-AA88E5C08670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16DF4016-9813-01DC-BFF9-0D1F699FC82C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0" name="Henger 89">
                <a:extLst>
                  <a:ext uri="{FF2B5EF4-FFF2-40B4-BE49-F238E27FC236}">
                    <a16:creationId xmlns:a16="http://schemas.microsoft.com/office/drawing/2014/main" id="{174F5A30-3002-8B23-E0B0-E0DF8879D621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Ellipszis 90">
                <a:extLst>
                  <a:ext uri="{FF2B5EF4-FFF2-40B4-BE49-F238E27FC236}">
                    <a16:creationId xmlns:a16="http://schemas.microsoft.com/office/drawing/2014/main" id="{75BD237A-736F-3662-8903-2023220C863A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2" name="Téglalap 91">
                <a:extLst>
                  <a:ext uri="{FF2B5EF4-FFF2-40B4-BE49-F238E27FC236}">
                    <a16:creationId xmlns:a16="http://schemas.microsoft.com/office/drawing/2014/main" id="{1A08F5DE-157C-4A28-972B-33055340D418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3BECD602-52B1-6EB7-569F-EDC22FDAFF70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CEACD012-EBBE-AF5D-98CA-8249E24AF7C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5" name="Egyenes összekötő 94">
                <a:extLst>
                  <a:ext uri="{FF2B5EF4-FFF2-40B4-BE49-F238E27FC236}">
                    <a16:creationId xmlns:a16="http://schemas.microsoft.com/office/drawing/2014/main" id="{9DA691B3-625D-E8DB-E09F-0BA79218D7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E5AF482D-A7DA-B3B3-A9AF-847F6913BD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01110E21-3657-13AD-CA5D-48DB6D55341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FFD8AA20-92E9-A298-C3EA-C433A17613C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5" name="Ellipszis 74">
              <a:extLst>
                <a:ext uri="{FF2B5EF4-FFF2-40B4-BE49-F238E27FC236}">
                  <a16:creationId xmlns:a16="http://schemas.microsoft.com/office/drawing/2014/main" id="{BC75A9A5-1D8D-A349-4E25-2F7D214EFB3B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6" name="Ellipszis 75">
              <a:extLst>
                <a:ext uri="{FF2B5EF4-FFF2-40B4-BE49-F238E27FC236}">
                  <a16:creationId xmlns:a16="http://schemas.microsoft.com/office/drawing/2014/main" id="{357653BC-871E-1F54-05F3-44FF41C713D3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Ív 76">
              <a:extLst>
                <a:ext uri="{FF2B5EF4-FFF2-40B4-BE49-F238E27FC236}">
                  <a16:creationId xmlns:a16="http://schemas.microsoft.com/office/drawing/2014/main" id="{F5D9266F-B5D3-5751-94D4-BCEA9909A0BA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Ellipszis 77">
              <a:extLst>
                <a:ext uri="{FF2B5EF4-FFF2-40B4-BE49-F238E27FC236}">
                  <a16:creationId xmlns:a16="http://schemas.microsoft.com/office/drawing/2014/main" id="{A9595B0B-259B-44F5-CC42-3BB900D002C1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>
              <a:extLst>
                <a:ext uri="{FF2B5EF4-FFF2-40B4-BE49-F238E27FC236}">
                  <a16:creationId xmlns:a16="http://schemas.microsoft.com/office/drawing/2014/main" id="{7675AD3D-1AE9-BC7C-2FF4-32345B282346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0" name="Kép 79">
              <a:extLst>
                <a:ext uri="{FF2B5EF4-FFF2-40B4-BE49-F238E27FC236}">
                  <a16:creationId xmlns:a16="http://schemas.microsoft.com/office/drawing/2014/main" id="{2EFF42CB-82D1-3F77-480A-776787E6850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81" name="Picture 2" descr="Forráskép megtekintése">
              <a:extLst>
                <a:ext uri="{FF2B5EF4-FFF2-40B4-BE49-F238E27FC236}">
                  <a16:creationId xmlns:a16="http://schemas.microsoft.com/office/drawing/2014/main" id="{0BB357CB-B27F-CDCD-82CA-0E561881F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Csillag: 4 ágú 81">
              <a:extLst>
                <a:ext uri="{FF2B5EF4-FFF2-40B4-BE49-F238E27FC236}">
                  <a16:creationId xmlns:a16="http://schemas.microsoft.com/office/drawing/2014/main" id="{077AACCE-D759-84E3-2E3B-FD51FAB6E633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3" name="Picture 8" descr="Forráskép megtekintése">
              <a:extLst>
                <a:ext uri="{FF2B5EF4-FFF2-40B4-BE49-F238E27FC236}">
                  <a16:creationId xmlns:a16="http://schemas.microsoft.com/office/drawing/2014/main" id="{B86DAFA0-BE3F-ECC5-39EB-4DDCEBC8F4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9FE3D17F-B910-507A-EFF8-3D3B918436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5" name="Szabadkézi sokszög: alakzat 84">
              <a:extLst>
                <a:ext uri="{FF2B5EF4-FFF2-40B4-BE49-F238E27FC236}">
                  <a16:creationId xmlns:a16="http://schemas.microsoft.com/office/drawing/2014/main" id="{D474B213-3763-C0FA-24AF-9EE3FEB7603B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Ellipszis 85">
              <a:extLst>
                <a:ext uri="{FF2B5EF4-FFF2-40B4-BE49-F238E27FC236}">
                  <a16:creationId xmlns:a16="http://schemas.microsoft.com/office/drawing/2014/main" id="{6B49A5E1-6A0B-D346-0B30-89BF765858A6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>
              <a:extLst>
                <a:ext uri="{FF2B5EF4-FFF2-40B4-BE49-F238E27FC236}">
                  <a16:creationId xmlns:a16="http://schemas.microsoft.com/office/drawing/2014/main" id="{DF44650E-C96C-C5EA-AA55-41BD552EBA1B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9" name="Csoportba foglalás 98">
            <a:extLst>
              <a:ext uri="{FF2B5EF4-FFF2-40B4-BE49-F238E27FC236}">
                <a16:creationId xmlns:a16="http://schemas.microsoft.com/office/drawing/2014/main" id="{B3929F3C-9311-DCA2-33F0-8D154A61A61A}"/>
              </a:ext>
            </a:extLst>
          </p:cNvPr>
          <p:cNvGrpSpPr/>
          <p:nvPr/>
        </p:nvGrpSpPr>
        <p:grpSpPr>
          <a:xfrm flipH="1">
            <a:off x="2145835" y="4246178"/>
            <a:ext cx="411716" cy="774685"/>
            <a:chOff x="3043856" y="2828171"/>
            <a:chExt cx="411716" cy="774685"/>
          </a:xfrm>
        </p:grpSpPr>
        <p:sp>
          <p:nvSpPr>
            <p:cNvPr id="100" name="Téglalap 99">
              <a:extLst>
                <a:ext uri="{FF2B5EF4-FFF2-40B4-BE49-F238E27FC236}">
                  <a16:creationId xmlns:a16="http://schemas.microsoft.com/office/drawing/2014/main" id="{8EFC2193-3F95-AC96-AB69-61B554FFACB0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1" name="Téglalap 100">
              <a:extLst>
                <a:ext uri="{FF2B5EF4-FFF2-40B4-BE49-F238E27FC236}">
                  <a16:creationId xmlns:a16="http://schemas.microsoft.com/office/drawing/2014/main" id="{68871C1F-F1A6-9496-891C-BE812A8277FC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2" name="Henger 101">
              <a:extLst>
                <a:ext uri="{FF2B5EF4-FFF2-40B4-BE49-F238E27FC236}">
                  <a16:creationId xmlns:a16="http://schemas.microsoft.com/office/drawing/2014/main" id="{BFE5539A-7610-9CA0-64D7-B9C6A44B6A73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3" name="Ellipszis 102">
              <a:extLst>
                <a:ext uri="{FF2B5EF4-FFF2-40B4-BE49-F238E27FC236}">
                  <a16:creationId xmlns:a16="http://schemas.microsoft.com/office/drawing/2014/main" id="{973DE377-42C2-8923-67DE-1D67E3A7CEFC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4" name="Téglalap 103">
              <a:extLst>
                <a:ext uri="{FF2B5EF4-FFF2-40B4-BE49-F238E27FC236}">
                  <a16:creationId xmlns:a16="http://schemas.microsoft.com/office/drawing/2014/main" id="{8FE94263-0D2A-4269-4B3D-C74D9295D374}"/>
                </a:ext>
              </a:extLst>
            </p:cNvPr>
            <p:cNvSpPr/>
            <p:nvPr/>
          </p:nvSpPr>
          <p:spPr>
            <a:xfrm rot="16657126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5" name="Téglalap 104">
              <a:extLst>
                <a:ext uri="{FF2B5EF4-FFF2-40B4-BE49-F238E27FC236}">
                  <a16:creationId xmlns:a16="http://schemas.microsoft.com/office/drawing/2014/main" id="{DD47DFAE-BCBD-D709-C04D-002722B7F8C5}"/>
                </a:ext>
              </a:extLst>
            </p:cNvPr>
            <p:cNvSpPr/>
            <p:nvPr/>
          </p:nvSpPr>
          <p:spPr>
            <a:xfrm rot="3139366">
              <a:off x="3276507" y="326821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6" name="Ellipszis 105">
              <a:extLst>
                <a:ext uri="{FF2B5EF4-FFF2-40B4-BE49-F238E27FC236}">
                  <a16:creationId xmlns:a16="http://schemas.microsoft.com/office/drawing/2014/main" id="{C0A491D0-86CB-FB25-5075-A7766F2107B1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07" name="Egyenes összekötő 106">
              <a:extLst>
                <a:ext uri="{FF2B5EF4-FFF2-40B4-BE49-F238E27FC236}">
                  <a16:creationId xmlns:a16="http://schemas.microsoft.com/office/drawing/2014/main" id="{6366B8DC-8A13-593C-4529-472E8B01CE83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8" name="Egyenes összekötő 107">
              <a:extLst>
                <a:ext uri="{FF2B5EF4-FFF2-40B4-BE49-F238E27FC236}">
                  <a16:creationId xmlns:a16="http://schemas.microsoft.com/office/drawing/2014/main" id="{E69C8E5E-B892-C407-5DC3-B1A87136F7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9" name="Egyenes összekötő 108">
              <a:extLst>
                <a:ext uri="{FF2B5EF4-FFF2-40B4-BE49-F238E27FC236}">
                  <a16:creationId xmlns:a16="http://schemas.microsoft.com/office/drawing/2014/main" id="{5490C85D-750A-6FBA-F0D6-D33F09C9943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0" name="Egyenes összekötő 109">
              <a:extLst>
                <a:ext uri="{FF2B5EF4-FFF2-40B4-BE49-F238E27FC236}">
                  <a16:creationId xmlns:a16="http://schemas.microsoft.com/office/drawing/2014/main" id="{06E80208-2479-D1F9-0739-8D295CE8F5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893F4B26-B6F9-680B-A99E-D537BEC9943C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2" name="Picture 4" descr="Forráskép megtekintése">
              <a:extLst>
                <a:ext uri="{FF2B5EF4-FFF2-40B4-BE49-F238E27FC236}">
                  <a16:creationId xmlns:a16="http://schemas.microsoft.com/office/drawing/2014/main" id="{ED35B0ED-4C5C-B84B-81E8-573A62B40D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3" name="Téglalap 112">
            <a:extLst>
              <a:ext uri="{FF2B5EF4-FFF2-40B4-BE49-F238E27FC236}">
                <a16:creationId xmlns:a16="http://schemas.microsoft.com/office/drawing/2014/main" id="{A0AA6AE1-A976-30DB-88F4-6A279EF4DC66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8526307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ED767FE4-D5D5-2E0D-A449-9838DADF4EE7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719DE627-5E1C-1D40-566C-9A73A78B6188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2C321C17-4C6A-697E-6747-1CA2EA9F3F85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FF95863B-0B8A-2CA1-313E-0AFCD6F66A18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4CF6084D-B2DA-2883-02F0-6D1A7A34AACC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6A84AFD6-24A1-B8FA-3521-C028722C110F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8DCA6F10-2316-0AF7-463E-B60ECA71C4B2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22F0C8C7-A26F-57B2-B74E-F0824B6B7680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FE00DB39-9FFB-10E4-4343-CAE54078D7E7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A09D940C-6E28-AAC9-1E9C-F0A43BA7F834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EFF66451-3F95-50E8-E3D4-6ED4DDCF2661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31EBF9EE-6376-6E67-1CE8-F43017B382B0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93349025-E9A0-B3C1-8F49-F88A548B2CEC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0A2012B4-CBA5-937E-0CC3-4EA03EAAE94B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47150B6C-BFEC-BE1D-DAB4-76C2B5A16702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9C412C29-9BEF-C097-8733-18AF5E6336A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5108A193-6CB6-F65B-A18B-68B2F0C05506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11DEB1E8-AB18-9826-25C5-E6F6E2685E43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01AFF15A-61B0-D053-4BB6-EE24A34C25C4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32D941AD-758A-1EB5-EBA7-A0772920D8F7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442BFF69-D126-D055-729E-B00CB2871733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CD8EC007-39F0-D397-A96F-EB948C46C911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05E5DBC3-3ED9-EBD3-2E30-D0A28C4B3420}"/>
              </a:ext>
            </a:extLst>
          </p:cNvPr>
          <p:cNvSpPr/>
          <p:nvPr/>
        </p:nvSpPr>
        <p:spPr>
          <a:xfrm rot="4134162">
            <a:off x="11317116" y="-1707489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CB02389B-CFCA-D620-023A-244A6967239A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7E999115-6E17-F927-83F6-D3CA1BC05265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D2A3D69F-C4DA-2422-0AA0-894608AC0330}"/>
              </a:ext>
            </a:extLst>
          </p:cNvPr>
          <p:cNvGrpSpPr/>
          <p:nvPr/>
        </p:nvGrpSpPr>
        <p:grpSpPr>
          <a:xfrm>
            <a:off x="2540853" y="2818682"/>
            <a:ext cx="340441" cy="764382"/>
            <a:chOff x="3741138" y="2820709"/>
            <a:chExt cx="340441" cy="764382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7040CD9E-0A6B-185A-0FE5-35DD6BECD80E}"/>
                </a:ext>
              </a:extLst>
            </p:cNvPr>
            <p:cNvGrpSpPr/>
            <p:nvPr/>
          </p:nvGrpSpPr>
          <p:grpSpPr>
            <a:xfrm>
              <a:off x="3741138" y="2853226"/>
              <a:ext cx="340441" cy="731865"/>
              <a:chOff x="3741138" y="2853226"/>
              <a:chExt cx="340441" cy="731865"/>
            </a:xfrm>
          </p:grpSpPr>
          <p:sp>
            <p:nvSpPr>
              <p:cNvPr id="32" name="Téglalap 31">
                <a:extLst>
                  <a:ext uri="{FF2B5EF4-FFF2-40B4-BE49-F238E27FC236}">
                    <a16:creationId xmlns:a16="http://schemas.microsoft.com/office/drawing/2014/main" id="{BB09715C-74EA-47CA-7357-D69BCE389027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3" name="Henger 32">
                <a:extLst>
                  <a:ext uri="{FF2B5EF4-FFF2-40B4-BE49-F238E27FC236}">
                    <a16:creationId xmlns:a16="http://schemas.microsoft.com/office/drawing/2014/main" id="{28CE355F-EC35-9638-A395-90E6C7E8B81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F873A8FE-09EE-D964-EBB6-541654B15E4D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Téglalap 34">
                <a:extLst>
                  <a:ext uri="{FF2B5EF4-FFF2-40B4-BE49-F238E27FC236}">
                    <a16:creationId xmlns:a16="http://schemas.microsoft.com/office/drawing/2014/main" id="{D09469B2-D35B-6E39-998F-826F2838B6CF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Téglalap 35">
                <a:extLst>
                  <a:ext uri="{FF2B5EF4-FFF2-40B4-BE49-F238E27FC236}">
                    <a16:creationId xmlns:a16="http://schemas.microsoft.com/office/drawing/2014/main" id="{C9CAAE32-F8C6-D323-CE60-25EE3953C117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D350E1D6-9D42-2661-25CA-FD489409DB2A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8" name="Egyenes összekötő 37">
                <a:extLst>
                  <a:ext uri="{FF2B5EF4-FFF2-40B4-BE49-F238E27FC236}">
                    <a16:creationId xmlns:a16="http://schemas.microsoft.com/office/drawing/2014/main" id="{9DB29EEA-DF5E-EF33-621D-22A84CB42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D067AE90-6986-00A1-5A99-92907E508C1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A0375350-B2FB-7AD7-E028-749979C89E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1" name="Egyenes összekötő 40">
                <a:extLst>
                  <a:ext uri="{FF2B5EF4-FFF2-40B4-BE49-F238E27FC236}">
                    <a16:creationId xmlns:a16="http://schemas.microsoft.com/office/drawing/2014/main" id="{D578D6C2-91BA-38EB-5C00-CFDB80508FB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B3122996-15C4-4321-F3A6-11037808E65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0" name="Egyenes összekötő 29">
              <a:extLst>
                <a:ext uri="{FF2B5EF4-FFF2-40B4-BE49-F238E27FC236}">
                  <a16:creationId xmlns:a16="http://schemas.microsoft.com/office/drawing/2014/main" id="{096132B3-D30A-8D93-EA58-8381B809ED7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2524B315-50D9-9FC3-D0F4-6964FD2AC8FD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3" name="Csoportba foglalás 42">
            <a:extLst>
              <a:ext uri="{FF2B5EF4-FFF2-40B4-BE49-F238E27FC236}">
                <a16:creationId xmlns:a16="http://schemas.microsoft.com/office/drawing/2014/main" id="{FB4BF010-88DD-136A-FB86-A70667C4D3C8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4" name="Csoportba foglalás 43">
              <a:extLst>
                <a:ext uri="{FF2B5EF4-FFF2-40B4-BE49-F238E27FC236}">
                  <a16:creationId xmlns:a16="http://schemas.microsoft.com/office/drawing/2014/main" id="{6B1CA051-8E20-13E4-FE68-5BDF8C708195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47" name="Derékszögű háromszög 46">
                <a:extLst>
                  <a:ext uri="{FF2B5EF4-FFF2-40B4-BE49-F238E27FC236}">
                    <a16:creationId xmlns:a16="http://schemas.microsoft.com/office/drawing/2014/main" id="{95EF114E-6D0C-026C-569A-E314A29E75EC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Derékszögű háromszög 47">
                <a:extLst>
                  <a:ext uri="{FF2B5EF4-FFF2-40B4-BE49-F238E27FC236}">
                    <a16:creationId xmlns:a16="http://schemas.microsoft.com/office/drawing/2014/main" id="{2E653E1B-D8EA-B953-1E25-865D1D0DF153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 15">
                <a:extLst>
                  <a:ext uri="{FF2B5EF4-FFF2-40B4-BE49-F238E27FC236}">
                    <a16:creationId xmlns:a16="http://schemas.microsoft.com/office/drawing/2014/main" id="{5AD9750C-25BB-EE1D-F152-C52F60028060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Folyamatábra: Tárolt adat 17">
                <a:extLst>
                  <a:ext uri="{FF2B5EF4-FFF2-40B4-BE49-F238E27FC236}">
                    <a16:creationId xmlns:a16="http://schemas.microsoft.com/office/drawing/2014/main" id="{079AB7A1-02E7-D05C-81C9-6D91E27DDAF5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Derékszögű háromszög 50">
                <a:extLst>
                  <a:ext uri="{FF2B5EF4-FFF2-40B4-BE49-F238E27FC236}">
                    <a16:creationId xmlns:a16="http://schemas.microsoft.com/office/drawing/2014/main" id="{ECC2C76C-3E89-D569-9000-BAFECDC06D9C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2" name="Kivonás jele 51">
                <a:extLst>
                  <a:ext uri="{FF2B5EF4-FFF2-40B4-BE49-F238E27FC236}">
                    <a16:creationId xmlns:a16="http://schemas.microsoft.com/office/drawing/2014/main" id="{AC1F8EE1-6EEB-4312-5CDF-1C90E4919AA7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Ellipszis 52">
                <a:extLst>
                  <a:ext uri="{FF2B5EF4-FFF2-40B4-BE49-F238E27FC236}">
                    <a16:creationId xmlns:a16="http://schemas.microsoft.com/office/drawing/2014/main" id="{C4604B8A-B2B8-F9F0-9B1C-E18BEB124021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FFC56094-CD41-4D18-F93C-134724AACA5C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Kivonás jele 54">
                <a:extLst>
                  <a:ext uri="{FF2B5EF4-FFF2-40B4-BE49-F238E27FC236}">
                    <a16:creationId xmlns:a16="http://schemas.microsoft.com/office/drawing/2014/main" id="{DB0E5915-C159-87D2-B568-2B0C30A15B02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Kivonás jele 55">
                <a:extLst>
                  <a:ext uri="{FF2B5EF4-FFF2-40B4-BE49-F238E27FC236}">
                    <a16:creationId xmlns:a16="http://schemas.microsoft.com/office/drawing/2014/main" id="{A717F777-E9B0-56B7-30DF-FFF0D79C18B6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7" name="Ellipszis 56">
                <a:extLst>
                  <a:ext uri="{FF2B5EF4-FFF2-40B4-BE49-F238E27FC236}">
                    <a16:creationId xmlns:a16="http://schemas.microsoft.com/office/drawing/2014/main" id="{57156DC1-9299-E603-5D78-88AB4FB135A3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Romboid 57">
                <a:extLst>
                  <a:ext uri="{FF2B5EF4-FFF2-40B4-BE49-F238E27FC236}">
                    <a16:creationId xmlns:a16="http://schemas.microsoft.com/office/drawing/2014/main" id="{C912D016-35E9-3167-FDB1-4C165A48932E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Téglalap 58">
                <a:extLst>
                  <a:ext uri="{FF2B5EF4-FFF2-40B4-BE49-F238E27FC236}">
                    <a16:creationId xmlns:a16="http://schemas.microsoft.com/office/drawing/2014/main" id="{77CF8F7E-A9C1-4B95-EE78-5B081B68F079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0" name="Téglalap: lekerekített 59">
                <a:extLst>
                  <a:ext uri="{FF2B5EF4-FFF2-40B4-BE49-F238E27FC236}">
                    <a16:creationId xmlns:a16="http://schemas.microsoft.com/office/drawing/2014/main" id="{9D8482D3-9A16-6D7E-4055-E4F9B10001F8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: lekerekített 60">
                <a:extLst>
                  <a:ext uri="{FF2B5EF4-FFF2-40B4-BE49-F238E27FC236}">
                    <a16:creationId xmlns:a16="http://schemas.microsoft.com/office/drawing/2014/main" id="{878F789E-B7FE-AB9C-937A-D086C555B7B8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: lekerekített 61">
                <a:extLst>
                  <a:ext uri="{FF2B5EF4-FFF2-40B4-BE49-F238E27FC236}">
                    <a16:creationId xmlns:a16="http://schemas.microsoft.com/office/drawing/2014/main" id="{44755FA7-F5A7-F4A8-AE00-204154AA07A0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: lekerekített 62">
                <a:extLst>
                  <a:ext uri="{FF2B5EF4-FFF2-40B4-BE49-F238E27FC236}">
                    <a16:creationId xmlns:a16="http://schemas.microsoft.com/office/drawing/2014/main" id="{6AB40A72-C9ED-C68E-4A14-4F3A6BA78306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: lekerekített 63">
                <a:extLst>
                  <a:ext uri="{FF2B5EF4-FFF2-40B4-BE49-F238E27FC236}">
                    <a16:creationId xmlns:a16="http://schemas.microsoft.com/office/drawing/2014/main" id="{FB9AFB6A-5527-1D4C-ED2D-8D2E66FCFF66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: lekerekített 64">
                <a:extLst>
                  <a:ext uri="{FF2B5EF4-FFF2-40B4-BE49-F238E27FC236}">
                    <a16:creationId xmlns:a16="http://schemas.microsoft.com/office/drawing/2014/main" id="{9A6B607D-B234-D036-0973-83C154996C1E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45" name="Picture 2" descr="Forráskép megtekintése">
              <a:extLst>
                <a:ext uri="{FF2B5EF4-FFF2-40B4-BE49-F238E27FC236}">
                  <a16:creationId xmlns:a16="http://schemas.microsoft.com/office/drawing/2014/main" id="{2C06E393-00A3-4862-BAAF-C2A5437CB9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6" name="Picture 6" descr="Forráskép megtekintése">
              <a:extLst>
                <a:ext uri="{FF2B5EF4-FFF2-40B4-BE49-F238E27FC236}">
                  <a16:creationId xmlns:a16="http://schemas.microsoft.com/office/drawing/2014/main" id="{13DB5685-2460-0A5E-3BB4-DF9CD5FD2F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6" name="Csillag: 5 ágú 65">
            <a:extLst>
              <a:ext uri="{FF2B5EF4-FFF2-40B4-BE49-F238E27FC236}">
                <a16:creationId xmlns:a16="http://schemas.microsoft.com/office/drawing/2014/main" id="{988BB18D-DC25-671F-5FBE-6EFBD28176D8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7" name="Csillag: 5 ágú 66">
            <a:extLst>
              <a:ext uri="{FF2B5EF4-FFF2-40B4-BE49-F238E27FC236}">
                <a16:creationId xmlns:a16="http://schemas.microsoft.com/office/drawing/2014/main" id="{48D99729-E067-89CA-6B0B-C897FC352013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8" name="Csillag: 5 ágú 67">
            <a:extLst>
              <a:ext uri="{FF2B5EF4-FFF2-40B4-BE49-F238E27FC236}">
                <a16:creationId xmlns:a16="http://schemas.microsoft.com/office/drawing/2014/main" id="{3FBA28EE-DE97-9958-93D3-45C760D147AD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9" name="Csillag: 5 ágú 68">
            <a:extLst>
              <a:ext uri="{FF2B5EF4-FFF2-40B4-BE49-F238E27FC236}">
                <a16:creationId xmlns:a16="http://schemas.microsoft.com/office/drawing/2014/main" id="{72A5D5F2-6F44-C9E4-4C78-1C1478F53A67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0" name="Csillag: 5 ágú 69">
            <a:extLst>
              <a:ext uri="{FF2B5EF4-FFF2-40B4-BE49-F238E27FC236}">
                <a16:creationId xmlns:a16="http://schemas.microsoft.com/office/drawing/2014/main" id="{23273973-D599-8662-36B8-C36714905C47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1" name="Csillag: 5 ágú 70">
            <a:extLst>
              <a:ext uri="{FF2B5EF4-FFF2-40B4-BE49-F238E27FC236}">
                <a16:creationId xmlns:a16="http://schemas.microsoft.com/office/drawing/2014/main" id="{C6761086-5266-232C-125E-6D7D9D193EC4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2" name="Csillag: 5 ágú 71">
            <a:extLst>
              <a:ext uri="{FF2B5EF4-FFF2-40B4-BE49-F238E27FC236}">
                <a16:creationId xmlns:a16="http://schemas.microsoft.com/office/drawing/2014/main" id="{545610D0-A83E-548F-3113-963D646F1C67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3" name="Csoportba foglalás 72">
            <a:extLst>
              <a:ext uri="{FF2B5EF4-FFF2-40B4-BE49-F238E27FC236}">
                <a16:creationId xmlns:a16="http://schemas.microsoft.com/office/drawing/2014/main" id="{515354E0-3D0E-7296-CDEA-B89654A53711}"/>
              </a:ext>
            </a:extLst>
          </p:cNvPr>
          <p:cNvGrpSpPr/>
          <p:nvPr/>
        </p:nvGrpSpPr>
        <p:grpSpPr>
          <a:xfrm>
            <a:off x="3169188" y="2756222"/>
            <a:ext cx="572842" cy="843164"/>
            <a:chOff x="5052362" y="2641556"/>
            <a:chExt cx="572842" cy="843164"/>
          </a:xfrm>
        </p:grpSpPr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1285663B-5C5F-B902-1CA6-BD8B7F757D9B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88" name="Téglalap 87">
                <a:extLst>
                  <a:ext uri="{FF2B5EF4-FFF2-40B4-BE49-F238E27FC236}">
                    <a16:creationId xmlns:a16="http://schemas.microsoft.com/office/drawing/2014/main" id="{AA3B79C1-7FC1-D0A6-2FDB-291A4D98D5F7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EB16AB30-276B-6C10-B786-1EF8E0C7D06D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0" name="Henger 89">
                <a:extLst>
                  <a:ext uri="{FF2B5EF4-FFF2-40B4-BE49-F238E27FC236}">
                    <a16:creationId xmlns:a16="http://schemas.microsoft.com/office/drawing/2014/main" id="{F05F5B38-C535-3C59-006A-BAEC287A5029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Ellipszis 90">
                <a:extLst>
                  <a:ext uri="{FF2B5EF4-FFF2-40B4-BE49-F238E27FC236}">
                    <a16:creationId xmlns:a16="http://schemas.microsoft.com/office/drawing/2014/main" id="{DDC1CB13-EEAD-0FF8-3432-034569D1EE4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2" name="Téglalap 91">
                <a:extLst>
                  <a:ext uri="{FF2B5EF4-FFF2-40B4-BE49-F238E27FC236}">
                    <a16:creationId xmlns:a16="http://schemas.microsoft.com/office/drawing/2014/main" id="{F670E98A-77C0-2D1A-AA91-962D5AE00C5B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1AB3BF05-C74F-BD7C-7015-9BB7D860D6A5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86650897-4E68-B28E-41EE-7DE344EF74F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5" name="Egyenes összekötő 94">
                <a:extLst>
                  <a:ext uri="{FF2B5EF4-FFF2-40B4-BE49-F238E27FC236}">
                    <a16:creationId xmlns:a16="http://schemas.microsoft.com/office/drawing/2014/main" id="{F5776349-F295-D80D-9DBE-F75221D7A2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700E5D31-1DD5-A9AE-6CE7-7E16A690564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0EBC0AEF-FD1A-43C5-EF89-D9CA9CD2004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AD0DF887-F510-6FA4-E134-5C2119827830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5" name="Ellipszis 74">
              <a:extLst>
                <a:ext uri="{FF2B5EF4-FFF2-40B4-BE49-F238E27FC236}">
                  <a16:creationId xmlns:a16="http://schemas.microsoft.com/office/drawing/2014/main" id="{11351481-6E92-465F-8881-BB85F00D4240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6" name="Ellipszis 75">
              <a:extLst>
                <a:ext uri="{FF2B5EF4-FFF2-40B4-BE49-F238E27FC236}">
                  <a16:creationId xmlns:a16="http://schemas.microsoft.com/office/drawing/2014/main" id="{2C759CE0-934F-7045-D50B-650E6E8F38AC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Ív 76">
              <a:extLst>
                <a:ext uri="{FF2B5EF4-FFF2-40B4-BE49-F238E27FC236}">
                  <a16:creationId xmlns:a16="http://schemas.microsoft.com/office/drawing/2014/main" id="{007DDEC2-2EC1-4752-31B1-E5258AD5A269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Ellipszis 77">
              <a:extLst>
                <a:ext uri="{FF2B5EF4-FFF2-40B4-BE49-F238E27FC236}">
                  <a16:creationId xmlns:a16="http://schemas.microsoft.com/office/drawing/2014/main" id="{FD5400F7-141C-4B05-F7B7-C4C54BA6D2AF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>
              <a:extLst>
                <a:ext uri="{FF2B5EF4-FFF2-40B4-BE49-F238E27FC236}">
                  <a16:creationId xmlns:a16="http://schemas.microsoft.com/office/drawing/2014/main" id="{62E9EDBB-C3DC-5F93-C3C8-4834B0C839B2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0" name="Kép 79">
              <a:extLst>
                <a:ext uri="{FF2B5EF4-FFF2-40B4-BE49-F238E27FC236}">
                  <a16:creationId xmlns:a16="http://schemas.microsoft.com/office/drawing/2014/main" id="{F3CCFB1D-BD01-00C5-74E0-6A6D227D9EE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81" name="Picture 2" descr="Forráskép megtekintése">
              <a:extLst>
                <a:ext uri="{FF2B5EF4-FFF2-40B4-BE49-F238E27FC236}">
                  <a16:creationId xmlns:a16="http://schemas.microsoft.com/office/drawing/2014/main" id="{CE8E0DED-0FB3-BA66-AD6C-F80271108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Csillag: 4 ágú 81">
              <a:extLst>
                <a:ext uri="{FF2B5EF4-FFF2-40B4-BE49-F238E27FC236}">
                  <a16:creationId xmlns:a16="http://schemas.microsoft.com/office/drawing/2014/main" id="{2051B57E-2D81-79CF-3D4D-F89404A775A8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3" name="Picture 8" descr="Forráskép megtekintése">
              <a:extLst>
                <a:ext uri="{FF2B5EF4-FFF2-40B4-BE49-F238E27FC236}">
                  <a16:creationId xmlns:a16="http://schemas.microsoft.com/office/drawing/2014/main" id="{95A540D5-FE74-4DF2-B027-7955C40577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82F27106-A16B-7B65-B52F-FD1B26F904D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5" name="Szabadkézi sokszög: alakzat 84">
              <a:extLst>
                <a:ext uri="{FF2B5EF4-FFF2-40B4-BE49-F238E27FC236}">
                  <a16:creationId xmlns:a16="http://schemas.microsoft.com/office/drawing/2014/main" id="{4780ECC2-379F-5859-654A-2FB8B323B97E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Ellipszis 85">
              <a:extLst>
                <a:ext uri="{FF2B5EF4-FFF2-40B4-BE49-F238E27FC236}">
                  <a16:creationId xmlns:a16="http://schemas.microsoft.com/office/drawing/2014/main" id="{429E2D2F-21CA-AD71-CA74-CD9E30E3E9F7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>
              <a:extLst>
                <a:ext uri="{FF2B5EF4-FFF2-40B4-BE49-F238E27FC236}">
                  <a16:creationId xmlns:a16="http://schemas.microsoft.com/office/drawing/2014/main" id="{AB57621B-0EDA-BF8A-75EE-0799664107B8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9" name="Csoportba foglalás 98">
            <a:extLst>
              <a:ext uri="{FF2B5EF4-FFF2-40B4-BE49-F238E27FC236}">
                <a16:creationId xmlns:a16="http://schemas.microsoft.com/office/drawing/2014/main" id="{59E7F35D-3FBD-86DE-DFDB-8F1663B13B1C}"/>
              </a:ext>
            </a:extLst>
          </p:cNvPr>
          <p:cNvGrpSpPr/>
          <p:nvPr/>
        </p:nvGrpSpPr>
        <p:grpSpPr>
          <a:xfrm flipH="1">
            <a:off x="2235691" y="4303542"/>
            <a:ext cx="350539" cy="774685"/>
            <a:chOff x="3043856" y="2828171"/>
            <a:chExt cx="350539" cy="774685"/>
          </a:xfrm>
        </p:grpSpPr>
        <p:sp>
          <p:nvSpPr>
            <p:cNvPr id="100" name="Téglalap 99">
              <a:extLst>
                <a:ext uri="{FF2B5EF4-FFF2-40B4-BE49-F238E27FC236}">
                  <a16:creationId xmlns:a16="http://schemas.microsoft.com/office/drawing/2014/main" id="{83ED6920-CB90-ADA0-828D-586AD0E163D0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1" name="Téglalap 100">
              <a:extLst>
                <a:ext uri="{FF2B5EF4-FFF2-40B4-BE49-F238E27FC236}">
                  <a16:creationId xmlns:a16="http://schemas.microsoft.com/office/drawing/2014/main" id="{0F34AB6A-1478-2FC3-3BE2-8530F76D81CB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2" name="Henger 101">
              <a:extLst>
                <a:ext uri="{FF2B5EF4-FFF2-40B4-BE49-F238E27FC236}">
                  <a16:creationId xmlns:a16="http://schemas.microsoft.com/office/drawing/2014/main" id="{79DA7693-0443-F615-61D4-F803335118F4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3" name="Ellipszis 102">
              <a:extLst>
                <a:ext uri="{FF2B5EF4-FFF2-40B4-BE49-F238E27FC236}">
                  <a16:creationId xmlns:a16="http://schemas.microsoft.com/office/drawing/2014/main" id="{6C00832B-43A3-9E5B-F04E-FE5D8752ABAC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4" name="Téglalap 103">
              <a:extLst>
                <a:ext uri="{FF2B5EF4-FFF2-40B4-BE49-F238E27FC236}">
                  <a16:creationId xmlns:a16="http://schemas.microsoft.com/office/drawing/2014/main" id="{76D57A07-C858-9E4F-4038-52B2167137AE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5" name="Téglalap 104">
              <a:extLst>
                <a:ext uri="{FF2B5EF4-FFF2-40B4-BE49-F238E27FC236}">
                  <a16:creationId xmlns:a16="http://schemas.microsoft.com/office/drawing/2014/main" id="{89C545D9-0F68-84EF-5BC0-9EEF469F786D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6" name="Ellipszis 105">
              <a:extLst>
                <a:ext uri="{FF2B5EF4-FFF2-40B4-BE49-F238E27FC236}">
                  <a16:creationId xmlns:a16="http://schemas.microsoft.com/office/drawing/2014/main" id="{BAA86134-EB9A-2684-16DF-71C6A5DA29F5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07" name="Egyenes összekötő 106">
              <a:extLst>
                <a:ext uri="{FF2B5EF4-FFF2-40B4-BE49-F238E27FC236}">
                  <a16:creationId xmlns:a16="http://schemas.microsoft.com/office/drawing/2014/main" id="{0823C248-6DC3-7D84-C3F6-7CC906A784BC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8" name="Egyenes összekötő 107">
              <a:extLst>
                <a:ext uri="{FF2B5EF4-FFF2-40B4-BE49-F238E27FC236}">
                  <a16:creationId xmlns:a16="http://schemas.microsoft.com/office/drawing/2014/main" id="{3CAC42CD-0123-539D-4FF7-84E7D739254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9" name="Egyenes összekötő 108">
              <a:extLst>
                <a:ext uri="{FF2B5EF4-FFF2-40B4-BE49-F238E27FC236}">
                  <a16:creationId xmlns:a16="http://schemas.microsoft.com/office/drawing/2014/main" id="{7BD83ECD-B739-F765-4E51-1C02BBB3C4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0" name="Egyenes összekötő 109">
              <a:extLst>
                <a:ext uri="{FF2B5EF4-FFF2-40B4-BE49-F238E27FC236}">
                  <a16:creationId xmlns:a16="http://schemas.microsoft.com/office/drawing/2014/main" id="{BFA38BAC-37B1-D999-CB76-1CDFFE3BA93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F693FF77-334F-4C89-5A52-9185D56581C1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2" name="Picture 4" descr="Forráskép megtekintése">
              <a:extLst>
                <a:ext uri="{FF2B5EF4-FFF2-40B4-BE49-F238E27FC236}">
                  <a16:creationId xmlns:a16="http://schemas.microsoft.com/office/drawing/2014/main" id="{702C199F-13AB-64A1-AE48-9A6411A59E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3" name="Téglalap 112">
            <a:extLst>
              <a:ext uri="{FF2B5EF4-FFF2-40B4-BE49-F238E27FC236}">
                <a16:creationId xmlns:a16="http://schemas.microsoft.com/office/drawing/2014/main" id="{AA5E64EF-E8AF-9A62-0A18-D4DC1BA68679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659481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D1EB7F7F-A289-90F2-AC94-189C01F3C934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1DA3C50A-B26D-9CC7-88B9-5F357E61BAFE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2B689917-C368-12A6-6940-345684D81566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AB0F4EE6-B3A7-DBCC-C9FC-64B83E3409D3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04E82AA4-8D9C-4252-3662-A22256A05407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BD722FE3-8363-5C14-B9D9-2864F0ECD3F5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C02DEAA1-1004-D683-74B1-EF926379C4CE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07D19E5A-3A0D-A229-AA6B-35AC6A5AC528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ACAB53A3-AD8A-A202-B089-C10706E48CC8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47ED1371-4BFE-7989-9626-B45E615AF5C8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2B4E7006-ED71-FEDB-36D5-E94CBA42190B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9637F2ED-0BEE-FDBE-B83B-3B0AF6FD7A16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BD7D98B8-7367-99AC-87AC-E2312861C738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A52B5B42-1043-E8CE-EBFC-59AAF97BD46D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19164EA5-371D-D76F-5580-1434679524EB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55435355-7385-C810-79C5-DD256F91048C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DEE86573-B580-13CE-A1DA-E0F75CD38A01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C6AC1AA-B7B5-B09B-94C1-A436BFA88215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407A65A2-1464-8098-84DB-D717750AF739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139E90E6-F50F-8B4B-92E4-832A064A7E9F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A032C0BD-35F0-D8AB-15FB-2D2185A8344F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D2A3F960-423F-3B0B-E346-63E3EA2C424E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84AFDB35-C5B1-8837-68F0-E0A8E6559069}"/>
              </a:ext>
            </a:extLst>
          </p:cNvPr>
          <p:cNvSpPr/>
          <p:nvPr/>
        </p:nvSpPr>
        <p:spPr>
          <a:xfrm rot="4922166">
            <a:off x="11401751" y="-1347655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7C9F50B9-AA79-FEFA-46CB-BCD356D0F919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0016DD1D-4C0A-FA0F-FC25-6D5B99B93A40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3" name="Csoportba foglalás 42">
            <a:extLst>
              <a:ext uri="{FF2B5EF4-FFF2-40B4-BE49-F238E27FC236}">
                <a16:creationId xmlns:a16="http://schemas.microsoft.com/office/drawing/2014/main" id="{B0D8F8E5-60BF-55DA-0CA8-36CEFC464AFF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4" name="Csoportba foglalás 43">
              <a:extLst>
                <a:ext uri="{FF2B5EF4-FFF2-40B4-BE49-F238E27FC236}">
                  <a16:creationId xmlns:a16="http://schemas.microsoft.com/office/drawing/2014/main" id="{C259F99D-A9E3-A7B2-FF5E-C91B81FF4F5D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47" name="Derékszögű háromszög 46">
                <a:extLst>
                  <a:ext uri="{FF2B5EF4-FFF2-40B4-BE49-F238E27FC236}">
                    <a16:creationId xmlns:a16="http://schemas.microsoft.com/office/drawing/2014/main" id="{1B401E31-5C66-149F-E401-CC333CDF3BBC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Derékszögű háromszög 47">
                <a:extLst>
                  <a:ext uri="{FF2B5EF4-FFF2-40B4-BE49-F238E27FC236}">
                    <a16:creationId xmlns:a16="http://schemas.microsoft.com/office/drawing/2014/main" id="{9D7CA3CB-67CC-D99F-DFA5-26B80E2DF727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 15">
                <a:extLst>
                  <a:ext uri="{FF2B5EF4-FFF2-40B4-BE49-F238E27FC236}">
                    <a16:creationId xmlns:a16="http://schemas.microsoft.com/office/drawing/2014/main" id="{602499B8-4948-335F-229C-55A501B3B882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Folyamatábra: Tárolt adat 17">
                <a:extLst>
                  <a:ext uri="{FF2B5EF4-FFF2-40B4-BE49-F238E27FC236}">
                    <a16:creationId xmlns:a16="http://schemas.microsoft.com/office/drawing/2014/main" id="{137D7A34-445F-03FA-5FFC-B5077E2B4260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Derékszögű háromszög 50">
                <a:extLst>
                  <a:ext uri="{FF2B5EF4-FFF2-40B4-BE49-F238E27FC236}">
                    <a16:creationId xmlns:a16="http://schemas.microsoft.com/office/drawing/2014/main" id="{EACEF4D5-61AC-8669-A302-CF3D96D1B622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2" name="Kivonás jele 51">
                <a:extLst>
                  <a:ext uri="{FF2B5EF4-FFF2-40B4-BE49-F238E27FC236}">
                    <a16:creationId xmlns:a16="http://schemas.microsoft.com/office/drawing/2014/main" id="{13685E66-C4D6-5F82-3D36-5B0B3F58EA36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Ellipszis 52">
                <a:extLst>
                  <a:ext uri="{FF2B5EF4-FFF2-40B4-BE49-F238E27FC236}">
                    <a16:creationId xmlns:a16="http://schemas.microsoft.com/office/drawing/2014/main" id="{CA6E1FBE-7A81-89D9-8E58-CBE8F0428659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3AEE9FC2-EB3A-AC06-2B94-02BEC588F81E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Kivonás jele 54">
                <a:extLst>
                  <a:ext uri="{FF2B5EF4-FFF2-40B4-BE49-F238E27FC236}">
                    <a16:creationId xmlns:a16="http://schemas.microsoft.com/office/drawing/2014/main" id="{9150BD72-6FE9-213E-3551-8B363FA46F8F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Kivonás jele 55">
                <a:extLst>
                  <a:ext uri="{FF2B5EF4-FFF2-40B4-BE49-F238E27FC236}">
                    <a16:creationId xmlns:a16="http://schemas.microsoft.com/office/drawing/2014/main" id="{F5C7E9D0-EE16-2BBD-3621-B3189E0CF20C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7" name="Ellipszis 56">
                <a:extLst>
                  <a:ext uri="{FF2B5EF4-FFF2-40B4-BE49-F238E27FC236}">
                    <a16:creationId xmlns:a16="http://schemas.microsoft.com/office/drawing/2014/main" id="{81E1DBB8-50E2-A47E-213D-B224705209B1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Romboid 57">
                <a:extLst>
                  <a:ext uri="{FF2B5EF4-FFF2-40B4-BE49-F238E27FC236}">
                    <a16:creationId xmlns:a16="http://schemas.microsoft.com/office/drawing/2014/main" id="{8ED6A231-4C9B-D3EB-C222-151A7BC87CBC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Téglalap 58">
                <a:extLst>
                  <a:ext uri="{FF2B5EF4-FFF2-40B4-BE49-F238E27FC236}">
                    <a16:creationId xmlns:a16="http://schemas.microsoft.com/office/drawing/2014/main" id="{40999019-9CAC-474F-3F18-2ED30C1CB06B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0" name="Téglalap: lekerekített 59">
                <a:extLst>
                  <a:ext uri="{FF2B5EF4-FFF2-40B4-BE49-F238E27FC236}">
                    <a16:creationId xmlns:a16="http://schemas.microsoft.com/office/drawing/2014/main" id="{9172F4E3-21ED-A07B-054C-1A52E7FE6BCD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: lekerekített 60">
                <a:extLst>
                  <a:ext uri="{FF2B5EF4-FFF2-40B4-BE49-F238E27FC236}">
                    <a16:creationId xmlns:a16="http://schemas.microsoft.com/office/drawing/2014/main" id="{575243E6-58C5-B5D9-2B47-F0094FED2CF8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: lekerekített 61">
                <a:extLst>
                  <a:ext uri="{FF2B5EF4-FFF2-40B4-BE49-F238E27FC236}">
                    <a16:creationId xmlns:a16="http://schemas.microsoft.com/office/drawing/2014/main" id="{CD53EE95-7097-8FFF-AF9A-2656436AAFC1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: lekerekített 62">
                <a:extLst>
                  <a:ext uri="{FF2B5EF4-FFF2-40B4-BE49-F238E27FC236}">
                    <a16:creationId xmlns:a16="http://schemas.microsoft.com/office/drawing/2014/main" id="{A55342F9-1950-23C6-6A9C-D60209CBA6A6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: lekerekített 63">
                <a:extLst>
                  <a:ext uri="{FF2B5EF4-FFF2-40B4-BE49-F238E27FC236}">
                    <a16:creationId xmlns:a16="http://schemas.microsoft.com/office/drawing/2014/main" id="{E27D8602-7A88-5B55-0DCA-928D159E0F71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: lekerekített 64">
                <a:extLst>
                  <a:ext uri="{FF2B5EF4-FFF2-40B4-BE49-F238E27FC236}">
                    <a16:creationId xmlns:a16="http://schemas.microsoft.com/office/drawing/2014/main" id="{7FF3E130-13D0-95B5-F246-8BDAD9A2BC0E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45" name="Picture 2" descr="Forráskép megtekintése">
              <a:extLst>
                <a:ext uri="{FF2B5EF4-FFF2-40B4-BE49-F238E27FC236}">
                  <a16:creationId xmlns:a16="http://schemas.microsoft.com/office/drawing/2014/main" id="{F67B3BD0-94B9-2F56-11B9-BBCE487BDF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6" name="Picture 6" descr="Forráskép megtekintése">
              <a:extLst>
                <a:ext uri="{FF2B5EF4-FFF2-40B4-BE49-F238E27FC236}">
                  <a16:creationId xmlns:a16="http://schemas.microsoft.com/office/drawing/2014/main" id="{E62EB135-602A-0DFD-2757-DAE07069D4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6" name="Csillag: 5 ágú 65">
            <a:extLst>
              <a:ext uri="{FF2B5EF4-FFF2-40B4-BE49-F238E27FC236}">
                <a16:creationId xmlns:a16="http://schemas.microsoft.com/office/drawing/2014/main" id="{72DE9B56-1463-A618-1547-3D249D968B33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7" name="Csillag: 5 ágú 66">
            <a:extLst>
              <a:ext uri="{FF2B5EF4-FFF2-40B4-BE49-F238E27FC236}">
                <a16:creationId xmlns:a16="http://schemas.microsoft.com/office/drawing/2014/main" id="{B98B1547-29F4-8DED-87D0-2863CB600545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8" name="Csillag: 5 ágú 67">
            <a:extLst>
              <a:ext uri="{FF2B5EF4-FFF2-40B4-BE49-F238E27FC236}">
                <a16:creationId xmlns:a16="http://schemas.microsoft.com/office/drawing/2014/main" id="{2758D12F-33B9-FFBA-7C22-896FC63FA683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9" name="Csillag: 5 ágú 68">
            <a:extLst>
              <a:ext uri="{FF2B5EF4-FFF2-40B4-BE49-F238E27FC236}">
                <a16:creationId xmlns:a16="http://schemas.microsoft.com/office/drawing/2014/main" id="{E2CB7FAC-7746-F1F7-1E1C-02C955D032AF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0" name="Csillag: 5 ágú 69">
            <a:extLst>
              <a:ext uri="{FF2B5EF4-FFF2-40B4-BE49-F238E27FC236}">
                <a16:creationId xmlns:a16="http://schemas.microsoft.com/office/drawing/2014/main" id="{09ECB4AC-9DEC-719A-C8B4-3E345AC14F4F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1" name="Csillag: 5 ágú 70">
            <a:extLst>
              <a:ext uri="{FF2B5EF4-FFF2-40B4-BE49-F238E27FC236}">
                <a16:creationId xmlns:a16="http://schemas.microsoft.com/office/drawing/2014/main" id="{09BE2E93-8D90-35FA-46A1-9CCB968023C4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2" name="Csillag: 5 ágú 71">
            <a:extLst>
              <a:ext uri="{FF2B5EF4-FFF2-40B4-BE49-F238E27FC236}">
                <a16:creationId xmlns:a16="http://schemas.microsoft.com/office/drawing/2014/main" id="{3DF26EC8-05A1-572F-CA12-F36BEA8795C3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3" name="Csoportba foglalás 72">
            <a:extLst>
              <a:ext uri="{FF2B5EF4-FFF2-40B4-BE49-F238E27FC236}">
                <a16:creationId xmlns:a16="http://schemas.microsoft.com/office/drawing/2014/main" id="{9F9F31EC-A554-5A2D-2568-F1938334D948}"/>
              </a:ext>
            </a:extLst>
          </p:cNvPr>
          <p:cNvGrpSpPr/>
          <p:nvPr/>
        </p:nvGrpSpPr>
        <p:grpSpPr>
          <a:xfrm>
            <a:off x="3134684" y="2756222"/>
            <a:ext cx="572842" cy="843164"/>
            <a:chOff x="5052362" y="2641556"/>
            <a:chExt cx="572842" cy="843164"/>
          </a:xfrm>
        </p:grpSpPr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1617AD3A-A256-6FC6-2CE3-EDACF8D3B049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88" name="Téglalap 87">
                <a:extLst>
                  <a:ext uri="{FF2B5EF4-FFF2-40B4-BE49-F238E27FC236}">
                    <a16:creationId xmlns:a16="http://schemas.microsoft.com/office/drawing/2014/main" id="{DD119979-7755-5745-6FD3-B6FB58572711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B88CB466-D934-1D65-8879-F8529227395A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0" name="Henger 89">
                <a:extLst>
                  <a:ext uri="{FF2B5EF4-FFF2-40B4-BE49-F238E27FC236}">
                    <a16:creationId xmlns:a16="http://schemas.microsoft.com/office/drawing/2014/main" id="{7306B3FE-7842-EF49-71CC-A651A273650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Ellipszis 90">
                <a:extLst>
                  <a:ext uri="{FF2B5EF4-FFF2-40B4-BE49-F238E27FC236}">
                    <a16:creationId xmlns:a16="http://schemas.microsoft.com/office/drawing/2014/main" id="{30BE495F-E510-544B-0340-7FC6C8A72BA6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2" name="Téglalap 91">
                <a:extLst>
                  <a:ext uri="{FF2B5EF4-FFF2-40B4-BE49-F238E27FC236}">
                    <a16:creationId xmlns:a16="http://schemas.microsoft.com/office/drawing/2014/main" id="{20238CCC-1DBA-15B9-F0B5-A45C8C7EF934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CC8FF511-B8A6-CF3D-02B8-56455479B719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D14E44E8-56D3-5683-D034-9ECAD0133523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5" name="Egyenes összekötő 94">
                <a:extLst>
                  <a:ext uri="{FF2B5EF4-FFF2-40B4-BE49-F238E27FC236}">
                    <a16:creationId xmlns:a16="http://schemas.microsoft.com/office/drawing/2014/main" id="{9062A838-5ECC-8636-B186-48792FB8E25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1E921516-0FA4-A7EE-0EA7-63F2F9A864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02269091-2C97-EF92-014C-9F4E759C69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8CFEF8C-8613-3349-AD23-33D7A11ACD62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5" name="Ellipszis 74">
              <a:extLst>
                <a:ext uri="{FF2B5EF4-FFF2-40B4-BE49-F238E27FC236}">
                  <a16:creationId xmlns:a16="http://schemas.microsoft.com/office/drawing/2014/main" id="{BD08654A-FA42-549E-FF61-ADAC2409EE3D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6" name="Ellipszis 75">
              <a:extLst>
                <a:ext uri="{FF2B5EF4-FFF2-40B4-BE49-F238E27FC236}">
                  <a16:creationId xmlns:a16="http://schemas.microsoft.com/office/drawing/2014/main" id="{4DB2F0D4-48C4-A7A4-1DA7-08F499EDFEF6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Ív 76">
              <a:extLst>
                <a:ext uri="{FF2B5EF4-FFF2-40B4-BE49-F238E27FC236}">
                  <a16:creationId xmlns:a16="http://schemas.microsoft.com/office/drawing/2014/main" id="{30974BC9-E9B1-A0BF-B1F4-53D0D32794E9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Ellipszis 77">
              <a:extLst>
                <a:ext uri="{FF2B5EF4-FFF2-40B4-BE49-F238E27FC236}">
                  <a16:creationId xmlns:a16="http://schemas.microsoft.com/office/drawing/2014/main" id="{BE6D1EE9-2D92-C29F-FCD5-A7B0C8E3DBDF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>
              <a:extLst>
                <a:ext uri="{FF2B5EF4-FFF2-40B4-BE49-F238E27FC236}">
                  <a16:creationId xmlns:a16="http://schemas.microsoft.com/office/drawing/2014/main" id="{E463DC88-5BC5-B49A-3DF1-BA1BE6B77C9F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0" name="Kép 79">
              <a:extLst>
                <a:ext uri="{FF2B5EF4-FFF2-40B4-BE49-F238E27FC236}">
                  <a16:creationId xmlns:a16="http://schemas.microsoft.com/office/drawing/2014/main" id="{74CAA504-0F16-744F-9EFB-3ECE97BC4AE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81" name="Picture 2" descr="Forráskép megtekintése">
              <a:extLst>
                <a:ext uri="{FF2B5EF4-FFF2-40B4-BE49-F238E27FC236}">
                  <a16:creationId xmlns:a16="http://schemas.microsoft.com/office/drawing/2014/main" id="{63B79911-A726-7EC1-933F-4DBB6FA109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Csillag: 4 ágú 81">
              <a:extLst>
                <a:ext uri="{FF2B5EF4-FFF2-40B4-BE49-F238E27FC236}">
                  <a16:creationId xmlns:a16="http://schemas.microsoft.com/office/drawing/2014/main" id="{7DC905FD-2F86-B60D-DF28-482E8085AE23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83" name="Picture 8" descr="Forráskép megtekintése">
              <a:extLst>
                <a:ext uri="{FF2B5EF4-FFF2-40B4-BE49-F238E27FC236}">
                  <a16:creationId xmlns:a16="http://schemas.microsoft.com/office/drawing/2014/main" id="{E99DBA64-CC9C-5408-2250-00B29B6410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7A442887-A6D0-0765-7187-AA38FCCBE65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5" name="Szabadkézi sokszög: alakzat 84">
              <a:extLst>
                <a:ext uri="{FF2B5EF4-FFF2-40B4-BE49-F238E27FC236}">
                  <a16:creationId xmlns:a16="http://schemas.microsoft.com/office/drawing/2014/main" id="{0AEA84B2-60F9-EC05-9F97-0592CA78A0C3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Ellipszis 85">
              <a:extLst>
                <a:ext uri="{FF2B5EF4-FFF2-40B4-BE49-F238E27FC236}">
                  <a16:creationId xmlns:a16="http://schemas.microsoft.com/office/drawing/2014/main" id="{B9103633-6AD5-4836-FCD4-5AA200F81CAB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>
              <a:extLst>
                <a:ext uri="{FF2B5EF4-FFF2-40B4-BE49-F238E27FC236}">
                  <a16:creationId xmlns:a16="http://schemas.microsoft.com/office/drawing/2014/main" id="{FF8B18DA-88D1-77C3-8F3C-817C3CC61FB7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9" name="Csoportba foglalás 98">
            <a:extLst>
              <a:ext uri="{FF2B5EF4-FFF2-40B4-BE49-F238E27FC236}">
                <a16:creationId xmlns:a16="http://schemas.microsoft.com/office/drawing/2014/main" id="{C4941668-1CD2-DC49-B9FD-4B92DB412068}"/>
              </a:ext>
            </a:extLst>
          </p:cNvPr>
          <p:cNvGrpSpPr/>
          <p:nvPr/>
        </p:nvGrpSpPr>
        <p:grpSpPr>
          <a:xfrm flipH="1">
            <a:off x="2235691" y="4303542"/>
            <a:ext cx="350539" cy="774685"/>
            <a:chOff x="3043856" y="2828171"/>
            <a:chExt cx="350539" cy="774685"/>
          </a:xfrm>
        </p:grpSpPr>
        <p:sp>
          <p:nvSpPr>
            <p:cNvPr id="100" name="Téglalap 99">
              <a:extLst>
                <a:ext uri="{FF2B5EF4-FFF2-40B4-BE49-F238E27FC236}">
                  <a16:creationId xmlns:a16="http://schemas.microsoft.com/office/drawing/2014/main" id="{404E0948-2BB2-9EA6-A2D7-3234147F7230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1" name="Téglalap 100">
              <a:extLst>
                <a:ext uri="{FF2B5EF4-FFF2-40B4-BE49-F238E27FC236}">
                  <a16:creationId xmlns:a16="http://schemas.microsoft.com/office/drawing/2014/main" id="{B97F008C-3612-AD31-A2AD-B66293DD496E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2" name="Henger 101">
              <a:extLst>
                <a:ext uri="{FF2B5EF4-FFF2-40B4-BE49-F238E27FC236}">
                  <a16:creationId xmlns:a16="http://schemas.microsoft.com/office/drawing/2014/main" id="{9FB0FBD0-D685-84FA-8CA6-5797373B47BD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3" name="Ellipszis 102">
              <a:extLst>
                <a:ext uri="{FF2B5EF4-FFF2-40B4-BE49-F238E27FC236}">
                  <a16:creationId xmlns:a16="http://schemas.microsoft.com/office/drawing/2014/main" id="{AB0FBA86-5A51-1DD9-5958-33F3D4E968C3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4" name="Téglalap 103">
              <a:extLst>
                <a:ext uri="{FF2B5EF4-FFF2-40B4-BE49-F238E27FC236}">
                  <a16:creationId xmlns:a16="http://schemas.microsoft.com/office/drawing/2014/main" id="{C54F4931-6864-347D-AE93-3D4BFBF07988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5" name="Téglalap 104">
              <a:extLst>
                <a:ext uri="{FF2B5EF4-FFF2-40B4-BE49-F238E27FC236}">
                  <a16:creationId xmlns:a16="http://schemas.microsoft.com/office/drawing/2014/main" id="{74090FD9-E8CB-B650-0882-161F679A7473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06" name="Ellipszis 105">
              <a:extLst>
                <a:ext uri="{FF2B5EF4-FFF2-40B4-BE49-F238E27FC236}">
                  <a16:creationId xmlns:a16="http://schemas.microsoft.com/office/drawing/2014/main" id="{20546B21-2540-A718-2E77-2377C20495CD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07" name="Egyenes összekötő 106">
              <a:extLst>
                <a:ext uri="{FF2B5EF4-FFF2-40B4-BE49-F238E27FC236}">
                  <a16:creationId xmlns:a16="http://schemas.microsoft.com/office/drawing/2014/main" id="{2AD229D4-8A5A-AC9C-533E-AB6A23388CC9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8" name="Egyenes összekötő 107">
              <a:extLst>
                <a:ext uri="{FF2B5EF4-FFF2-40B4-BE49-F238E27FC236}">
                  <a16:creationId xmlns:a16="http://schemas.microsoft.com/office/drawing/2014/main" id="{0BEF17EB-7FFC-320C-158C-14CEE95F73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9" name="Egyenes összekötő 108">
              <a:extLst>
                <a:ext uri="{FF2B5EF4-FFF2-40B4-BE49-F238E27FC236}">
                  <a16:creationId xmlns:a16="http://schemas.microsoft.com/office/drawing/2014/main" id="{1EFB15AB-8168-38AF-C9A1-6B8DFCE6E0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0" name="Egyenes összekötő 109">
              <a:extLst>
                <a:ext uri="{FF2B5EF4-FFF2-40B4-BE49-F238E27FC236}">
                  <a16:creationId xmlns:a16="http://schemas.microsoft.com/office/drawing/2014/main" id="{5510DD46-D669-483D-6AA6-8D3663C4EBF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E1AE5BB6-42DC-AAA1-E44A-15AF7F61D0D5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2" name="Picture 4" descr="Forráskép megtekintése">
              <a:extLst>
                <a:ext uri="{FF2B5EF4-FFF2-40B4-BE49-F238E27FC236}">
                  <a16:creationId xmlns:a16="http://schemas.microsoft.com/office/drawing/2014/main" id="{A705EFA0-D667-CC99-9B7C-FEBECFF045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14" name="Csoportba foglalás 113">
            <a:extLst>
              <a:ext uri="{FF2B5EF4-FFF2-40B4-BE49-F238E27FC236}">
                <a16:creationId xmlns:a16="http://schemas.microsoft.com/office/drawing/2014/main" id="{9F0AD674-1177-6B21-95CD-48A7A3BC9A19}"/>
              </a:ext>
            </a:extLst>
          </p:cNvPr>
          <p:cNvGrpSpPr/>
          <p:nvPr/>
        </p:nvGrpSpPr>
        <p:grpSpPr>
          <a:xfrm>
            <a:off x="2329753" y="2782247"/>
            <a:ext cx="457355" cy="764382"/>
            <a:chOff x="3624224" y="2820709"/>
            <a:chExt cx="457355" cy="764382"/>
          </a:xfrm>
        </p:grpSpPr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8C0D9715-C392-A563-FDA4-E801AA8BBEF0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18" name="Téglalap 117">
                <a:extLst>
                  <a:ext uri="{FF2B5EF4-FFF2-40B4-BE49-F238E27FC236}">
                    <a16:creationId xmlns:a16="http://schemas.microsoft.com/office/drawing/2014/main" id="{EE07A711-33C1-8E1E-834A-5D672E351AD1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Téglalap 118">
                <a:extLst>
                  <a:ext uri="{FF2B5EF4-FFF2-40B4-BE49-F238E27FC236}">
                    <a16:creationId xmlns:a16="http://schemas.microsoft.com/office/drawing/2014/main" id="{9093BD19-B96C-BAF4-BC20-66EA7916DF3D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0" name="Henger 119">
                <a:extLst>
                  <a:ext uri="{FF2B5EF4-FFF2-40B4-BE49-F238E27FC236}">
                    <a16:creationId xmlns:a16="http://schemas.microsoft.com/office/drawing/2014/main" id="{A550AD59-921A-DA9E-F7E8-68E06C8466B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1" name="Ellipszis 120">
                <a:extLst>
                  <a:ext uri="{FF2B5EF4-FFF2-40B4-BE49-F238E27FC236}">
                    <a16:creationId xmlns:a16="http://schemas.microsoft.com/office/drawing/2014/main" id="{8E4348E5-628F-0046-0080-EE20EF030526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Téglalap 121">
                <a:extLst>
                  <a:ext uri="{FF2B5EF4-FFF2-40B4-BE49-F238E27FC236}">
                    <a16:creationId xmlns:a16="http://schemas.microsoft.com/office/drawing/2014/main" id="{3515217A-9424-3348-1278-69A9DFC888DC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3" name="Téglalap 122">
                <a:extLst>
                  <a:ext uri="{FF2B5EF4-FFF2-40B4-BE49-F238E27FC236}">
                    <a16:creationId xmlns:a16="http://schemas.microsoft.com/office/drawing/2014/main" id="{0DE1FC69-77E8-B599-449C-8B91E9CA0F14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47E6AB30-26A0-169F-4105-2423C11485E6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5A07D2F0-A47E-22C6-BCFC-DAADF91FF4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6" name="Egyenes összekötő 125">
                <a:extLst>
                  <a:ext uri="{FF2B5EF4-FFF2-40B4-BE49-F238E27FC236}">
                    <a16:creationId xmlns:a16="http://schemas.microsoft.com/office/drawing/2014/main" id="{38634819-BE75-57B9-CACF-7335117D46F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7" name="Egyenes összekötő 126">
                <a:extLst>
                  <a:ext uri="{FF2B5EF4-FFF2-40B4-BE49-F238E27FC236}">
                    <a16:creationId xmlns:a16="http://schemas.microsoft.com/office/drawing/2014/main" id="{1ABD1C94-B782-E0F2-F95B-8ED442009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8" name="Egyenes összekötő 127">
                <a:extLst>
                  <a:ext uri="{FF2B5EF4-FFF2-40B4-BE49-F238E27FC236}">
                    <a16:creationId xmlns:a16="http://schemas.microsoft.com/office/drawing/2014/main" id="{E5F29F3A-45E0-5545-F139-E8E74104D3C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9" name="Ellipszis 128">
                <a:extLst>
                  <a:ext uri="{FF2B5EF4-FFF2-40B4-BE49-F238E27FC236}">
                    <a16:creationId xmlns:a16="http://schemas.microsoft.com/office/drawing/2014/main" id="{5D523D6F-7A96-3736-746A-8194DEDE18D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6" name="Egyenes összekötő 115">
              <a:extLst>
                <a:ext uri="{FF2B5EF4-FFF2-40B4-BE49-F238E27FC236}">
                  <a16:creationId xmlns:a16="http://schemas.microsoft.com/office/drawing/2014/main" id="{D2BCA59E-6DB5-8E03-1D9A-EF4FA2D2D1E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D2A3A2E3-30EB-28D0-53CE-6F0D350C04B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3" name="Téglalap 112">
            <a:extLst>
              <a:ext uri="{FF2B5EF4-FFF2-40B4-BE49-F238E27FC236}">
                <a16:creationId xmlns:a16="http://schemas.microsoft.com/office/drawing/2014/main" id="{6A03E4F1-1EFF-D84D-B417-814F9D7FFFC5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472843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5BF4A1A9-EA2F-7412-3389-EC9FA095713E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E92692E3-20BC-D758-2DC5-F57FEFC19AD6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76211CC8-693B-FCFD-C49B-63F1ABD800A9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61C5CCCB-2EF7-BF4C-ACC2-FDDE11F2A6CA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4CD2D9C7-9FAD-5AB1-84AD-7AF6AD80CC31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16717381-9894-0FED-0B6F-1762559D1E3F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B09B505A-FC2D-DE3D-2B75-3F83781203E6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AC59B158-17D3-EC10-1455-AB719B514B26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62173271-07A7-E4DF-9262-2C26FE1AD98D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A398C4C5-B3D2-70BD-D523-91EAEEE0BF45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7C769456-B650-4F8D-7063-1552163491A5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7C6E2F5D-06E0-4D85-7235-0B54E4E0D33F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ABB99A3E-6D7B-435B-AD57-90A52FAC1C12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8F698DD7-3159-7C6A-7E18-D154069391F7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4DC4F51C-F3FA-4227-C98E-D66E80709806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15C7B99F-A201-4E55-54FC-D90820F5375B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FEC10403-3787-03D6-2E93-C3BFEE6FFC12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E513A31A-80FD-5C3E-9FF7-E9C5BDA52E1B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F2348B95-2F25-3EE0-3446-7B2AD2C2A77F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E4AA1C07-2AEA-4C08-CED3-1222BEF046DC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49784F25-17EF-C002-EE45-725017FE3E8B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1AD81327-91FD-0D6D-C71D-E143CB22B5F4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F4D7650C-7E74-7599-34C1-644BA001AD62}"/>
              </a:ext>
            </a:extLst>
          </p:cNvPr>
          <p:cNvSpPr/>
          <p:nvPr/>
        </p:nvSpPr>
        <p:spPr>
          <a:xfrm rot="5618531">
            <a:off x="11323226" y="-1123353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F08B2452-9AD5-77AC-565C-23F5D0AC6374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241D7068-479A-81D1-E767-DE0D2F4E24E3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0C108401-0310-DAFE-CCFE-DA29D0382FEA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C030AE2D-1F67-7530-87AF-CC719A4CD7F6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37CE81D3-2024-D63C-229F-4BBD4D685A83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C4DADD7C-FFEF-B895-4B97-EAC7134A1DA1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DD5AAB70-BC00-6C44-1665-6831077B441A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DF4BE9A5-0228-85AC-92F4-E18E687CDBD2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C6008101-6BBA-8B7E-3CB1-6512D609BE84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FB250371-7849-738C-8EDC-3DD7661F988F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A66C2EF7-0223-0851-E2C1-91DA1812DA34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DD435BDF-C3AD-085D-4268-20B3C291A6CB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42E94C82-E1F4-7EFB-7792-DDF767F45A14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BA0D05E6-43E5-31D1-D5A3-836706EA909D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5B207005-41DB-6893-B234-2870DEA9F6DC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25FC50CD-A12F-E23E-A5DB-41AED3782DAF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969FE484-53C2-00CF-81E8-5D0711E23A9C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2718E0D8-1CBA-90E2-86BB-2A12A6A40AD9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E00F0E9E-788D-9425-8D0F-6905F6D9D654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80A02143-8298-C0E5-83CC-F7D57D94CDA1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F740A199-FE37-8419-1FF4-85B34CC16A92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D002BE59-B642-73FF-34C8-B52440A99ECE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49B4F9DD-2F43-56B8-ADAE-8BFE387ADFE1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F1EA9C08-6E8A-B15B-FAE6-18881DA3BF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68E2E662-4033-5F96-EF34-054E1F32C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67F5F96F-5018-D6F9-BE6F-EC87EE51D895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DFFEE01B-D298-0A81-C58C-673C3A86AA08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8A67D0E9-9E75-A1AD-76A3-BEBC74D7AE1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7F163FDA-9078-D264-CA15-A59A94788EDB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0232C7D7-1E01-8FE8-6E64-E79F8A501E3B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71FD03EE-FB54-E7DA-B2D1-B06EB4AA53AA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DF9BB6FE-7E47-3385-1CE2-404606600FA2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51CFFC77-0559-C54C-9C05-21ACEEE83A46}"/>
              </a:ext>
            </a:extLst>
          </p:cNvPr>
          <p:cNvGrpSpPr/>
          <p:nvPr/>
        </p:nvGrpSpPr>
        <p:grpSpPr>
          <a:xfrm>
            <a:off x="3045784" y="2756222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CC01729D-2380-8D54-757B-2E7DD61051AA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194A2334-195A-E139-5C29-4AF9676DB265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F7DFC987-4BCF-6811-D8A2-7C113AB69253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35796767-0F04-30A7-E283-44DA43DABBE1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9AEA2E76-B53F-5C9E-EE63-20BAAB122DB8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88A35E93-1ADE-F950-3D7A-C11DD0DF9339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FBF3351A-1F2C-E1DB-096B-7D1FCC5DD99A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064F0CF4-B626-366B-5130-373B4B784BF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7FA6E111-6EEA-EF2D-9D11-DEEC44B9247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C775B0AC-0857-1666-95F9-6E504E143F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92C0707A-B7DC-B1CE-93DE-17DD5B283DC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DBD9A0E6-F127-4D32-A4FB-1821FEF328A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39282E03-C9EE-F0EA-173A-6CF13DA7F540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B2095DB9-18D3-FE47-002E-88520FCC57B9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3517386A-B6DB-3A27-BFC1-789A690DB6A7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48DB7E97-4A8E-5335-EEE6-FA24BFC77424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6313DAF6-B2F3-1453-D8F2-15655AF07E3A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85D53584-3962-A9AC-8AE8-24F2318D137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5FE57F50-2D98-3164-2722-2D0DACDDFB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74127797-76F8-F1D8-2BE1-6A1C1AEAB488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F80998D1-9137-E642-E64E-8CE6899338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CA1EA51C-2853-D0AF-8138-02EE809C04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9842DE39-2B04-5275-1235-D8A3BAFC36C7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26A67175-3C88-8AF8-3502-4CFDFE58573C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961B7212-6E5C-2B21-A16A-6606EE0A071F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BBC604E1-981C-3E99-3D6A-9237D7E36F2B}"/>
              </a:ext>
            </a:extLst>
          </p:cNvPr>
          <p:cNvGrpSpPr/>
          <p:nvPr/>
        </p:nvGrpSpPr>
        <p:grpSpPr>
          <a:xfrm flipH="1">
            <a:off x="2299191" y="43416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1F943925-A05A-507D-E91D-DFCDA57C5E21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1C381E21-CF0B-CE0D-1DA8-866C5E1F007E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F4651E4F-3115-0B12-35CB-F4374234C54A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5B0FA3AF-21AE-2134-C96C-6DA09936A4E9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B170E924-A452-94E7-E105-7AFA253B51F4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3D10C871-334C-626C-AD07-97C0CED2EAB4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9C7D6F61-7514-5C93-C52D-626A586BD5EE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0FF000C7-396D-F693-E410-7AE1AA60C18E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5E43B02B-F6D3-74FB-593D-942ABC1EF8A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7BA568E1-146F-9184-7CCD-7A095CD5194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7D6BA8AC-EBB2-06AB-EF84-CFECD0539EB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F3F16FA8-6D1C-E667-B165-52B59AD18111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2DC64930-3CCD-4807-D64C-DFABEB0876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A83C98BB-34D2-A050-9139-269AC8DDBCA3}"/>
              </a:ext>
            </a:extLst>
          </p:cNvPr>
          <p:cNvGrpSpPr/>
          <p:nvPr/>
        </p:nvGrpSpPr>
        <p:grpSpPr>
          <a:xfrm flipH="1">
            <a:off x="1466766" y="38106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0985E9A6-08E4-36CF-8B70-87FD1DB2796D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FC7F6F64-814F-818A-8845-018FBDDCF1C0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29B06CA3-95EE-8A57-C287-325681DFD110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70A10E8E-F894-092A-C6F6-304C7B01B31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FF5E5704-700D-BC34-055D-B013D5D9C1D2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5AE2F40B-D8C9-6980-9659-316377F58E9B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BA0A6F55-C640-C5FD-ABB1-DB02E3EEAAB0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C80C68FB-A3E2-8B4A-EE11-37710C6D10C1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33DDC339-B325-48C5-FED9-BC1BA945D1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F1E4CE68-A41F-69E6-097A-1C3380A6924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48533BA6-80DF-BF0A-0994-1CA1A7854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29E59096-B81A-7B52-BFA3-4AFB07B858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7B902C66-37E5-F4DD-D776-55E22B7C4F08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1FAAC960-6E4E-7D71-BF24-AFC8149058E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3EB7A83F-1565-2050-01F3-6EBCBAA2D5B9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4F3BEF16-A522-7C68-45FE-752FA5FA180D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91301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A4BB3EE4-D53B-05D9-8928-D8AF5E0BB43A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AD345B01-C1D7-55E8-B2AF-61908D982153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94B8268C-50A4-24F2-EA19-F6157822C426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578B4590-1C98-0CEF-3105-723BA20823D6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185A66B8-0BD3-ABBB-4BC4-1FA11A68D1E2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57DFBD78-D85C-678E-4163-A4E7B2A79ABF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32DD93C0-7752-57CB-9304-769C72C8E715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5E110282-E489-0117-40A3-E08D654F0F54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86D0B91D-86B3-C4AF-C128-FD108261BCB6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675D154C-4308-2488-E25D-2B29513B9D39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BA00C62E-511B-3C2E-CD43-B691A320D19D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AC17A652-46FA-0348-EB5C-C07F1DD3456F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649717A9-439B-ABE2-DE5F-41C769BBEF11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E9F53848-7C28-1C68-2961-EF5FC35B0982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F9EAC10E-48E4-7FFA-72CF-BC328A9B3AAE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C57713A7-186F-C57C-A6FE-978052C3A785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15491849-0219-D0C6-E5A7-50D5EFC3BA21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19CA658-C3DD-38A4-67D1-1B73B2451DE0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92965E22-F6CF-F592-DFC0-19ED95985892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97AB37E7-82EB-D623-1426-0E10F70997F8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D06F5862-6285-13F2-5264-53B186260EBD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75CB1AE2-625C-B43C-48A2-F12804F663AD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A316ECC4-ECFE-2584-3CA4-F6C7E6E444E1}"/>
              </a:ext>
            </a:extLst>
          </p:cNvPr>
          <p:cNvSpPr/>
          <p:nvPr/>
        </p:nvSpPr>
        <p:spPr>
          <a:xfrm rot="7873248">
            <a:off x="11049172" y="-171915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392120C5-2424-3DCF-5354-DF9C9BAB9DA8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68025C0D-D7BE-95DA-94CA-2A3182D6CF6D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9C60F52F-B848-C21E-4161-6E51D9E47BEC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8C720DCD-90C7-56AF-9607-EE1B72EAE2AE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E57FD88A-A0B5-F2DA-3FFD-9D36D4D2A600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4870B4B8-728C-3B3B-6952-9B15A7196981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FE20C65D-27BC-92B8-6560-2B080D7D786F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155A653C-90A9-9AD7-C057-82D14BF9EA45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DE65A5F0-2139-E205-7706-B51D31D54738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4D22C74D-9308-1025-0942-5DA504828201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91B908BA-7FF5-6B64-1DA1-04C0F6FB2C18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8C67D9E2-05F9-7524-CCE7-0BD489852969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90816B39-89C6-0497-58D9-E1185F7E05E9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0A9298CA-3873-D84C-32B9-35D08058ECC5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B6DEF285-F6D2-F9E4-2B77-A406A5A20CA2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C235B6C5-CB01-C3F8-AAE7-58415AF669C7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7F033E88-C7AA-D1DE-9922-C4CD66C4A8B2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B876ED94-DB03-3791-91F3-5AFA281D76B1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9386B534-6318-21BE-9B1C-DE2DA23754DF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35C68CD2-975F-8F95-DDC2-32DABFC67282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8DFE77B5-D953-4FD6-9EB2-9476550553D8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2DF409EA-5E02-79D0-5412-5C17D83BA578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C8C13684-F89E-9A46-044B-7FA7913193AD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B7C48881-E9AB-1026-4CD4-C6B82CEE34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396A70EC-CD58-55F6-F324-76802D12EE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3A6072D7-4E05-7003-8079-07052D8B0700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F1D23C0B-C412-9F86-F767-FBAE1758D53D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39D233DE-C787-2A32-50AA-A1039ADA595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AF726797-784A-932E-2453-519687C2F7D6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2AC9290A-7A43-6C91-274C-F16CD90986B6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AEBE4514-0C54-7ACD-C514-E4402910D207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E6C47B1E-F41D-29FD-C92F-10ACBE3D7861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5BC4556C-9E41-A824-1C4B-47BAA08FC62F}"/>
              </a:ext>
            </a:extLst>
          </p:cNvPr>
          <p:cNvGrpSpPr/>
          <p:nvPr/>
        </p:nvGrpSpPr>
        <p:grpSpPr>
          <a:xfrm>
            <a:off x="2893384" y="2756222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E57497BC-A37B-E6F8-A8E2-D162D29939A6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850C55E2-D2CC-F35E-768A-CB059DCFA1AA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5EDDC614-99F6-A9DA-FB70-DB200D7A7515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33A06813-664A-C341-EA03-82F7BEFC60E1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1646D909-7AE7-4D5E-AF74-C593050161C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13494BA3-4A97-7FDC-EC48-5D6AE1C3A2E8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A27040AE-A3E9-C139-820C-52BB33BE01B3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C27B9C9C-173C-377F-92DA-2899B359A166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180F4D25-3F74-3508-804C-0168612DB4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709AB02F-81BB-DFA6-0CA9-97E4A8D0B2E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97ABC122-5E29-A838-034C-682B42E58EE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282D763C-55D4-D6A7-CD21-BAEFE0F374D3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715EA15A-8D56-9780-CCCB-7851FFE63AD5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7FC6462F-3896-9FE6-AA22-C3D9500B4124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3DB9C3E9-7DC3-E803-497D-450549631463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EE8007D4-1235-A048-522E-244DB0256D7B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726CAB89-FDF0-2265-AC1E-AE47C4114F3B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D12449C1-3F6B-DFA3-4DCA-EA751EE47B7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8B15B2B0-870F-123D-3AAD-AE696C4CE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0722DF74-2A22-9EFC-2706-BAAB1A0C84C1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0D44088A-48D1-C31E-B319-F70CCD0B8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2501E39C-1A29-BE68-9861-5A83A31B3C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50ABB5E1-9B32-4C2C-A0BB-F2F5CFCBB54D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62D51F28-BB70-14BC-0F7F-B17DE5787AEC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6090BE08-8AFE-1590-8D89-EF7EB81B5AEC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7764F7EF-0DB2-691B-F332-614D95734F0B}"/>
              </a:ext>
            </a:extLst>
          </p:cNvPr>
          <p:cNvGrpSpPr/>
          <p:nvPr/>
        </p:nvGrpSpPr>
        <p:grpSpPr>
          <a:xfrm flipH="1">
            <a:off x="2400791" y="43924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B0A2E3C6-237A-D7F9-7F58-3DD6D3F9A8F7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97F80275-F169-3B6A-45FE-F2AB83784B99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2DA04ED5-887D-77E3-3923-2BE2BB251463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FDD02AD0-7D18-EB4E-B66B-CB3CAF79F2D7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67527C19-8021-D5A3-F249-8D72DBD022E6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2596F7E1-79B3-5A32-C4B0-7C1FDB54A49F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6FFCA5F2-6C98-E220-4BC6-028C66E4A50E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F7A0632B-CA75-8C5D-360D-68015C566973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D3C0B96C-99EC-076A-9382-21C03DAA6A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FE0BDC1E-AC96-0226-93BE-943ECC8275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38F34374-EFBE-62D7-0E64-CB640A19A8A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5E06C7FB-FA5C-B564-55CD-2253278FEE33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51BEC493-DEC8-17E6-8378-AF62EB5A86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E587F151-4F3B-98AA-D60E-A7D9CDCD6B52}"/>
              </a:ext>
            </a:extLst>
          </p:cNvPr>
          <p:cNvGrpSpPr/>
          <p:nvPr/>
        </p:nvGrpSpPr>
        <p:grpSpPr>
          <a:xfrm flipH="1">
            <a:off x="1492166" y="38868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D9899732-70ED-12B3-6B53-844C3969BC33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B4364240-D867-56F8-35A2-F28DEC8DBE08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B917FFCE-0935-57CD-0851-6B38A9988DEA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7F37B52A-1F08-FD43-8FD0-291278E7C70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A02ABCFE-582D-D201-3F87-C938C5AC580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6F64F5BD-84BA-0FFC-B450-84451C8A9B8D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738A63DC-C00F-EE19-DF7E-8F1C5145E40B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87FEB4F4-B09A-07C2-9F8E-672EBEF9BAE1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F4BABEEA-7472-13E7-578E-866DBFC3D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5265D054-F41B-5754-27CE-4F8E4DFFEB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1CB32D16-1092-B6CE-C51E-D1096C84C3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3B3C199B-16DB-36F1-22C2-8CCF8B8A888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60DF55A7-35EA-1B68-579F-13DBF05DE20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3B8017B7-CD5C-AC54-D12D-4F8F3C3FE62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0AD716D9-5E1F-7E7C-581F-6F58B6EC9499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4D3E8BF9-6850-F2A5-4EBC-559CD6B28C40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8496217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1B067EE0-5BCF-E7FF-B21C-82FD34540681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B502FF56-1FBA-0640-9912-BF0AC548F9C3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E62F4F86-3A52-F482-39B2-C24230731B8A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BC2C7B82-730C-A620-89FD-6E7D58F05CEE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5BF2586E-E62C-7609-AE20-B6DDCFCF3F44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F1B72B03-0D00-618F-54CD-2A2BBE5001C8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05D5D7ED-5D38-5A0B-2CF3-5759EECFC8FD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2080C694-496C-4603-C07F-A90505B7983C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652A87CD-156B-F741-E408-A2EB2F6D28FE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9901A70B-3771-E671-77D9-3F5698E0FC36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42F34C7F-D67C-9056-1F8B-B4F4DA96C1E0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1276723F-C796-6F48-0C3D-1116A2A0D355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085FFC24-A645-EFC8-E6B2-AAA36C3D22B0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15DF518C-2E90-DBD3-E53A-A80EC863430A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468D4C5B-8C59-01D9-E517-0F9C17230F26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56967173-F3C6-08FA-165E-8F9E216849CB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7950CC90-A10E-2328-04ED-5F267D9DE772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E82F231E-F843-F3D5-C14E-B7FB8E80AAB7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CAE58332-8BC2-7CDC-5C66-90C6786A1795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C061086C-0909-96A5-6969-277C1EB027DF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1A8BBE3A-9F8F-E261-7B50-768ECDFA7189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D01A4FF4-5A5E-B5FA-D6CA-454B7317F3C0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6D9DE85F-6B0B-A5EC-59D8-BBC409D0F9F7}"/>
              </a:ext>
            </a:extLst>
          </p:cNvPr>
          <p:cNvSpPr/>
          <p:nvPr/>
        </p:nvSpPr>
        <p:spPr>
          <a:xfrm rot="8324963">
            <a:off x="10888203" y="-3382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B4A0B562-9F6D-B48C-D4EB-51ED42322CC0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DE4582D1-3151-557D-5D02-D38072EFCA8E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664A9B05-A1EB-E7C5-DE65-4034E23A0F6C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7FEBB512-EDF8-C2AB-4B73-4BDCD9680856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A2ED25F8-B98E-30C6-6D21-FC3E44EF367F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65E70F19-8E5C-8E8C-6889-E0CA3A7C6BDA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EE2AB031-9FEC-9369-8BDB-AEABAAB88319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9584E2D3-61E8-71A9-A92C-6DB56640B1E8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82866384-DB9C-0970-3C8D-75026EE9AE75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C6C5EE27-1643-58A2-CFEC-0E8568506BAB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9BCC78EC-7EE0-6E43-CBA0-A25731493527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D703DCA1-D21A-828F-C688-8DDDE50A7788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265F2903-2333-0168-B157-18B09081CFBB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50B2157A-8E42-6E90-70D4-CDFBDC2CD292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3E5626C0-C2B7-AF6A-9DBB-0E6015340217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5D54B55B-5B91-0D94-8B17-56A3915A75C2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699DEF34-6B9A-3CA7-A85E-1656061E20CE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D5886B34-1EC2-1BBB-CDDC-4862FFAA417A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C344B72D-CB55-E97F-77B7-E7191E0C3CF5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024DBF10-0D05-B827-F6E6-67F7CB6BAD0B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7C60549C-A061-053C-B9A7-C933A2782C13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56B2C6F1-EB05-1702-8C52-C30AB9454BC7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07F73E6B-E2E3-A72E-7303-A1F040562920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AB492066-9CC4-B957-2B23-446FFCB509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E8A9BACC-E6CF-3D7B-2BB0-004F7F70F8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2B80A09B-156B-C65D-4268-9E754E6C287B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64526D97-8680-9BEE-66F9-45D18C8A7CD7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0289696A-16EB-DA77-C9A5-D461E982071F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7D57DC2F-90A4-16E3-AB9A-89429FD5FD60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BDF15DD4-DAA2-3C38-6CAA-5489BADAA7DF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3CD3DF26-AFEE-488C-C80E-254101DD4A18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52D865A4-A85A-6A6B-1BB2-BD088D48F772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89CBCC55-DBBD-2F0E-3174-31F3A80FA4FA}"/>
              </a:ext>
            </a:extLst>
          </p:cNvPr>
          <p:cNvGrpSpPr/>
          <p:nvPr/>
        </p:nvGrpSpPr>
        <p:grpSpPr>
          <a:xfrm>
            <a:off x="2855284" y="2756222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8350BA9B-72BD-0E76-0A9F-26550FD48EAD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0DAE3C16-68E6-7CA0-0629-8E4FB63B2A51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0EE611D3-D2AB-C604-E0C0-3776F102C3E0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DE07EF90-2438-A948-0949-59901378258F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8FCCB17D-387F-FEB4-D6FD-7B1AA5F97829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64356303-DF4B-7BD1-C325-CF8E3881E57F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9D3A20B0-9EDD-2345-83A8-50777F2E1D6C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DE2AF3A9-C7A6-0737-8E67-46E5440B837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6D8874BB-3430-D5A8-3101-A5DC36D19E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8E569233-5665-0E8F-7822-1B34878EAA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4B2985C8-B468-DB19-5FF5-46281A42354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D7D70441-9BC1-30D0-2D9A-A13F8F6F7843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B9EDEB36-A961-8ACB-A9A4-1E70CC3A6A63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01597B2D-B2F5-0FAC-294D-E7709940EFD9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0921481E-EAB0-5FA1-A654-9E9087498796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95A9E51E-FFBF-F207-AA04-F3E27617F87F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66E1E98D-15B7-7B4C-D57C-1A368D4A27E5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699940D6-6F75-5F4C-D559-B8271398352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70459A47-E064-78B0-2325-9B889C58EF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A1937E2B-0420-9D24-DE1C-8172CF0CBC85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FF345CF6-29A9-9721-D040-F0ACF627CE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385DAE94-B466-D7E5-2332-2CCC2CAC8A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0ACF5C95-926D-4E04-1621-FA28E7113CB7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D0479E43-2437-08A6-7855-80EEBF98A7B7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04FADB7B-8A30-A238-D315-6B3B6C1FD052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9734DFC6-B7C8-493B-9DE9-A0A0BF9080A4}"/>
              </a:ext>
            </a:extLst>
          </p:cNvPr>
          <p:cNvGrpSpPr/>
          <p:nvPr/>
        </p:nvGrpSpPr>
        <p:grpSpPr>
          <a:xfrm flipH="1">
            <a:off x="2464291" y="44305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C1C4CB1D-DC33-600A-995C-8E02343683A2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154A3466-0341-2FE8-4722-D12093B5C7BC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AA55F923-346E-D29D-91E9-7D0AB691C36D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20F560BC-DDC8-BFA3-DDF7-D5D6D33C1D66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7064CBDE-E094-E464-E5AB-E4B095769884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ED3D893A-84EA-722F-7CEB-103F0AC5C4D2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1B2A5610-D593-DCA1-3E2B-A1BC54109560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DAFB8495-CCE6-4683-45D6-1F830E7C15BB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58092337-D55F-0AA0-26B8-B6D0AE55AE2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CE8CA340-6653-0578-90A4-5622313B801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432187CA-FA55-21C2-AAC2-6D9E2B36561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633BE90A-BB01-BB9B-C623-4DE94DDAF716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92BE3AEC-7D04-3AEF-391A-96BB94FA00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585A1B52-AF49-1034-B33D-8AB5A87218A8}"/>
              </a:ext>
            </a:extLst>
          </p:cNvPr>
          <p:cNvGrpSpPr/>
          <p:nvPr/>
        </p:nvGrpSpPr>
        <p:grpSpPr>
          <a:xfrm flipH="1">
            <a:off x="1517566" y="39249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5686A115-082B-5CDC-F9E3-91CE3002705F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0ACD3021-D87C-26CA-BCD7-A34AE46599DF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F21C6316-2E9E-31BD-E8F7-1CD5476C7E6B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17B785EF-FF4A-1220-8493-D96935C2EE3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8C088A58-D855-4323-3B80-3C171BB377B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6E3F7E18-98C9-3D3C-39B9-475CEB2C235E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9B849E9D-B81B-47F4-D2E6-B246AE849AC3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AC6085A0-BB33-C60C-A000-C507E2C96BB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7124FE11-AA27-0E1A-7277-1E64E4FDB7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E8D28AFE-0033-EB9A-DCB0-2D970F62D97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BBA7B70C-72BE-3A77-547F-03E250F075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2D926DDC-12AD-EE84-FC8D-F4D7AC230B4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74EBB10A-BE65-76D9-62C7-AF4B63810273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6CACAC95-4436-7C77-7D4B-F98ACA8D5F3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60253901-EC19-1E59-D7EB-BA6FFFD4767C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7649BC55-6D37-5B82-C107-281FAAE04CBC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9608048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6F172D8B-BFD6-1AF4-A693-C241490EA4D1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B005577C-BF0B-7C9E-15EB-24913799BA41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F3CCFD73-B6A0-FFFB-2D23-35F32F016912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4EBFA98D-B548-FB35-D6B1-75D510E48A1D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CF040ECD-745F-8B9F-E161-D5B07189D1FB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B46F48E7-2941-0E26-F1BB-8AF458A66E57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7DC35AAA-1613-2492-41AC-BC07729AEEF0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CE3A9B1E-74F0-DB71-E796-5ED6F2D64AFF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5EF36CF7-98B1-8058-596F-50B9E6F67AA7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2B2B5926-DF54-D276-C528-3C9464000D70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8A954A47-F2B7-CE10-C4C1-832067F460F3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4AF90DD7-D106-7E9A-A5D2-F5E4C7F400CA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E34205FE-0E92-EDDE-B21A-DFF07D782D01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1E5530DB-07AD-0FC9-8B4A-8BC91DAA706A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29200EBA-6143-C814-38C9-64EF0D2CAE57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ECCABF7C-B3C5-6AD2-0A9F-3529E431FDB2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300DDCBA-ADA3-49B7-3EBB-AF7575C21A18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95445A0C-7391-B6FE-CD45-5E9114878A09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2725C43E-25BB-DBEB-0AE3-FE5A69D73525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6E710BC1-0766-678F-9C16-1D1F2EE77FF4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C36452A0-BB1E-16C3-D47C-9831DE246893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3661C11B-9816-F5F7-06F8-32D7141CB05B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63633D21-6D3D-E921-603E-4168AE79DEF0}"/>
              </a:ext>
            </a:extLst>
          </p:cNvPr>
          <p:cNvSpPr/>
          <p:nvPr/>
        </p:nvSpPr>
        <p:spPr>
          <a:xfrm rot="9260764">
            <a:off x="10586333" y="18929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383DECC8-CF1C-253C-5973-0D4B56E75B81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5C4AA35D-E375-FB73-CA5A-395E95BD54A4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638A4E00-C880-6569-08BF-0708EB98EB47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7C7CDFBA-0A8F-C4BD-A9BB-6979E4938BF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67D749D4-50EC-7686-6373-EAF8846C5C13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EF1CF653-7C7B-27CB-E5A6-92500B6434AD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2C83150F-1A81-9D39-6A51-3DBFF82B2510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64A764E0-E1EC-F37A-CE57-710685B94943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36D935CB-A9AC-8A34-0844-F5E46CA92C8E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60B8B864-A100-FA28-4BC2-B615CA66D523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93BDD086-F031-FD53-B0DB-ABF6EE55D072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BE74B398-D5CE-C4D2-5966-C953D179BF62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2AA83D04-F3AE-3EB8-3FA0-89C3589696C6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6EA886FD-08CA-D6C2-F4E4-9FA24592AA2B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B5B312F8-0C0A-D0B7-25F6-A4AE84A00127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E7D8F6B9-D7BA-9161-6D53-FBAC83EF631A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BF688A3D-FE60-7CA7-3577-D09C188598BD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BA648B7A-AF18-1946-380F-12BD0120F16E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43965928-6402-7311-03D6-D9076000E799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138C7C1A-B711-587F-BD8C-3B907745E786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88902037-6E67-DB24-CDE2-C6B097505950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9843986B-5D9E-CD86-E31B-4B10D9330120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BFBF2C68-4CC8-8E66-1F6E-FBD010021982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3C28D03D-D9BA-26DD-81C2-DA62361AC6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A286E5EF-B565-4CAF-96B9-438A2676D3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79212A43-6319-B025-1EE4-8AF7608A33E8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34EC82C8-2D92-C29D-C6D3-8C876BA956A8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1F1C0C03-7057-B130-B431-2B653F7BB3FE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F39A8CA9-110D-877B-6A2A-6BFFBEEDC6E5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8474D504-9F0C-DFCF-B6B8-8874E77265B3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84B32C61-54C3-12FF-DD13-37126BEFBD81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89D4C067-191B-F3F2-153E-2135857A4D64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35D437FE-363F-159C-4CDD-27E7A82BCA0C}"/>
              </a:ext>
            </a:extLst>
          </p:cNvPr>
          <p:cNvGrpSpPr/>
          <p:nvPr/>
        </p:nvGrpSpPr>
        <p:grpSpPr>
          <a:xfrm>
            <a:off x="2779084" y="2756222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BC9C299A-9681-72F5-F09F-8AB3CC383A40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C2765EFE-633A-DF4D-AFE9-AEF7741E7240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AFAC2B29-5110-B7EC-2E8B-392E6F37C8CD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BF16AE2B-3A44-4649-5B17-59E83E50600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83BAB1EF-061C-5054-7C2A-9BE4848F311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A9103416-7065-C595-D0A9-2C495D79CC40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FE7563F4-73D4-DD4B-DAEF-8622DE4CAFFC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8F5F36A8-61A8-8ACB-B2C7-2C7935CC833A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ABF79D62-3D3A-18ED-206A-3D638A22F28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D4CE7637-1034-9EF3-74F0-161EC98528A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0E597606-0153-025A-99E6-4B2EE7D36AA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4F7F95A2-3C6D-EE85-6124-2D42B8E0AB72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B8CD62C3-FE53-3F7B-EDAC-6A2426B5472C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1116F55C-01BF-CB33-E636-5BCEA5FC0924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80B9E97F-048E-D79C-EADD-A25C8CA26AEB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9602E437-DA44-02A4-8CD3-D38074A75F5E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B4218FF7-E011-01DA-D3A5-7234E48374CD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1D189D99-673D-5288-4C61-A5A32D37F9B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899BB94D-B719-9965-672A-116C88CEBF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EFDE890D-7E19-0347-65A4-880D3A67447C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F8B90FB8-C7BD-7996-FF12-69A409FD5F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02A7462E-5E68-163B-1607-A6F4FAF391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83F50481-6ECA-E060-E465-601D17A9C37E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DFD6B8BF-958A-AD95-55A4-C98BA8239E7F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6A97C02A-5BC7-FD8C-ED6D-3E292AE690F0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26618C68-DE80-CBF2-D563-F7CBFF2726AC}"/>
              </a:ext>
            </a:extLst>
          </p:cNvPr>
          <p:cNvGrpSpPr/>
          <p:nvPr/>
        </p:nvGrpSpPr>
        <p:grpSpPr>
          <a:xfrm flipH="1">
            <a:off x="2540491" y="44686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FD27C8EC-D26E-CA9F-F249-AD82C35D18FA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FFBBCA42-6066-B70F-DB45-75B40D6B4DD2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8E87ED89-5A5E-90FB-0430-3F9704ED2801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DABFEA06-08C0-826D-BF18-1587C882F0B4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CD6786B9-45CD-D7CF-E1D7-58FC38D20F12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ADE51C4F-96A9-7F8E-C572-33D4411B0ED2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5437950B-1DEA-520C-4E11-F3C6DCF4DD3A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70A6A740-6BB6-E22A-769D-34AB7CCAD0F6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FCCA16CC-3179-CD6D-0821-A0D6C90C32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A90433CE-84B4-3BE0-6D2C-2E3AF2512B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EB8939C3-CFBA-2519-21D6-C5211EEF142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0C906B78-629F-ECD3-5A47-DB4DDA5ED9A6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69DEC3DA-D1D8-04ED-6A21-4299432A12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59523E98-823B-8F51-1BC2-A0F63D0A5045}"/>
              </a:ext>
            </a:extLst>
          </p:cNvPr>
          <p:cNvGrpSpPr/>
          <p:nvPr/>
        </p:nvGrpSpPr>
        <p:grpSpPr>
          <a:xfrm flipH="1">
            <a:off x="1606466" y="40265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EEF0650D-9B6C-92EF-29E0-DA4905E8084B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34820520-9340-0B72-590C-9BCB6F8ED13D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3F5C4BEF-2EE7-20FE-BA6D-0F621B5640F6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A209D52E-B8BF-82A5-5272-B4141BD60C19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31737D68-5C0E-20E0-630B-C7239B288A7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55F6DC58-6D9E-E648-919F-956FDCFB4084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6EBA6A3F-64DF-C018-36D4-AABD244B54EB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C219353B-17E6-402C-C03B-D90272F5EACA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1969D589-CE45-0506-ECC0-966D9110B1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5ADDBAA2-CEA6-A111-4B80-729B7CC597E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99F37F21-EB57-FF46-B0FF-4A6B18E5C5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4EB03DA6-92AB-1529-EC7C-1B5C1E34884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CB7FF972-7227-E156-8BC8-8657F2DAEFA6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65EA5171-738E-BC8E-AA08-4A4756A03D8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05BB0E10-C805-809A-CBA8-429443923D7B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3EB381C2-3C80-4D64-EC95-95CF1A1DC3C2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5716970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AA3A128D-0ED6-F10B-D0BC-F521F3BB89B6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CCC716AD-0C28-2C5A-46CD-EF00F23F7B07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59AC3FF4-F549-973B-73D0-BC0E00D5762D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F8B05F7D-7C5D-AFEC-C3E7-745DD876893E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4221EBBF-56A8-EC11-3130-6790E6F9AD22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18B86BEC-395C-B209-FC2B-F71191BF5AD4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EF3BBD07-04DE-976B-A12B-EB8062A1F015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9FEA3494-740E-1891-51D5-54D7F7FB8226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9B3FDF9C-AC4A-D02F-6F47-FD9F75CF2910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CFCC348D-14F5-FCAC-EFD7-128755BD0F83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3617C5BC-410B-04DB-9E68-94379B7E4163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4841E941-AA48-D5E6-B896-BBFF6B70280C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D3726F45-0A8C-DD40-DEE7-90E412626B91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C447EBBB-755E-C16E-4E6B-22C904FC9FEA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5E6BA09E-20F1-8375-D04A-10574028FEC8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A674A5F2-F938-11ED-7D91-202AE1684F78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7A43F6EB-EA0E-D081-4961-DD3D1145265C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1F6B2EFD-4389-80FA-D852-6513E44A45EC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AC3AD303-4D9F-5D31-D773-490889F12BF7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28BC55FA-F3C2-31A5-3C6F-3D556E4179BA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DE744879-5688-4183-F371-2960F99FE609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B2FAD323-99AD-B9E0-238A-CCDD0C59BF58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78D3A5D1-1AC6-9B8C-5C5E-48BF1A07F7FA}"/>
              </a:ext>
            </a:extLst>
          </p:cNvPr>
          <p:cNvSpPr/>
          <p:nvPr/>
        </p:nvSpPr>
        <p:spPr>
          <a:xfrm rot="10011115">
            <a:off x="10278968" y="203647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7DB2AE04-E62B-081E-4398-60A2F69D3B0D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7D79A2C6-CDA5-0C86-0683-0D9CFE37FE22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F46575C2-E45E-D68C-885D-9478D54C3A80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39E34EEC-0B4C-4180-E2AA-08436BC22C59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3DA09CFF-1122-4750-9C5D-47043342C53A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E4542466-D579-9404-F796-DF11FABBDC52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D0BABAE1-E8C7-479F-CE2B-89B19BA296B8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BECE8C30-8568-DD2A-740E-F9075E72F9EA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8ADB5E15-61B6-DB4F-B572-D3158D8256AD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CD1502D7-505E-364D-125B-4863483959E4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9BD50267-4EA7-6843-C4FC-64C3BDC3E507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AA818127-2C7C-524D-402D-8872DD9700AD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83F09E42-0F02-6A09-C6D5-81808293B5A3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187590B0-1FF0-CFF9-257E-998BC4F44FAA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04336BDD-D7AD-86C6-8D0F-0549AACA253C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117EF76E-6B6D-A0D6-8247-211B11AC543F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8E27D5BF-8F29-F321-8B0E-2418AD4CFF71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D5B4C15A-88B8-F400-980D-518EE8ABF491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B1FB4AD3-AE26-BC27-61BC-4F898FBD6FDC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1ABC3F3D-9EF3-7A79-C4A1-FB1DF4925225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1C6B80A6-AA0E-1629-41FD-CF446B7F7A89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EDBA47E7-2F62-00AB-271C-C235F3CFB407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986DFA57-F2DE-8487-4384-44F85CC81C4A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BAE7421C-C881-FFA4-A16D-DD009C2F65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F6557170-A815-7808-08E2-82259E95D5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C1C42F1D-B501-9578-EB9E-571A16F14704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03E7F2F2-2E98-AB7B-0D52-4876A288CB1A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6758CBE1-0A52-96BF-3019-7B2436AA9CAB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C5F3D970-1A74-A21C-C9F7-8CFBF51B8C80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E550F509-1ABA-1229-5C4A-D17903950BC2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FE0DDF70-6234-72F3-BF0C-094605CA4B3B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AABE96B5-E648-4084-67AF-EAA975471F88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4E5AAF7E-F27B-D205-7E90-D00752D8DC62}"/>
              </a:ext>
            </a:extLst>
          </p:cNvPr>
          <p:cNvGrpSpPr/>
          <p:nvPr/>
        </p:nvGrpSpPr>
        <p:grpSpPr>
          <a:xfrm>
            <a:off x="2702884" y="2756222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B5C1E3D3-8446-E2CE-E817-8B06E1057EBD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56C20EE6-2537-73F5-6540-1C4B6A600A34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37C73E18-854B-E4AA-3C4A-10C2234F9DC5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DF4316D4-EEA5-5B75-ACE4-40E427FE3C68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7F7B5ED4-2EBB-7929-73DA-373F91128BF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E7B026B6-FB13-50F1-C60C-E44594E9DBCA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3B6FBE0F-B441-40CF-7504-CD5F7EFFA941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65EB51D7-BB10-1DC0-5D51-734AA9F97DD3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F4DBA5A1-E960-2B56-BB5A-A187F54B3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56171390-CE2D-345B-ECBF-7CF949FD8CE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862F5AA5-DA9A-0EBC-DFFB-A10F8A9D9C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EB25FC80-259B-DA95-3216-D57F3EBB77D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2127FC94-15B4-25EC-B712-E171420317BE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35A4D5DD-77C2-B6D5-4832-60BF514A63E1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AB4FDDE4-12CA-141C-0415-188A161E7FAA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D1BE5889-2CD1-870B-03B9-02F9D3CA6FB1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7445FB41-784A-EDE5-54A0-AD9B4D160258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F78BEB3C-653C-9E00-D771-787789412D0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D5CA768D-A0E6-FB3D-9D66-227E73D336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6A0A1F9D-90DE-81CA-5BB2-F89793C20456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2582744F-BC6A-9B9A-68E1-073C8E2345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6D7CA5F8-A5C4-74CB-F0D1-38F0322498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6012CF19-C49B-785B-6F6A-443349850513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DF407F3C-DDDC-4DF0-9F57-D1F3F0BAF714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7934BDDE-02DD-81B1-A1C1-1D6190EF86E6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11E40F3F-6E85-69D0-83EB-B074438BB02E}"/>
              </a:ext>
            </a:extLst>
          </p:cNvPr>
          <p:cNvGrpSpPr/>
          <p:nvPr/>
        </p:nvGrpSpPr>
        <p:grpSpPr>
          <a:xfrm flipH="1">
            <a:off x="2629391" y="45194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09C727B7-F661-BB63-0223-44CDF14CA925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776D40A4-F6C5-FD69-B3D1-7319BE25CC85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006BE407-3FCF-F06B-2FA0-A3C771E9DC58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CA281EC7-0189-DDA0-1469-616BA43280E7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2769DB27-C816-7F6B-C6D8-61CE1FA493C3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6F1084AA-98FB-1CEF-A952-BE73F002D6D6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5C65FB70-F718-C8CF-874B-B0F6D9EAF481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FFD7E4BA-11A0-733D-C8D8-F5F3240660A1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320031C3-368F-9832-88E9-64D60CBFE9F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A2172E5A-AC27-D137-8254-664B003827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BEBCFEE2-CF3A-CD8F-ADC1-726E8F7E52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AD4B7692-8562-0CE1-7857-357AF206630E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D9B988C7-FCC0-5C4B-D821-7342FFBC9D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384FF626-6098-05C2-C500-AF2BE0E12358}"/>
              </a:ext>
            </a:extLst>
          </p:cNvPr>
          <p:cNvGrpSpPr/>
          <p:nvPr/>
        </p:nvGrpSpPr>
        <p:grpSpPr>
          <a:xfrm flipH="1">
            <a:off x="1669966" y="41027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DDCA6CB2-879F-F971-3B61-6AFA677BB1DA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7D27A1A1-7C28-90EA-90FF-AE37DAD2A8F4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D8FF614A-41F8-90D7-AB47-3543EE459B40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52B0A303-E6F3-3212-B31B-244E417539C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A5C2CBFD-0971-1D55-7449-70519BCCE66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BE2DB201-7218-D6E7-BE3D-FEA17A8D0C5F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5C13177C-F1A5-19FF-D132-DA840CB1CE86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DD2F976B-7F45-B105-935A-0587408E224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6B1F40C7-FB25-9963-A03E-3A167B1868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ED46DA81-5BD9-29C9-0845-F101FB15769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F54137F1-684D-50AA-E26A-946112C7A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524E70EE-F0A7-320A-213C-82A007F34FB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27BAD23D-E9B6-ABBB-4376-B101D5815BDD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C4DEB10D-2C6F-2669-411D-E7318CD666C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FE90548F-5360-2EC7-1D4D-619ACBA089A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29A85EC7-7B8D-9523-6BDA-CED4D2458798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7620775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3C71A548-99B2-B1AC-2C78-595B892427DA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F1B45898-7702-14C6-8296-F94519D5D272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6C4A0B86-936E-CF81-9FCC-17DA0F6AD818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B169375E-BD5E-86A3-1695-45E57C7A026F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C497CA57-9971-B99D-3BC2-717FBB96E638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7DCCE6AA-6E07-F0E1-C15F-2FB7EC473E26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215119EE-D574-B0F3-3CB1-CA0C27BCB012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615AA549-9696-4481-33F0-5B03804BFBDA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482267F7-AF37-00BC-8CED-8B434F4A20C3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F48826A7-0613-1D7E-8901-54189B4E542A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4E038DCB-92B3-4E84-F0DA-BE3E3E82A04B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9FAD3A21-3EE4-4162-E207-3BF47EE34F59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58D2E361-5B2C-B0F6-B4E7-6EFE7C559C02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09D0F79B-7A2C-868B-C315-CCAFE0349E6E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73A46E63-4FA1-AFBE-1656-1FC998D555E2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CA14C4BD-E908-CD34-0928-78B59CD4F3E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4FB956D5-1A48-E729-3CE8-7ED85B7FF46E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8A736699-11EB-008C-09D6-E5D958409384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00AB16FC-0BBC-3B80-3120-2D9A984CFD3B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731A3C6C-E7DF-FFDD-2C08-907A8E5B36F0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7019AEC9-0A7A-9C95-5CD6-0368977B29C6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8821F1C5-82EC-FC28-4226-CEF1F6ACB35D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EDA149A9-27F5-918B-13DB-0E0FB257753F}"/>
              </a:ext>
            </a:extLst>
          </p:cNvPr>
          <p:cNvSpPr/>
          <p:nvPr/>
        </p:nvSpPr>
        <p:spPr>
          <a:xfrm rot="10800000">
            <a:off x="9950391" y="388110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AA3528B5-88E3-F115-ADF4-67C1B29E62F2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AFA64AEB-D304-7736-400B-91B4DAA33FFD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0014852D-ADE7-F94B-D343-1401C1717309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A8754C94-6265-BAEB-B21A-CD879B91C9EA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21F0B167-98DD-C1F3-7D8B-AB29BACC19FC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18680EF4-FE63-4920-BD8B-9E27A361EA69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9E5CA279-F5FA-E0BB-8608-FCB5BD7AFE20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6AC42DD3-806D-60FA-821A-CB35342DF5B3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BC6A25A8-961B-0C13-46D4-516A1B6E2E0C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FF671D58-B3D5-D424-488B-8215FE62C3DF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A2AC9A56-0A6A-C62A-39FE-082AA8B2EC8D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BA68172A-9638-6008-294E-5FB288C297E5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469E6065-402F-7E6F-2858-E9F0F5A94A31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9484E7E6-89D4-74E2-2A55-71522D4E6163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6509E47C-3728-E469-1DBA-CC09A5B20E89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A98E61E5-56F1-A091-D81A-81033308E75D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02EDAACF-C8FA-51A7-4A65-5D3237BE0D6D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A8258D59-63AF-02B8-D3FD-87BB9A6EEF93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A883B006-B7C8-36AA-F165-642EF5A31D1B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57545934-9F7C-AB80-1479-49B9112F03A4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39C5C933-692D-17EF-2542-E3B547935355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0FBCA06B-6FBB-498F-4C0E-38B3534DEE44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74830CA7-77FF-1EC0-97D6-5D4A5D534457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E6F1A847-8174-6943-3AF3-70523AF972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4A25BD3F-A9E2-F4FD-A332-49AFD515A8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39A2F768-B4D5-6E5F-D672-33AA6376B1AA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B115D658-831F-7D81-F3AA-E4E465C9FEF1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4DFF54D9-205E-F804-324F-6E529C217558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D80A8694-4594-63F5-4521-588FB366289B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F7ABB80B-717A-1EF3-219A-A8542A812B87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9A295BB0-D839-9656-90DF-21F3A279790D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FA64F1A5-05D4-39B0-13ED-80C9F6111B3B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ACA6BBD1-1FCF-856A-A8A8-49EB62B89A3E}"/>
              </a:ext>
            </a:extLst>
          </p:cNvPr>
          <p:cNvGrpSpPr/>
          <p:nvPr/>
        </p:nvGrpSpPr>
        <p:grpSpPr>
          <a:xfrm>
            <a:off x="2588584" y="2756222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A64EFAE6-4649-2D8B-5CAD-F2C146E7C78F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766AEA1E-AAEB-BFCA-A79F-50868B3A3C3B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D097482C-9D59-B276-4C29-BDE5AB610C52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AA46AD52-989E-87A5-5011-D7D02A583B9F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1E395D21-CAC8-9AF4-3B45-71F7E86B8EDA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90BE1054-0F91-17F3-DD87-AD4EC92A6D17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BB73B124-11D6-C0B9-34EE-B51FE6A01864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AFC907BA-9B7F-CA8B-1FDE-C65F432615C8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D634AD31-8C0F-C471-36F7-60B6112F2FF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8E7A4522-0963-8DA5-4CE2-04122C7BAF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BF96C5BD-680B-0DBD-C4FE-AEB9305D6B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77E0526C-FD00-EEF5-EFF3-47DE7AF7F610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BE20FD08-42CD-8A49-2418-B3EFD86842BB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D0CFF58A-B2E0-9BBE-AB1A-23FFFC0CEC31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8CE0B280-7F78-188C-B228-97838203C1F6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6D1DB86F-1DC9-6646-3766-288637EBB90E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07ADA0C1-C702-B7B5-3EFB-2BFFFD186BB6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3F616C0D-1F63-8D6B-60E0-6AE3D000088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02FED334-2F89-EFF8-EDB2-C7B0FF08E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DABBF5F2-A324-1B7E-DFCD-9E2810D5B791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D27901CE-A4C8-E1DA-F566-4A63AE3049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C1C92CA3-DD50-69EB-FA3F-7D3C0A97EB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963E5059-D0A1-3EF0-C6CA-EA4A7A8FD77A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80B8B9EB-EAEA-B0F9-4E7B-005E5346F807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FCA7DA87-2BB1-E0D6-3FC7-E56D3C2C6156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38A62E39-CCF3-079A-A7EF-E77FB6C634FC}"/>
              </a:ext>
            </a:extLst>
          </p:cNvPr>
          <p:cNvGrpSpPr/>
          <p:nvPr/>
        </p:nvGrpSpPr>
        <p:grpSpPr>
          <a:xfrm flipH="1">
            <a:off x="2756391" y="45956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F617DF45-6F5A-4DC0-E268-6AB06B6A605B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01CC311A-E77D-9C92-7B9B-1A896E4822E1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3C6FA5D9-4F00-447C-F6E2-A04A2FF823F9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D46421A8-347E-C716-72B5-9C5914365520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81CDD7B9-495E-AB35-8CA2-3BFFE6FF8E16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D9E97A70-B590-B6B9-B312-6E23970030EA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F8346DAC-AE5F-CDEA-28D0-6AE7F07F459A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2D5FDB74-A0DF-4A9E-8CC8-406C32C27BE4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1D42F707-CA7B-22C3-D1FF-93ADAE736F0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15B5070F-9B4F-F2AD-78E0-4E39520CD7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B8C29413-D1E3-6B76-A405-8D982DAF804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C21CB876-479A-04C1-1C87-D561A042526D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C8F1755F-BCC0-02FA-26B1-0155992700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E7416E4E-FE61-78E5-888C-63C409CA7E30}"/>
              </a:ext>
            </a:extLst>
          </p:cNvPr>
          <p:cNvGrpSpPr/>
          <p:nvPr/>
        </p:nvGrpSpPr>
        <p:grpSpPr>
          <a:xfrm flipH="1">
            <a:off x="1708066" y="41662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AE056BD4-842B-65AB-E5F0-BC936DAE3859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53C3244B-9A48-E08C-AACA-01BB7FCAA385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74A0C78D-5923-E31C-D193-12AAB56AF51F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3E1ECA58-FA77-7026-B8E1-AF3957C079F9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40FD4AA2-E527-ABFD-E8D2-6E0EDC9A4CB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C8D0B3CD-1BA1-620A-A3B1-F379C1C6E08D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B753D4E4-6455-F362-5CCC-928C0F152A0C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DC983027-6F32-50AE-D984-0148F41F4821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6CF149C5-FC89-5D01-F4EC-62F857E1A3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A645DDF8-2C77-8EFF-DDD5-E4CD4C3C870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5054B01E-B47C-83AF-226B-B7E323D5EA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38C1EA01-143D-FE0D-7D93-6B2B70AEBAA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A0096FDC-5B27-0FCD-E890-B61002C74F4E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287DDF5E-8F33-48D7-E5E7-A8FD46EA17F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59FAE1FC-DA2F-324C-3035-B00D8039FF5C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D27EDED6-6D9F-562D-68D1-C394DAA5861D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42871851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C2EA6DA8-33F2-4890-14D4-B8E50CFA56D4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4321CDA7-84BD-D52E-A936-BE8CEB0DB5C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6C84DB0D-8A2A-6428-C2BA-E7603D09A84B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9FAF568F-E876-2447-CF08-8FEE03EEC49B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9839B803-3823-D65E-3CEA-D158B2085E30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8806902A-D632-2587-9EE8-094F6EC0E11B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6C973192-DE8A-838F-F969-269FCF5766EA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EC6487B8-BF36-2B42-1F74-97CD3996E953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305A0586-8F43-8EF8-188C-9EE334950F7C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A2E71049-30EB-0DB7-F8E6-D04C08E19B0B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F013621B-4D20-682F-8CB9-0802C7785C82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D6235252-68F9-1CCF-9B18-F140571FA419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A4E21913-380B-1167-C26E-A56E05F03301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B1968AB7-E5F8-148A-7ECF-1FA1C04F1A00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45CDE41D-4C28-556C-C143-07EE3369E464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6CFACBCE-E946-89AD-578E-251751F4E225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039A3FEB-0C30-D8FF-3610-52CAB57CF6BF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412E9375-382F-C038-E618-9A30768AA7A5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5DDA438A-AA9E-9FB5-B6CC-A117FE5569BA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18C8B7AA-C4B2-B141-01B5-313A79A43AAD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36761D2C-FD83-3A32-98FC-8255E735DE5E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7BBCCB32-CC3B-339A-354B-EC57C8E2C2BF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631B77A8-39D3-0C82-701E-87EDAAE783BB}"/>
              </a:ext>
            </a:extLst>
          </p:cNvPr>
          <p:cNvSpPr/>
          <p:nvPr/>
        </p:nvSpPr>
        <p:spPr>
          <a:xfrm rot="11827012">
            <a:off x="9555287" y="245246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62217394-780F-4650-019A-3E94F4BB23ED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F19A37E0-B77B-B183-863A-7C0DE117077F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058D5470-00E5-A3AC-CD02-C71CC446F433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5D0ADBE9-B1C7-0ABC-8DE7-245FD6AE9646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591A2BCA-7FDB-4236-D20E-628E186221C3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D3A04122-4D0B-C443-DF8C-EF356E32CE6D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F1E56F5D-5AB4-7222-32B7-5C08D931DEF6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B4FD5B8F-B442-D34D-CA70-EC44C2FAD96C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BF668A3E-9E84-280B-2689-7E99DC098CAD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D2A2E2E9-813C-5DC7-AF62-DA184D795DA9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0DD027F9-B871-9B77-208A-01992564F554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DEBC412E-185F-748A-CB46-B1B081B898D3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9EF71AE5-7C17-442F-B662-2768EDE83A15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A45976AC-D22C-F24C-A4EF-4B0FE587F63A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BAE3D9E7-507F-3EFA-931F-27ECFCF31DE1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644A14F2-9276-EA24-2132-405432CAFF09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162D3DCB-1FF6-F438-B0F9-E24DE1BF1B82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206CB970-76A4-BB59-1FA0-CB606AB1364B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EF3FEDCB-EFE2-913C-ED24-0538AF3D198C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FB8C6741-E25F-FFA8-3C7B-5C789315DEB1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77F90F88-2F18-1687-983E-4D411088A478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AD05C721-BFB3-C238-079E-29F0AAF5FD6B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7C3BBFBB-1395-4C69-6B45-8DCE6558D706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9C678872-7C05-E35E-549D-8448BDDC12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59EB48A4-FC99-3812-BD4A-D36AE898C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35EBA114-D210-2FE6-E3D9-D38DB4C8CE48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5C3C8ACB-7BAC-9FF5-0FFB-3DC513B528D7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4A2CAE1F-46CC-94FA-64A6-6733A50100DF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4E3985DA-7C1A-2A69-4CA6-A68E40AD2EDE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580FF0D6-E91F-BCF4-6ABD-54DE52C96C68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A4CD35F2-409C-E0FA-A8D5-B2FCB8A6C228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AEFA82A6-A82A-7C30-24CF-BAD04D1776D6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6704DA10-EB5A-4B59-D8E9-E9B28712CA08}"/>
              </a:ext>
            </a:extLst>
          </p:cNvPr>
          <p:cNvGrpSpPr/>
          <p:nvPr/>
        </p:nvGrpSpPr>
        <p:grpSpPr>
          <a:xfrm>
            <a:off x="2474284" y="2756222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9CC74F74-2845-5621-5F7C-9B6413C5E289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8C61214F-FB54-9FF5-E099-D5BFC7CEFC9D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337756B9-5D1F-932D-CFEA-475D0E70957B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A05A82D6-052D-826D-9F2E-05C7D0B9EC9C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A7C7DEC7-BA2E-396C-DA60-9189D3ACEC0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BCCC3CBD-09B9-6353-A245-F03979BD8BD6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41CEBF0F-217D-0BFF-7F93-CA1B1D64C1F3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B0CD1C15-0CCB-15A5-37F4-D7C927358D6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EA554367-8A77-D13C-9C31-2D165500210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DB4C4565-7206-F4AB-894B-A5A8F46489A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46A4840C-04DA-BF11-BD77-B253869FCA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9920EF42-7CCD-F8BA-42AD-7724199D64A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1370E166-3E2C-49C8-1051-A10C94883022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DCAF06A1-751B-254E-33A1-57D9DD9507B5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00BAED92-C16A-D18E-70AD-BE58C6BE339D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71C91611-66EF-5D69-B5D4-1E09002781A6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FFBF25F2-D241-F5E9-5978-7F97691B42CF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11E5B8A9-837E-FE09-E29C-5DB825A3B5F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5EC9FBDC-449B-2C92-97A7-4880738F56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C72C50E1-41CC-A3DB-F794-B7FB6D67DE2E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FF285C50-E48C-78D3-7D02-D4DB1F4E9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ED2144EB-DE38-D65A-83CB-4CB0E982BC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9162A484-8FE9-6DEB-1290-E993FFC974D7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6DCED337-A554-A591-3125-693FD150D5BA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2138382B-40F9-3EF6-CA94-C2D78B7DB7D8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49F8355F-293E-0AA4-6CC2-DA8FA02F7296}"/>
              </a:ext>
            </a:extLst>
          </p:cNvPr>
          <p:cNvGrpSpPr/>
          <p:nvPr/>
        </p:nvGrpSpPr>
        <p:grpSpPr>
          <a:xfrm flipH="1">
            <a:off x="2832591" y="46337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45DE47EA-31EC-FFE8-D1C9-E5991448A936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399C3FC2-0886-AE20-0CFA-E1E8575A0511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B0166CA2-8245-A08F-1BBA-11A5CE774142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0DFF4B9E-98BB-F254-B6F5-33C96BEE1478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4D61797E-1F69-3A14-9224-317905C6B205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5FCE2BB4-CFFD-0FC1-E342-C2A4B0E57153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1278DECD-9A37-E078-1F1A-8956078214D5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70CD992C-24B4-C9DD-543B-E49CAFD5E522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6A2B04B7-3EB8-865D-BA2E-230C8D717B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560BAD4F-EDF9-2AB9-7455-F13DBBF4CE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30CCDF68-B8F9-2600-DFAC-BECB312A859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6E9C8E65-CBB8-D6F9-1E2E-A5D7CE3C6080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69494988-F9A2-307C-9F5D-9FC933EDF5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9DA32B2E-C16A-67C2-AA4A-25713C755CE8}"/>
              </a:ext>
            </a:extLst>
          </p:cNvPr>
          <p:cNvGrpSpPr/>
          <p:nvPr/>
        </p:nvGrpSpPr>
        <p:grpSpPr>
          <a:xfrm flipH="1">
            <a:off x="1809666" y="42678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6572BB8D-71EE-F256-D12F-5ED6166FD217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240ACABD-FC2E-42D3-308B-18155375C68F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6423608C-B9A4-13B9-86E2-40EABD5C4E97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1C168DD0-F527-D468-6074-92F7A888FBB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8512973F-7C58-1674-3C4F-21AF1D38937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A5DF875F-77B9-4370-FC67-47F863C4D083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01DE5745-9457-1DDC-CD38-26A0277C4455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3C7A3C6A-EF74-8A0F-E625-19FF7B815BE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92F1E8BA-3673-285D-2DC9-F6653DE90F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B786EB7-2070-D1BD-2916-EB43EFEB2BD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D2CE73E3-175A-E865-98FB-FC5BBE22B5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9053F1C3-9FF3-051E-C896-A18E4CD1D0B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B9866AC6-30BE-1415-B8CA-9C3739E64A6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ECBCBEB6-6E79-1F58-C9CE-4F03D3F5A3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FD65EB7F-1E8C-03F7-730E-75F7A6AD63AD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9DCE622B-A9FD-343A-EAD8-BEC5B9E2F0C6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6513282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8B1C9BD4-C02A-8CE1-1AC2-44BC6218219D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72EE8B90-2527-3B76-86D3-44F5892445EA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1BB9293B-DADD-5A75-0C47-FFDF2BBDCD0C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BB2A265A-6589-E667-618E-3C870C832720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63DF0D5D-E46A-A94A-FFB2-D8A52E781B5B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A3C8FEED-1249-C9D5-CE8B-968A58E5B52C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596DC9C7-0401-E65E-B02F-2590A26B10E5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B95105D5-E060-0F53-CA6A-3C5EED6ABB5F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3E4A1354-01D3-2652-5ACF-B5CE90EA4459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F7BEB538-28DF-C518-E7BF-21913B4E3E0E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DA703320-F3B9-CF1B-2828-CE314C1BF402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B19EAEF0-6AC4-1E0C-7E46-85D5D044B2EA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A695EA1E-BEDA-C390-1F04-CAB68424E6B7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CFDC28CD-AE82-CDC4-342C-E6BA04C2EE94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C917A9AC-9905-BEBA-C044-C102300F1EDB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07A69B1E-A15E-9AFB-9DB5-785D6D4B5C5D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280F12CB-CE53-2BEB-C592-1270C9E41647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E234284E-B5A3-EC54-B115-B5070D899484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C223653B-6D65-1332-FDF1-92A28B13F058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C0BE1A3A-3DC5-5ADE-0CE4-B8234383FE05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52D1AAB0-4C6C-4270-230E-EE0BEB217774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8A032A9E-38C0-4D8C-F2FD-2408250381D1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6AB0E90F-EC28-6C0B-5094-25CC6769261F}"/>
              </a:ext>
            </a:extLst>
          </p:cNvPr>
          <p:cNvSpPr/>
          <p:nvPr/>
        </p:nvSpPr>
        <p:spPr>
          <a:xfrm rot="13134435">
            <a:off x="9035121" y="-7535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EBCE9232-C95F-614C-9083-6DC75FC778B7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B5BD572F-B526-8885-FC0E-FB6FD35CB755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D85C48C2-5870-269A-05F1-7FF003F2B3A5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8758EC4D-9BEF-253D-7758-59E4ECA2C8D2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63D41817-1517-6A19-0B61-FA23E85516C7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8A3190FA-3733-D060-65A1-CC58EC35EF87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606E12B7-A49D-DC57-8536-C5797AAD1FFF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567528F5-5657-1F8F-17C8-E3B75C51C685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E99FC413-153A-B4E1-F69F-9F53939B15D6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228F52C7-9E66-4223-5B85-86715C8F77FD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2FA8EAAA-69A4-EA9C-EE32-562FAE3E5EB1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98095E68-A9AD-B4DB-7C0C-259D772BACEE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79F960A8-D7FE-5E75-2FAB-1EEDE2C1E19F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130D105C-7EF9-6270-5355-1648F4A8E127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81862B38-55C8-253A-59C5-35521444641C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840F0415-EA81-459B-8064-A467F5A1FA44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A1D56458-F50D-71F4-EEFA-DF967DF700F6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A175A493-7AD7-CA37-D5CB-FDF1B0EDC034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D6661386-3DC5-3643-ED2C-D066C4DC812F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AB65DC3D-1DC1-46C2-D25B-23075F7449F3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412DF93B-1A7C-0DE0-59FF-BA853D4793A1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32E77969-A9D0-9970-61B6-CD6BD80C1025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644D9BA3-8EA0-1A1C-91D3-3840C25E6F8C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4148BA5A-ADEF-2F22-8B9B-9E98C7E39E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D95CD974-2682-4763-1673-723352F7F6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ACD6B35F-72A7-6CD1-57CF-6329D870C116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3444E3A1-2945-1EA9-B87D-D128233F3B78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AA141224-6994-910F-771D-C88C8934549A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C3C0DDFA-DEF3-16D7-6BA7-2EB98BCFB5A8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FAAE0355-83EC-C806-C79A-86B75A9BB298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E9B364B7-7724-229B-4BF4-F4019A363604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E1E8BF84-C4E9-29CC-2C2E-DE0668614095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6DD77023-7018-12A5-E595-54FF7FFD7C1D}"/>
              </a:ext>
            </a:extLst>
          </p:cNvPr>
          <p:cNvGrpSpPr/>
          <p:nvPr/>
        </p:nvGrpSpPr>
        <p:grpSpPr>
          <a:xfrm>
            <a:off x="2334584" y="2756222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38DD2A53-0C85-9EA7-F6EA-D6A202B25599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70A8A579-749F-D7E7-44BB-9F4E57CE66AF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9D8338FE-7B4E-BF49-1077-095BB326EF9E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1ABE9E5B-38DE-96B2-6B35-250E480B8D6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CAD8895D-85C1-F40F-9A14-A64627E5A75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F9567500-2E25-C531-CE8D-7CF6B8E695BA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AB007ECD-B980-1B06-0394-FA555AC658CE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FCDDD7D7-AF18-B966-42F9-113554BE4C2B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BDCB3DFC-1EC8-D42D-65CB-5EBCDF68EC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FCD7C67F-9E07-674B-8B58-C87D203D4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282903D7-1108-09B1-39E5-1D54854C8F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7A60E7AE-2F2B-9F17-DAC0-3D6533118C2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374E3BE0-B14F-FCA8-BD18-15D9BD5A3BD6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CA88B14B-4CB2-1506-7281-DDA209838D74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61AB0D4C-2DEA-E5FC-D027-69E70EE8EEE1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9D6848EB-8276-3461-41F6-265E12FA4160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839B6A32-23AC-EB04-0366-BD42E781EEB7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8C781488-3423-35BC-D102-E046EEA06D8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CD2545D7-2047-BBD9-575C-C523C344CD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83CCC443-B3BC-CAF5-404A-1286AF5147D4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50214926-1DA3-397B-8B41-3868997EAB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F5EA9709-3BF6-5FAC-5652-A7734D0F3D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EB8B31F8-5CE5-6F2E-4A6E-1A48D6DDACB2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2299541B-304C-4DAD-C3F0-598CA0A5188A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98A4E49F-891A-7A08-F49E-D7E26DEC81B3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CBDCC2EC-FACD-F512-9994-F6567BB4EAD4}"/>
              </a:ext>
            </a:extLst>
          </p:cNvPr>
          <p:cNvGrpSpPr/>
          <p:nvPr/>
        </p:nvGrpSpPr>
        <p:grpSpPr>
          <a:xfrm flipH="1">
            <a:off x="2934191" y="46591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C3485753-C9A6-3A25-5B73-53025CC829A5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F3535CCD-D7FB-3C4A-137E-2913A7C013EF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735D22CD-D92E-4935-EE66-0E1A32A07B64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4D39ABA6-E796-F856-545A-7333210E7968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98AD9AA3-158B-15C2-A950-F3FF1268C472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E7E5879A-D7C3-2F4F-AA6E-C2A366BB27E5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EE8D7EAD-B5C1-D95C-1FFE-C06DE6AAF38C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061FB8D8-F0C5-678C-FBB2-130CDAB08BDF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6603589A-9DD2-0F1A-B218-0FEABB3AB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28CF736D-8D88-C937-7110-94B7D499B9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3C011A55-BBBC-D927-692F-AB5EBB8A76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C39DC266-D0D8-A01E-E9AC-A65C79B66A25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81B98FED-2DDA-1AA7-254B-BC79E4495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D42BC743-0BCC-6E3C-EA19-A348C32B4044}"/>
              </a:ext>
            </a:extLst>
          </p:cNvPr>
          <p:cNvGrpSpPr/>
          <p:nvPr/>
        </p:nvGrpSpPr>
        <p:grpSpPr>
          <a:xfrm flipH="1">
            <a:off x="1873166" y="43440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A93ABC89-140D-4F2E-77AE-0250AA9CBE7A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EA7BBB5D-51FA-5236-4F56-BF7CADCCA418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3668312F-262B-6FFB-315E-7B1AFDDF1EB2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F800F1EF-5D8A-6981-08B1-576EAB8E468F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DF7F89A1-5945-EADA-DD04-A7546FE13E2A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4C178943-B069-7B69-2D8A-DB154EE694E7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DD15D95B-C704-5A86-4EB4-CEB69473584B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CF6ACB5F-A105-27A0-1187-81911C019E5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29BC6803-6731-DB64-1BB4-F1BD573774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310821E0-B96E-6004-94A7-A5C221845E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B6DEB80D-A94A-8F3B-28FC-B782A970C4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2078EE3F-F531-5FD3-07F4-38964AE9AED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7B922EF7-3A43-60B7-508E-3396A14FE29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9ED9DD1B-590E-2743-85F6-39BAECB495C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2392C8AC-20C0-B62B-4A54-C3F6EEF9BC64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2140DE12-167D-6814-0450-879BA945141E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93674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90FD5E06-7894-B2D2-1037-F858191A069B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BCE68D7C-4133-6704-B42C-6B0EB64B528B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EDBD4856-071F-C3D2-4877-FD4124148F4D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9030977E-EE93-1399-3784-49CBE41785AE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BFF10C77-86BE-9868-223B-62CA2F388487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71E7DA27-AF34-6623-A325-D935216D8663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8284EF70-F4F9-5022-9A0A-ADA8EEE257DD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039D0ECF-CD3C-D632-C912-E43FF79246C3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00380A72-2963-B5C4-17E3-F1E1A3A7C246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D171E546-C5D8-5B83-D468-EE15E27AF3FA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7D4A8295-C9CC-1964-4EE8-C5FD1A36CF5F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1FC6A54E-65A1-F4CF-2C7F-6AF255DD597D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DDA5329C-F890-00E2-C1F7-269E0B90B5FF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134E2DDE-F7AB-89D5-79A1-254933F54F3A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A1EAA9F5-0B0D-E46D-EDD3-FBA35F4A5522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03684EFF-8153-8C49-5FB8-8F88898C592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8B18EE30-32AE-1360-9FC5-43759B3C700E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4520B113-DD1B-E42B-A435-5B1216313F46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3E4977BE-A392-BDF4-2C55-6B53153FC7F3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D6894928-F357-3D9E-17D2-29A4A246425D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C25FB4D6-7B5E-0181-AE98-D6C4D23E294D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ED74DAE8-30DF-8A4B-866A-A6378536A187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22AD89F1-F922-92B0-D2B1-16564B1ECDDB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3A4CA421-4D4E-E3C4-BC80-4EB7E54C12D0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79AF4751-232D-52A9-ED17-C0630E451F9E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C03A6DA8-4DD1-AA11-D6EF-7B3CD4C22F2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A4154353-9AE8-564A-FBD2-03012764AFC0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D4F03D64-E3C7-3EEF-3B8A-CEF9BB33EBEC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AE2E1AFA-97D4-CB95-10D4-5F58855DC871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6FB97F37-1A81-E08D-32DB-29D06D3FB2C8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13F6092E-BEE1-26AF-3F12-35DAE9B2F9C5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79253097-2384-2D8F-2897-556769DFF7F7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6EE3C177-C950-351D-64F6-12F3853CE531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5C805DB0-C302-852C-8CEC-D9E3BD384CCE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52E9E815-9028-5158-0C3E-6C3EDC75725A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E4567F5C-6D3F-AA43-746C-DD2FC28940D1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E459CCA5-F0D5-89F8-4216-1DEEB2D7239E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5CE56F1B-C4CF-7316-D362-9B31FC3E7BCF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0528B946-5B50-850F-A1E1-FA7D6D388577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274D6EC4-3C26-ED9A-6265-10A3F76693F6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66720124-CDB3-295D-31D4-42D0ADDAC449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FBA2A99A-B190-6BA3-1396-63ED9A2E1C8D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61639C6E-BEE7-4ACB-BCA7-DC1951003CF8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B83258E9-67F3-F250-7369-9844293F4AC8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873FDBC0-7DA4-919F-2C69-19C91DDB87BD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C6367B74-F2A8-C246-754D-3390B86040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723A3A69-C8FE-C6DB-E58B-350A1E874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5F3D05C8-5B83-54F2-6621-617D86FC1440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F4080BAC-C4CC-03A9-B1AB-2CF020219C23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074CBC28-3A33-E542-F924-FABE85892D65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145DD328-68A3-D62D-A5A3-3D9A3A9BC0EE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CFB91D9E-F81D-4E01-68CB-AA015E48712C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85863F60-7252-A780-A649-71F93BECB580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2F62E46D-3D26-E1FA-44AA-8CCD7D1A7C30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042EF2B8-3D51-1132-51D1-B2450A740C5F}"/>
              </a:ext>
            </a:extLst>
          </p:cNvPr>
          <p:cNvGrpSpPr/>
          <p:nvPr/>
        </p:nvGrpSpPr>
        <p:grpSpPr>
          <a:xfrm flipH="1">
            <a:off x="1458580" y="37352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3344CDA3-8844-C2B6-2B3C-1F4777CF579C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3F3B1840-088E-2A44-8CF2-1A3FC66BF152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881C4279-4196-5DED-FA95-4047CADECD74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C015D7E6-2546-EDDC-197E-E18E49250763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7DBCD018-663F-FF15-AD2D-984D04CC6E4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3DB6A906-F7DD-BC3F-2220-D120AC2ED504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B75E24B7-8C80-8E99-4BFE-5D31E778FBED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C84D44E0-B3B0-9588-B058-2BAEB75CC17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980C75F0-480C-EF61-8828-FB478EB940F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0A737DF0-89EE-087E-9478-5AC225E0167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43B01AF2-168B-4AC1-0FA2-22C84D473B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4346969F-FD6A-48BD-72E0-B87BE20F4A1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496D8C13-0E03-3CBD-C390-6B5E5DDC83D4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FF3D3E08-6355-C9AA-1E63-6BF41C208016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09C48BE7-6A0A-A0F0-F473-C39E77BFDF6D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A8BADEFA-5561-BA29-4700-EBD3470DF2B9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9AA3E4EE-4724-ADFD-1533-B89035CBDC84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1CC88FE5-EF77-B8FD-FCBF-4F12E0A5458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FF25B796-740F-111A-35E1-03E4E3A40E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3200753C-C128-85D6-E0C6-3FFDFD2D49D9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EE1B5E98-4027-86FA-3475-463700A9AA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7EF2C72B-5394-58EF-00EB-8C99800683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121C9CC5-C2E5-4D71-A42B-DC8C6AC7744F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4B05ACB6-C0A1-0628-9D55-B14116497B01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B82A3DCF-5CC0-6AFE-93D3-1BCB3E703BC4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A60F578F-DAD5-8701-6987-4C87617CC386}"/>
              </a:ext>
            </a:extLst>
          </p:cNvPr>
          <p:cNvGrpSpPr/>
          <p:nvPr/>
        </p:nvGrpSpPr>
        <p:grpSpPr>
          <a:xfrm flipH="1">
            <a:off x="3035791" y="47099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7E72ABF2-63C2-6FD9-E282-1C4CAC50AAE6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71258757-2AB4-EBF3-5F9F-3D46B3EA1139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573A5427-759E-9B6B-DFE6-E01F5B6A14C9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8DB1B09D-D335-8D74-2772-62010DDF36E0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80BB182E-6F8A-EE84-BD8B-FCC544069E14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099B6479-BD9F-A6B7-6579-17F3C9465171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1C999FE4-5622-EE3A-028D-23BEA8E2AEED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722DFB81-F2E8-F5A3-9B30-87400DF64065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7B52BBFF-9913-99DD-84BB-F027909C0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2A56DD3C-D815-2E68-864C-466C95B401B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D2F271AB-1DBB-CC14-58F9-2F10B7E666E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331C62A3-D723-CAE0-B71B-0D5DEF777565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CBAF1785-C09E-8704-9180-15257A327E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222D6DEA-F661-C55A-6C97-F3971034C55F}"/>
              </a:ext>
            </a:extLst>
          </p:cNvPr>
          <p:cNvSpPr/>
          <p:nvPr/>
        </p:nvSpPr>
        <p:spPr>
          <a:xfrm rot="15691447">
            <a:off x="8555801" y="-989558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5CB6508E-AEFE-FA76-CD87-0E9F583F2662}"/>
              </a:ext>
            </a:extLst>
          </p:cNvPr>
          <p:cNvGrpSpPr/>
          <p:nvPr/>
        </p:nvGrpSpPr>
        <p:grpSpPr>
          <a:xfrm flipH="1">
            <a:off x="2000166" y="44456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72531F23-4231-1C07-F7BF-DF313B77DF04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FB53B388-F2EB-9FDF-E051-EC6E84E7E97F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FC4DDDE5-2E19-2BD6-F22E-178BC8ACDBB0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C5BA7A94-C279-CD20-0CF5-8A53D532234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C44E00B4-0BE3-799D-B437-4AD5E71443C9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BF385AB9-6836-8B1C-D3C0-B7E24589858C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336528FD-B575-92B0-7901-D580E8AB8E60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AFD09EFC-4694-7FBE-C19F-A9006B09475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E62DD18E-6C45-0450-EB3F-7DD18D16A3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40A35643-5055-9A72-8988-ADB9009C234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BC3FC328-E60C-B0B1-5FBB-1D19F2CD73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2592CB0A-A751-63B2-F69C-156784D98C0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90E2A314-E9D9-F584-19B8-42B5E863FE90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4EA7FF3A-8C4F-1E54-3890-860FB933BC6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447EF34B-3BA5-2E81-2161-D7D839D3B6EB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25F6CADF-7FBB-FD77-8BC3-793F8BF8920C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303005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1AC88BB2-C8EF-9D07-EA4B-9D09417E7FA2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E4B6D0D9-BF0C-795A-23AC-19C31CF99737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F803778F-393B-2DD6-6103-5C9CA3D0505A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F2F61363-9726-79EA-DC03-E690085AAAB8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0FA8ED1F-7DBF-6AB0-5593-20BCBF729122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4CF58F03-D519-8049-D59A-AFBF8DBC727D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7F28A80B-51D8-0643-5207-2B075FBB0170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11AD914E-6DB4-804C-3114-015D6FBF036D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444E8D57-9E5E-A2BA-98E1-559843E4E852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BE35E7E7-18A1-FFBF-EC06-6CB3C4F8999D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C7685B16-F90E-0977-D9FD-7271B892A7DD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CC1A307C-6F7E-2C16-26B7-C5CE92847229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C7F88162-EEAA-4CB7-C4E3-2CAC529008D4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E5F7A95A-0CDF-0750-107B-007D0868C548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E2F0BDF5-EB41-E816-E32B-703041344FB5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7670C51D-C3B7-2EC2-931F-72E506B96A37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0EA1AF07-5486-6DE7-ED29-4AB1F3F610CF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81E32510-7BB2-753C-B547-35912667288A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B657146B-068B-72A4-D6AF-19740486927A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0D412B18-A34B-5279-CA5A-3FF86F815BDB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D40D541D-2863-8AB2-DCED-4BBD3104AB6A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C1D64189-0B9A-504F-6785-0EA0E27D9EB5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1047B883-1464-5F22-7A8A-FD64D0F42E25}"/>
              </a:ext>
            </a:extLst>
          </p:cNvPr>
          <p:cNvSpPr/>
          <p:nvPr/>
        </p:nvSpPr>
        <p:spPr>
          <a:xfrm rot="16684890">
            <a:off x="8555801" y="-1374183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806A0E23-0C79-A0B4-2D69-89B419E777EE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C6ECA49D-CAD9-2064-6C7F-1F2FDD8480A0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A1792D90-281D-13DD-E701-8B79FAC9A3B4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550A857F-03D0-EBE4-EEFF-D68F39495AE9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48E27A21-F23E-A83B-4C9F-8DD0AEA14755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7DA0D873-48A2-3750-5291-EB44DF93A40C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64EAF91F-2E1C-4C35-4051-E1C68127C4F0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D57E042B-7148-29FF-C27B-DC3FE35E932A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89D7A979-A547-4BB3-3DA4-EA198D84B5A4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BD37A852-1C0C-FD06-507B-ED0AE5A7AFB6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72D66676-4239-1E6E-B04E-1517B80BDDB4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1E8646B6-C26A-5315-F5AC-530382093E1B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63D497F4-FB85-F921-FA22-FE24349763F0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FE45A826-1623-B537-F97B-00E96CBE0FAD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3C6824DB-9A3F-E881-C35D-42D0676CCE3A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125A346A-F98A-807C-CB1A-F1A8E3CCF382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4538B8AD-5CEE-95D4-34F0-6E02C1633EF3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54EFE99D-A81C-87FF-4EE5-5A0D2836A336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A21AC9D0-04E0-8BD0-BC5F-8CA614C6392A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BD1BE1F9-01E5-2CC7-E66C-6C4FDD64C461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92BADFBC-A2EC-8130-8F15-CAC58B9D7073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6A2CE0FE-71DD-C1C8-F3E3-55DE1DBA695B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093E3642-9BB5-D26E-FDA7-EDFD807AF57F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162B3AB2-A30E-AE54-AA65-0D50D6FCCF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6E185914-8944-7E0E-8D01-EBFF5EF433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43989BB7-F858-8CD8-B78E-29B0100D9C2E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73CD1AC9-AA62-59A8-E4B9-E01615209F82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F409C803-8765-9D14-7D9E-BE975CCBD26A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88CB3B93-81C3-D189-AB7B-63B96F5B5D37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51041E37-FA07-4AF5-F2AF-0B31FE3C83E3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A5D5A9F1-D3BB-8F04-F987-0D2B7F0F57AE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0D6EA718-0DE8-0781-5B03-473606D5E185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EEA23FD3-84DB-DED9-6CB3-4458C1FE5435}"/>
              </a:ext>
            </a:extLst>
          </p:cNvPr>
          <p:cNvGrpSpPr/>
          <p:nvPr/>
        </p:nvGrpSpPr>
        <p:grpSpPr>
          <a:xfrm flipH="1">
            <a:off x="1547480" y="39130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ECDBBB85-E8E2-3BF8-AE42-B4FC8928AFDA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6A46F4D2-75FB-3625-6583-7E2B1221C46C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B625A77E-EE09-91D1-236A-8C6991D81C58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5F0B2E90-5D1A-EDB5-605E-275510AAEE4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344C7962-FE0B-FD95-9E35-117E8143889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CBD09E52-568A-B7AF-EEA3-B428CF690792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F23D0147-E362-7F89-B585-D78FC652B05B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15B37AE2-DBE5-7C29-B31A-0B25D83CBF8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B3FC8D63-9714-F7AB-6FE4-B0DB0A906D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B266B85A-B113-820F-92AF-269897D8BF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C2A6F012-B390-0C6F-2E62-7928A709CFD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5D0BDE33-9885-5286-49AB-7C5ACE738D3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CD0E69AE-5ED4-C7E8-3011-478B3E83FFC0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6771B7EC-0905-7C97-6F2F-5D2BA88C7ACF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51BF2571-81C9-1CE5-9201-C8143797155D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A454E89B-AE08-09B8-544C-59CB6292014C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ECB8B0FE-5327-3497-423B-EFFE37BAAB79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775F964E-847D-FD92-247D-7675D9E3808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AD2B412E-5FC3-F3A0-21D0-BDF92176C4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B51BAEB8-4A6D-E695-0AFC-180CC85D3F9E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DEA35907-77C3-8728-208F-3B56C09BF7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02217349-ECCF-A6A9-31B5-A2647CB910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5100218F-178B-4B2F-AD60-A5BE415C0501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FA15A124-2385-9507-2B1B-CB6318D32C37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5220935F-FC7F-1733-EAB9-E320CB068C2D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AFE6652B-A111-6AB3-6CBE-DDE3DFD03556}"/>
              </a:ext>
            </a:extLst>
          </p:cNvPr>
          <p:cNvGrpSpPr/>
          <p:nvPr/>
        </p:nvGrpSpPr>
        <p:grpSpPr>
          <a:xfrm flipH="1">
            <a:off x="3162791" y="48623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201C6808-F988-23AC-673A-05A3E724FFFC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2825F458-F150-5BE6-9AB1-2E55146EAAB7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CB391F33-14EF-95EF-D3B6-AE1C529613DE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78FC424C-8B3C-75E2-59A0-33F06EE90647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73B0B9E9-300D-2C6E-E69A-DC3663ACE2A4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1DE04F5D-FB9E-FA43-2AEE-E600711F18EE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6A29BDB1-08F3-E299-EA8C-34C9F421DC43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D3BEF23B-5BF0-0E6A-FE15-D344B15968B2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FBF43549-66F2-6A81-0F47-99E8057C354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5A5FA2AE-ED70-77D5-D49A-DB11E4B16B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8A42B472-44CF-A055-1B19-C35D4885CF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035FA392-A936-BCF4-3DEF-72E4CDF04077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36590FD1-CCA4-247F-9C12-2EB7B849E4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52C625AD-D962-A369-0731-741522AE6650}"/>
              </a:ext>
            </a:extLst>
          </p:cNvPr>
          <p:cNvGrpSpPr/>
          <p:nvPr/>
        </p:nvGrpSpPr>
        <p:grpSpPr>
          <a:xfrm flipH="1">
            <a:off x="2127166" y="45853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D9C46C66-803B-E459-108B-1EDEDBBAA193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8877C094-B371-4A4D-92C7-1605C336BBD4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262DB1F7-04CD-5DE5-C4AE-919D9FE00744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565F5259-6739-2999-44C4-0216D9D6F229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F7099B9F-A292-9708-074B-686707E967A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377BF6C4-35A1-37FE-6709-755492FD152B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B8871809-5EE2-3DBD-9A7F-A2514AA198E9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D8701023-7C04-AD98-C843-30FCF1122BA6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C9068D81-40A8-A958-1929-F58851B828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BD12E78D-95DA-8495-07E6-DCE474E7E0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7354E7C9-FF77-5A37-6BC0-AC6D995EDE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E6DD17A9-DB5C-B005-6013-072876F8522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2A6978B5-F972-B6E8-CD7A-14D280834C8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2E009C52-15D2-458C-E38B-AFBAA5051F3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6C8DDD39-5319-2B48-3F94-E649A2051AA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66F3A56D-4306-894B-EBBF-89CE814E0FD2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488664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70CA59D7-E364-EC83-8E72-4F7D7B9F280D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F53AA2D5-24C5-C697-DF33-42985A109FB2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B7990EB0-8215-4244-A643-87DA2C6A8962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26A4BE55-AD6F-9503-FDE2-22C41CFC40CA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BDAA9D2C-93B8-B18D-BF11-3B958DEF5F65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5143855A-5E15-A635-6134-0FA63E754C9D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F90C8F2C-53A1-6953-8E40-EB5B93479B8C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0E7BC3DF-8243-5DF8-1F3B-FCEC766A536E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89224BF0-638B-302B-EC12-9DDA60FFD886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42E45997-9C7B-3C33-ECFF-5CEB726845A6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57FBF34D-6856-A8AC-EABC-2E9C25F5AB28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943A18D3-D473-3136-68B2-D90527CF318E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E6E103C8-D5B3-5BFA-8504-9D5B5B707078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E2B16865-18B4-6250-0598-D8B249C97D19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736F9AD3-3091-5E0A-406E-01163E511EF0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20788F3D-7978-9169-7816-08F5D454086B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B87DD993-48D2-526C-9E1B-20B714C6F9A1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BBBFF76F-4CCA-9BE0-597E-E03ADB1E881F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D81C8526-567B-70FF-A86A-B29F81E361BC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0315F2D8-180C-1B16-098B-9AC3F67EB3D3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1AB0C4FC-E90B-B19E-BD79-2AB0BA28B308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69FC2D44-1C61-A568-AE0B-7823B981131F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714A5884-95F2-270D-F511-D8AA06594C6E}"/>
              </a:ext>
            </a:extLst>
          </p:cNvPr>
          <p:cNvSpPr/>
          <p:nvPr/>
        </p:nvSpPr>
        <p:spPr>
          <a:xfrm rot="18995452">
            <a:off x="9005568" y="-2198955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330A11C3-3E7B-6B87-BD2E-CEF072926AAB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9CF78B8D-159C-F131-53D2-497739E3CD49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F3F95690-1CA8-324C-4764-0AB147BA45FF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48A09DF4-5C14-CC00-D86C-F85C6C6E2470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D45D737C-49B4-6547-0A59-06E740F83D48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0162E300-3C36-13CD-24CF-208DD124A153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D67F0BBD-FA10-28A7-27F1-4F5249BC447A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05F65B96-32AC-C2DB-5D98-D90497705250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1B719253-A4AF-15C8-2A67-F7A8E970E31B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16C87E04-9953-FCAC-3A3C-D7BE4C3F7833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4B3C2C68-F2BD-6CCB-4663-1495E5F27F18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FCAB9602-2DDF-9D00-BB5B-A5E92F07120F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797894C6-3483-D4FE-4F94-E219CF28775D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160C6810-22A2-2773-31DF-2B6F78E196E8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5E752D32-227B-EFB3-3E12-28CD7B76FC5C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82884834-C768-466F-26E8-00E11AA2773D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AC2E4A9F-9F05-B5B1-3FB7-9703D70C3E31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87BD8470-6E60-38BF-62F7-BC369E97B7AF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1B373164-CE1D-BF7F-FECA-A8ED9E54A144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CFD96823-88E7-02F4-119E-B3CB6A1B5155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06CC228D-C056-26E5-BE83-F9DB2F13F3B8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514DAD7A-6D29-B168-BDA2-0B938E3A8715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EC099145-AEDA-306B-DD5C-2CCA72F1B3E8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20019A3A-0036-CEFF-BEED-976D278565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542256F0-AA69-023B-425E-6A9371BD11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B70651BA-5445-2230-973B-0EB7603E0A56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75537FBC-3678-EB40-37C2-EEA66DBA37DE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551D4E99-9437-81E2-5A44-E983DB6CAE25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4301E58B-209B-06BE-418C-38C66DB8DDD5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272847CB-D8ED-BCF7-E41C-CECB165D40B3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E26DCB06-3BB2-61B9-D026-63476FDE6317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F67E026E-B6F7-20DF-CEE7-2D0A74312DF9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DF4EF8DB-4917-86FE-0166-2AE091746D81}"/>
              </a:ext>
            </a:extLst>
          </p:cNvPr>
          <p:cNvGrpSpPr/>
          <p:nvPr/>
        </p:nvGrpSpPr>
        <p:grpSpPr>
          <a:xfrm flipH="1">
            <a:off x="1649080" y="40400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57969A13-B6AC-8626-D2CB-2380D6249540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4B1D7A44-D633-9E81-576E-62D9CF3650DB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FC2009D9-86AB-F8C0-D9D1-12A5B2EB351D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959127FA-277B-117E-71B5-BDC269D49A7C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7479B78A-C7AA-49EF-AB55-92902BE5DCE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0577AD09-541B-2A0E-E2DF-ECA83B1C2D87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690E3981-F334-ED3A-1D3C-9584FB944D2B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DD994CD4-DB34-0B27-8300-AED5E41C441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C9E40B0A-0E6C-3F4D-4285-4E5E1619811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BCC92C6F-528F-2673-1310-8CCC0F7C5BA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CA644973-FFC2-F895-8CC4-EC49A26D3A8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CB933DF7-3594-44D6-CA1B-F8086FC116EF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6240770E-1C6F-2C18-48F7-506F89342625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5CDEB853-CA97-4A0F-CCC8-55C3D0FDE0A3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5CCB0D76-1A25-D4F2-1831-61D31A9DAB6A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A97516AE-027D-FBD9-254C-C49C22638904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6EF6F125-7152-17B7-233F-156BF15855BB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3D2181F4-84BB-FAC9-B80D-E5648B50AF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C09F8B13-9CBB-AA6B-55CF-C300D2346A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E0361B84-796B-C4D4-5CFF-3BD647F7395D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8F55F311-4194-875C-FF4E-88BB64B11E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3FBAFEF5-1CC1-1DD6-5135-DD7ECDA4D4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3977B9C0-22F7-7DC4-7CB6-FFE069037B54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28D8370E-3CFF-9730-5A6C-4B04FA6D3C9E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73AFCEA5-C58E-2F93-3134-31BCC7D81D49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373DBF70-D8C4-5347-D80B-2CE8540E9E1B}"/>
              </a:ext>
            </a:extLst>
          </p:cNvPr>
          <p:cNvGrpSpPr/>
          <p:nvPr/>
        </p:nvGrpSpPr>
        <p:grpSpPr>
          <a:xfrm flipH="1">
            <a:off x="3340591" y="48750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C1256DD5-F706-F4FB-13EC-25BEB28D384C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83FE00BC-610B-7D4A-E1AC-72E54001B0FB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A97BFEEE-6931-4850-0DA2-0F3B3B319160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35D371A8-CEAA-4182-25D7-96089C9DEFA6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CEA955B7-D46E-C7A1-0853-8A43C2FEFFD2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73EA65A8-BAD7-6AC3-E59A-8B7132F38174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B7F7F322-0DB1-FA39-D1C6-F48E8CC71508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7AEC2899-0C26-D604-7315-EC280258E663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20ED80EB-4A6E-1785-0401-0F80607894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32E55E0E-7637-2E2D-43F1-1DFD3DB69A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7244241E-E4C7-9EED-78DF-51A09EFFC3F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FEAA7465-3F93-29F3-AD29-C4FD32BF6BBB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63F561F0-B17E-C103-7ADF-A80916FED4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8E809CB0-A7A5-7074-D1D0-12F5B3A47E58}"/>
              </a:ext>
            </a:extLst>
          </p:cNvPr>
          <p:cNvGrpSpPr/>
          <p:nvPr/>
        </p:nvGrpSpPr>
        <p:grpSpPr>
          <a:xfrm flipH="1">
            <a:off x="2292266" y="47758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5B5A1312-D90C-FAF1-CABF-9031619251DB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7D365F82-B24E-BA3D-F954-A58AD93E1955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C23D7B1F-998B-07C5-8EE0-0D807F1A9AAA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E39DE4BB-7125-848B-9D7A-315A1FADCF9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ACE67480-404C-D6CB-E2F3-F6955DDB182B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F4A5F863-9736-DA90-4A80-36C27E5BEF7C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A457E2DE-8830-BAEF-D2C1-41E6AF2C071A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381385AA-1BD5-BE1A-1208-8875CED522C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E3928B63-2715-5EE7-F760-3C75230C65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81775728-5FAE-8D01-F9A3-EDF3FA2E38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711026C4-9754-1E5A-3DAF-43C529D565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F84C94D8-8D7D-B9CD-D1D2-74CA8FBEED4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33429EAC-4BD6-AA2B-272C-6864B473C514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80EB6E6C-A5F7-B940-E090-0FBE2481462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FC0431E7-93BE-FD6F-F077-B66C38790C3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75726037-E5E3-C60F-7F8D-41F42BE3867A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050539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F02BD19F-E392-D3BD-041E-9B65E5D19F1C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1926A68B-1207-9DF7-0BC6-E87BE74D79CE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626375FF-C910-0701-0BE1-83C9A8239CD9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52B57EFC-F2ED-6AA7-6849-E9E92190E4FE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9F6478F1-2752-5445-5F93-2AA264405771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C1B5B45C-3B56-15B0-09BD-152B82DA3963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C43E8F64-5D6A-6865-5F5B-7729DBE20BCF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D11E3A31-9CCC-FBEB-923E-CDC9DC85A515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A4C26FC0-4D61-7104-5660-68202EA8E766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4D0CFAA9-EA05-BF3A-3154-E71F1AC454B8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1B7AE9B8-4ACD-1385-A78A-4BE1022A4E12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3F8210C9-573A-7F8A-345B-57CF3FEC9886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3CFE535F-BAA3-FB4C-B6B2-00CE064AF478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1BDE46F4-6789-0229-ACFF-E596D2F61490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1A4BA737-E887-7892-85A0-B157AF54B3ED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AFB02EBE-9C43-57A0-EF95-D65424023F4A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2A8AFB5A-FBA2-82AF-A401-44224F89478C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27FCDEB6-A07E-9878-CDD3-D3CCE9CD3F81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006F1AFB-C0C0-B2E5-A327-CB4130606CD0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34563132-025D-7725-9F13-DF158B8E0B22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D4F0EEED-D806-A656-7B9C-E74AD89B8D4B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A5CE9988-0CCF-91F9-74BF-60221FF4C2DB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F23802EC-F585-9DDE-884D-D18140B508E6}"/>
              </a:ext>
            </a:extLst>
          </p:cNvPr>
          <p:cNvSpPr/>
          <p:nvPr/>
        </p:nvSpPr>
        <p:spPr>
          <a:xfrm rot="21079169">
            <a:off x="9755986" y="-2554847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CDC6B251-4685-D374-BEF8-719A5601B8EB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26684446-46E6-5BD1-637A-6D4CEAB51097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472FDED7-B520-E5EA-1498-902CB5091557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BD7D7F9B-A0EE-4A5E-7CA0-E0283E2818A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FDAAB3D9-AADF-8F78-B47F-684F635252C2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ED3EAEFB-2E7C-0457-05FB-341C4395863E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06BFCB59-F0CF-CC6C-4EC3-CB5A96378D01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24F1004A-B987-2DED-F553-99CD97BB4142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5D38532B-C7F1-45D2-2318-8959726C3DCE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F206EE78-3CB8-C5F2-55E2-06AF7A24DBD2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4E980E3D-ED22-3255-5F84-D7919595B4F2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6E8A71C6-4291-B123-2EC2-3DE58A5FECA1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5F220FA9-1E6E-6BD1-40FD-5F075DE29364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FF2BA4DE-2B1B-5DFF-5EB4-7000BE3F6A5C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F93D6CB3-5CF5-2102-2EFC-DEF9522D2B71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5F0A08A4-7B9F-0224-FF07-298C9F12FE6B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FE086DA9-C05D-1BF3-0919-89A7A6733CFF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D936C97B-3635-C346-E6BC-A32B2081430C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46396AEB-56D8-39D0-290D-86DDAD955E7A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BEA75907-562E-FE85-819A-7961D8B4D80C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1206FECE-F372-4B62-AC40-54094DB01450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E42C0707-0537-EC7C-097D-65B3D606F37C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28AAB58C-D0B4-E325-2A07-8FDDC2E5030A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F0B10FBD-B50D-66CE-8631-3CF3E83F48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23E935B4-9802-8EBC-5324-86439A975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B33A778F-6ED0-6259-77C3-6A2869DFC5EC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B904A973-A736-545A-65D5-AD3809A6F9EF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6BDB9105-6865-22CE-2668-5BE4B5599A07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C1E739B0-D441-4EB0-D700-4EC7E254C36D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04F271C1-7B60-6B0A-280E-30E200E8D32B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080066DE-264B-B83F-624F-776A7DAFDC51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04B9E3A5-C018-B05A-2DF4-F38AE36C2A46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22944533-2A89-3195-56B5-7D2BD98FA220}"/>
              </a:ext>
            </a:extLst>
          </p:cNvPr>
          <p:cNvGrpSpPr/>
          <p:nvPr/>
        </p:nvGrpSpPr>
        <p:grpSpPr>
          <a:xfrm flipH="1">
            <a:off x="1776080" y="42051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4DE46D31-22DB-570C-03C4-31506E84ADDC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9908842F-55AA-60B7-EF41-55CB98B9B6ED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6A395393-72BC-8994-BC5C-526E16829923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CE05253D-5145-E0B0-49B4-049B9238A9E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A2830135-7E9E-6142-96D8-A51A9FC3F7D2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0B5D26F7-2836-CBFE-D02D-CEEF1F36F35D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13E205D2-732B-7FBD-CF9E-EDFB09581E9A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F1B04720-CA3C-5D45-695E-0D67BAF8F5E1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6AF26CD1-E45A-2568-CCEC-85C2DC9A32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B9D0EA38-A196-C75B-DA5F-9F7D1F091E0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A659FBAF-35AA-7789-15CE-340C6FE6B1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A86AA678-72CF-6EFB-0A3C-1F004332CCC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46DB9D14-D147-75D4-0F4A-C21A60B7AF44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8A2A20D4-6D43-A691-BAD8-1E31D0A8765A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CE7D27FD-A18A-B2BE-371B-F045E9095A19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7F4C4B77-B34C-6BBF-A991-66FD6F9DDB63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D92E2CB4-B7F0-5D84-3DE1-13CF8654A620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DB06E8A1-CE29-50E2-DBDC-21A13306041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B2E97AC4-006C-DB38-30F9-B14B1A205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D12DB51A-AC3A-00B7-08E1-CE0C0D3BBCE5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CD708BB7-A09D-72C8-2985-EF26C5D435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57AF1F05-9310-5F60-BDBB-67E08EA53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8759CCAA-AFA1-C18B-DFD7-B9D6A02EA0C9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CB6CFC1A-5093-36D4-7BD4-279F5343D173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D67D67F9-D550-738F-91D6-A098AC490261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577C90EF-99B1-A7A7-413F-8706AFC7A8AA}"/>
              </a:ext>
            </a:extLst>
          </p:cNvPr>
          <p:cNvGrpSpPr/>
          <p:nvPr/>
        </p:nvGrpSpPr>
        <p:grpSpPr>
          <a:xfrm flipH="1">
            <a:off x="3556491" y="48750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19748D7E-E8B2-C217-4B66-3BB332371CCC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168AEE07-D21B-3E4E-1F3B-1DC022E714C2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3762CB9C-6B2F-C227-0516-AD888D5420B4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2A5BC5B3-0A24-AED7-BC7B-9E427FBDA43A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A077CCCA-1D04-453D-7E58-8E01F74FD74F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56954C6F-C97D-3548-1F38-628B38183BDB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FCCFAFDF-53A6-8D6C-E52C-2092085B57F8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798920E8-79D1-03AF-DC73-B2DCD1A8C21C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182CA3C6-008E-DDE8-B9EB-FE7F66ABC1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8A58DD0C-F48E-7AA7-EADB-0501FAD3DD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AC620E4C-04B0-1265-5BEE-4937F582E1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D1E16E8D-CA25-7A1F-846B-12626B814F2F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00A75055-CA29-AA3B-9753-0042C5434D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FCA8B963-9E46-3E89-A7FD-719C75510339}"/>
              </a:ext>
            </a:extLst>
          </p:cNvPr>
          <p:cNvGrpSpPr/>
          <p:nvPr/>
        </p:nvGrpSpPr>
        <p:grpSpPr>
          <a:xfrm flipH="1">
            <a:off x="2343066" y="48520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388B9DF7-E7D3-B0C5-AC8E-07A3DC336A88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5F7E17C7-FBA9-A7DE-2D09-F9078D161B3C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B1F67B85-4752-CCEE-6E58-60B42A3BB98D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DA45A36C-1A01-54F3-B79A-52CB6FE9C1AC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3EAD552F-DE06-7B3F-EB16-652DD69EB03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B32BA610-FAF3-9771-0E1B-2F1ADB415F51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A4AB973A-4143-2E7D-C32B-043AF5022386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9348A157-B7D6-7376-2D0D-F2F473DC01C1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DA300476-60BD-9D26-59F2-6CC296CB73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AC845ACB-A9DC-DCFE-0C5E-29FBED9E88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28BAB279-C8BC-E47E-D76D-59F1DC0059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E5808125-817C-E113-FC4F-EAA8EE36BB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B05A2984-37E9-7A9B-7D26-0F82EA82832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646D918D-A8E1-3F81-2914-B93E6D823BF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D878999D-9F03-4C9A-1A34-C7E8E3CEC4D4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130CFC99-7007-114C-6900-8B5FDC6D212C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5140206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BF3DE87F-3891-E721-06B7-3B48CB31DA59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11C57F87-C40C-0BD3-2161-4A972F039F4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E8096074-0585-18D5-7641-FE8A90064CB1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7DD125F0-5B72-A63F-A1BE-390B615FF463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921C0B34-B6AD-A095-AE8B-317A812A2F0D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A8E5F731-84B1-06FC-E8A6-6CBDDA7F7222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311C7653-EA9A-22E8-5B4F-C4C37D00376F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70323653-D28F-6E1F-BCC4-371BA1E7B99A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D7F08E64-8080-DE28-76CD-46C7367BB32A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179769F4-13FA-6974-BE61-E4E40BA9DC2C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9A14050A-0525-A79C-4C5F-EC5409D8F3B9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FCFC2273-1034-06FE-5B69-DA35C7CBAFAC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6D7157CF-89F5-7F49-03D3-C60A3F03A6EA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D6403D1B-54F0-8360-DB6F-54376E591CE1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2F6B09E6-D25D-07D8-E959-6D17D7DEDE8C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9D9F30BB-6CC8-F1B1-F668-92EC8197BCF5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5C374D21-A651-D278-BE31-6C7F88E71723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8F6DB2F0-4C76-EE00-0FBB-808BC871FABD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A131655D-F1F8-2848-4E7D-153B4306E8B0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D20E77EC-B7B3-2F14-3254-E19CCBD0DE64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5BDD0A87-F045-9CD2-DC7F-80BD627D704F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3C1E4037-1515-4398-0106-BF7CAA2966E8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C20638BC-464C-FBF8-94DB-CE867EB1F0A9}"/>
              </a:ext>
            </a:extLst>
          </p:cNvPr>
          <p:cNvSpPr/>
          <p:nvPr/>
        </p:nvSpPr>
        <p:spPr>
          <a:xfrm rot="770951">
            <a:off x="10300827" y="-2521705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357D1FD2-F065-F77C-0E54-33DD9F77104E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0FEC850D-9E4D-F077-C053-A5E601166956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CF585E09-143F-DD27-267C-49C067527615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628C1D7F-4B5F-1580-0EFB-1EAADB0729C4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52BEDBF2-7FC3-6BD7-D38C-5FE09FC4889B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2E10441A-16E8-4FFE-B13D-6F75CFE30C82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8A7ED595-6C62-AAA2-37B2-21D841D7E55D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B8A9EA47-73A8-F433-D26D-ACF21E1A6E2A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0D2C976C-A99C-1B1F-6E6D-00E2C00C7B51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4E94EEE5-9A59-7761-EA3B-71149FAE8EB0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A2949B16-6732-BCC4-F825-F165E30F024A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C8AA1645-04CC-5DA1-06A9-E3E18E3E3C89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6FD86471-9961-059A-E630-74037C308F09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71C17CCA-C41E-0027-47BA-659101E0797E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9E1727EB-4002-3E12-FE0D-B12AFBBC5FAC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C8B30307-3B14-C853-990E-3F574F450CF0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8457E2DE-4C4F-3B1E-7573-1E7CF69A864F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135DE37D-A2EE-A601-5D80-FF1C047C867D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524A5BE1-6DC3-396D-AEB3-FE37CE285875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CAF9CEE3-3216-99A2-5AD1-85A4957F66CF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128EF485-032D-5022-C8F7-261AF3E336BB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EF59EEAC-F55D-51F6-90CD-3ED4CBEF1772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9EE4AB30-78BB-1698-02CE-5E0D0FB48656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E96ED542-7883-2DB9-6205-872864C4A5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7B49928A-ACB8-4682-A237-7024126A75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C80F6D20-D43D-059C-12C7-F0A937C645A4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0C97E141-24B5-BABF-C41D-4BF7DE495857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89453D8F-465E-6278-E27B-E6C311765C8E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4257315B-7099-4B98-B85D-927827D855E2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7C2A9DFB-571B-7B8C-22AE-259B69A83F77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2646ADC6-418D-0E52-C8DC-50B96EC7F309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0E1B500F-5EFA-734B-ADA3-FB8337EE505A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92A9636E-D272-484A-A077-D981CB1AF8C7}"/>
              </a:ext>
            </a:extLst>
          </p:cNvPr>
          <p:cNvGrpSpPr/>
          <p:nvPr/>
        </p:nvGrpSpPr>
        <p:grpSpPr>
          <a:xfrm flipH="1">
            <a:off x="1890380" y="43448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4853DF05-B115-F790-E838-73DDB102CC75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809DF611-C2D7-A773-C0A1-C9EAF8680931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CEBA7CB5-6F4B-2B05-2961-60EB0F305A73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8E59C1D4-5383-4A98-4460-D97578FA94D9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8558A64D-4F1A-33FC-5BCF-C7DAB027A81A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75F64568-91DA-E476-A057-7990F7347704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70DAD6BA-3E01-5EDC-BDA3-8798937C60C7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1A156776-924A-3FA4-9E31-21824A9BB31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731D9CF4-1F3E-3B11-1D15-35E4CA65C1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8220FE86-8666-8E33-E6BA-82C534EA546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ABB47B5D-5371-A5C5-DDE6-9A35A8FCE0B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0A646011-7C5F-A032-1CD2-E742F4A478C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8DB18365-8A37-782D-0643-FB321C0592B1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7CCB6262-2CAE-27A1-7620-E253E97CD442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B78CA581-CDE0-AECA-E0E2-2EA8C617BC61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4CC49923-A39C-C438-ADB1-40977824B236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CA99B7C3-7446-F56B-80CA-92C644F8C7F3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190243A8-337F-0AED-5581-D077A309563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CDD18C96-5CBB-DFD1-43CC-0459688981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98D7DCD8-9C93-F538-9699-9C8B7F27B813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23B37570-8403-79CA-57FA-1343C7D6C3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FBCB489A-2EEC-7CFF-51A4-A9ACFC97C4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B3C67227-09DF-0F5E-05D3-94260ACAE4BA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741F9A85-CA18-484C-38F6-8311D4319036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47DAD4FD-C975-D82C-60FC-486DD7B61F3D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908A8E28-3783-D409-EE1E-C804FD80A6F2}"/>
              </a:ext>
            </a:extLst>
          </p:cNvPr>
          <p:cNvGrpSpPr/>
          <p:nvPr/>
        </p:nvGrpSpPr>
        <p:grpSpPr>
          <a:xfrm flipH="1">
            <a:off x="3721591" y="48750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B3FD0835-7B7C-7FF0-196C-8750F3C5B670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F1519621-9822-8BB8-0398-08EFD2855499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EDF7F013-3322-79F8-DADA-6182F02DB211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3CAB4C33-2690-C24E-9028-907859DA51DC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47C60407-9F12-A100-04D8-CE27BA10E62E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69AAD300-C421-2440-033F-7D3203FCD197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87145594-1A5F-707B-2003-6EC9D3D041EB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6231E775-722F-D510-3F15-BA344885D58F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3D1AAA87-B92E-2DD7-715C-D601521684C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EB441936-5974-10A9-827A-25BCD2AE535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AE4C9947-A837-52C1-82DE-AAF0A81346E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A00E9233-C178-5A15-5E9B-00E9B0F7227B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D4926500-8DB0-AC2F-7358-617EC6360E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32B128D4-CF17-FF0F-4E7C-0C0ABA61D2A9}"/>
              </a:ext>
            </a:extLst>
          </p:cNvPr>
          <p:cNvGrpSpPr/>
          <p:nvPr/>
        </p:nvGrpSpPr>
        <p:grpSpPr>
          <a:xfrm flipH="1">
            <a:off x="2457366" y="48520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1788E2CC-F2F9-EFE1-0586-CE611272B418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A3CCE8F9-30EE-B6A2-F8AC-0B2A911092D8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721275FF-1267-BA0D-92E2-E736D7721967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F686B069-75C9-06E1-B03F-9A315B834E2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8EA4FCA0-A35C-3EA7-F264-9E7F0418EAB5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AB614740-829D-A5FF-0084-003C8BDD5F1C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65DEA043-8CCC-C841-53A5-1745A00BEC4D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997729E6-0464-9DF1-8C77-8D9CFA101A31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8A7A0FFE-3E0A-DE36-DF33-15ED8F02A2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44D204D6-D1A8-7629-C2E0-C6C62A9795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5DD65F90-8FDA-1A10-7D25-9D8B9927A6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94F9B3A9-B0DD-8C53-583A-8B5EFA3CB1A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61317AD5-AEC5-D38A-7C14-B416AE297AC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E9642167-6F95-52A5-4C22-C3457B40C72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8962F2A7-30AF-B8C7-8E2F-526633170A3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39173FF5-1B44-CD8C-FC7F-FA35174BC0F1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0454957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702A4031-6A49-FFBE-0C23-AB4AFD9BA5E1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AE79436C-5A47-77DD-AD22-414946ECE9BC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B6D647EA-9458-5D00-5578-E59D727D8297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5CD3D0E8-E2D9-98B3-07A4-FA7758B3882D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A81A97A8-3E25-0B80-B13D-274B71072FF3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CD208EAE-F547-1DE2-BD21-4927BA49D4BF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B67F910A-25EA-65EA-2274-61B52C038F0F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8137A1B1-25DC-693F-EE51-577C2BA82161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3821413F-B1FB-197C-C678-3C28E834A966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7B92F087-EBF3-AC29-8B50-B3BFA221D293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E929CB7C-B248-CAB6-40CC-3DE9C4C99B8D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F2DBB60B-018F-FB4B-8F5A-A7868B5C8843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26F9502E-33CD-60A6-BCCF-804FB50DD687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6923F1E6-1D8E-9F92-E070-6A9F7353393A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1D04ABC7-99CD-5366-73A5-7B0E5F017B7D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28EBDA6A-81BC-83F2-7CAE-622B9A810E73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E8D62D8E-D526-139C-097E-39C02C4A459A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A0A18101-E25D-E0A8-932A-674CF61F25C2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D84BAD04-F6CC-A140-C6B7-4012DC15F217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127ED092-CA5F-C1BC-A99D-70CE1E5909A5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7EAEB624-97BB-79BD-6169-F56AD9A3D668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2904D878-5911-7B58-CE2C-1C24D874CE53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36C4C151-53D1-AB76-CF87-9CF1B310E8D5}"/>
              </a:ext>
            </a:extLst>
          </p:cNvPr>
          <p:cNvSpPr/>
          <p:nvPr/>
        </p:nvSpPr>
        <p:spPr>
          <a:xfrm rot="2316321">
            <a:off x="10836981" y="-2252339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D6D741F1-289D-E0B4-218C-F264BAD24517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A98D2B74-E36E-6AB4-26E1-53E7A03E34B2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6E5E2C5E-09D0-B521-C1CF-2CE11E254075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D274E588-B3E6-DBA0-4071-2165685573F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42E7453C-6187-B0B7-C125-33DBD4013DD0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8EC7A300-2934-007E-0CA3-5F397147C4B6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04F6355B-AE71-AE22-451B-01A0189496DD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499930F1-C403-7E8B-90EC-F6855A0FEA99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991BF321-8BAB-E91B-CAE2-C5B6A167872A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B53FB014-6197-7AB1-FE2A-38C2940F06AA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4DF718B9-6923-CE3C-ACE8-2B513C44CACA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D2622675-FF1E-518B-2909-F324723E0B16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A040D9AF-FF18-89F8-9315-9EC267322039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5C08A789-2243-7B18-9B8F-7C0AF23BB17A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298E74AD-FF67-C05F-9443-212F8D5A0EC0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7B297945-78C4-F629-E3EB-20559B4F45B7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DFB6C286-9976-3877-29D4-55DD9951655F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D354BC8C-2445-237C-C030-01C6402BCB20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F918BAAD-B187-0480-00D7-7D282C880C95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BB125809-1AB3-D9FB-1C55-40821F6370A7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B86BE5AD-3A80-8747-52FD-52188EE0656B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84C7159E-0553-CAC0-C4FE-D3B5C0398A9E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68CDBD4C-D6A0-408F-6B91-C914C33CF1D2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943A5951-2E3E-6C2B-A7D1-B0516C0F0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F7A02BB3-1AF8-1D24-F2D9-9168BC0956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E807E93B-476D-83F1-C87B-CF79BDE9A445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D5637AE2-9BDC-1813-0D7B-D3F10DDB905A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4C3A318B-3ABF-E2EA-0382-16CB7F2D9DEE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A9F4956E-9213-CC3A-3757-9EC1792C5A70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EFE88803-EDF4-79C3-67C4-0CD13E33AAB5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2CCECF34-1D5D-7F19-14BC-9A4F23D5BDDC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C5D70BF9-2A18-69B8-E961-2DA94753200F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E0B9C234-D383-75A3-2904-6BDB67CCA178}"/>
              </a:ext>
            </a:extLst>
          </p:cNvPr>
          <p:cNvGrpSpPr/>
          <p:nvPr/>
        </p:nvGrpSpPr>
        <p:grpSpPr>
          <a:xfrm flipH="1">
            <a:off x="2030080" y="45099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907E9A76-268D-6FFA-BD4C-E925D9B731F4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3BA61BD1-54C0-7791-4572-1D769E6A230F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672CF65F-03CB-D5BC-2790-BCC0EB4F76F6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B9F4A03E-F176-4047-6BDF-30D41841C6A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24730185-DF06-E234-C9F3-2C18D818A48F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4356A60F-076F-9AE2-EA90-D7AF0B858276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5E871AFC-365B-7A29-2BB2-DF6B04E49EF4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47D08B43-F49B-3FD7-47B1-82D483176DC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6968B67E-0490-84BE-C318-0BA9762D20E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F8786975-698A-9175-A76F-69B43AE8B9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A85E6206-CAE0-F1A1-C047-51622C3034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E0AF9183-DCF8-A6BB-CA59-E22379E053A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19732116-E584-7FBE-DAD4-4BB86338ACFF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E0E42810-A39F-A8AA-36AF-DD19411C756C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7890F70A-6F7F-0A64-E0B5-C5479509F66E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35B1DBD6-3F23-1A1E-D7B4-8B27E4BE3C3B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0208A8B9-58B1-EEB5-DECD-611813387A41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348033F7-8136-C6A2-BBF9-3F66319EE77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35959C65-1453-EA80-FEB3-C447766E2D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BB890167-99A9-6C93-9574-193FCE547126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78B21E16-55A3-A01C-4FA9-00ECB8C814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D42ED428-8748-09F5-4631-0F890E94E02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5DDCF086-95CA-BBE5-052B-FD21E81D9531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EAD81BD0-CB1B-E22A-D586-1490ED5F9BB0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862DAE98-7764-01B1-62D1-B37E7A3E56B7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4EAA881A-B027-6C8F-5A94-04D363DE9A08}"/>
              </a:ext>
            </a:extLst>
          </p:cNvPr>
          <p:cNvGrpSpPr/>
          <p:nvPr/>
        </p:nvGrpSpPr>
        <p:grpSpPr>
          <a:xfrm flipH="1">
            <a:off x="3848591" y="48750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C2D0B6A9-5C21-0080-79B4-B35E4E775218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CC8A5E29-C25F-C1B1-599A-D1373867C5DD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DC293AAF-4ED5-70E9-6AE1-FF544DB8696F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708934FD-264F-1814-4829-E05557999452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92F87575-CF5A-E270-850F-89E463E1CBBE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EA958383-C55D-ECD9-5A08-839FB0E243EF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F6B16B30-B559-12FB-865C-CCFFA90B01D5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D987889A-1E06-5E38-AF3F-340927A0D2BD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482228B0-0B9C-D892-6E95-EF374B9AB8E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8FF2007A-1EFB-05E0-95D3-2BFCD4C35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0B18544C-75E2-6726-200B-225744564B7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FF4D46DC-3754-06E7-A909-A83395FC4C16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D45C6A57-652E-0888-7E7A-EAB622AE82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5F502B6F-6B96-6B8C-F3EA-BDC2ECF4E306}"/>
              </a:ext>
            </a:extLst>
          </p:cNvPr>
          <p:cNvGrpSpPr/>
          <p:nvPr/>
        </p:nvGrpSpPr>
        <p:grpSpPr>
          <a:xfrm flipH="1">
            <a:off x="2698666" y="48520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F832A299-FF63-72B2-88F6-F78B26949AE0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6C2BB4C1-D3F1-2E87-80B4-8C4E59155F38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FF9E5DA5-E78B-AE19-C79A-2D55EF8CA57B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9B2ADE3E-D1D1-ACE2-45A6-B46D5504EA7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C22D9430-BF7E-0328-C938-81C997CDC06D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4657CDFE-5586-CEE3-73FA-D20589950CF9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3B635F64-C357-7D52-BAE2-CEA494B9FF30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6F74D1EB-2D92-CB37-81DA-4855C2A58FDA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16341947-808A-09A2-DC08-DFAF29376C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87B07279-EE6E-C4DF-007B-B84A9C7C8E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13EADF8A-B2E0-9ACD-971B-382432EFF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DC086EE9-00CF-1AAC-DA46-BEB61145736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41E6CAB9-BEE7-AC83-2EAA-70E583E11E5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29B4D4D4-E4ED-BEF8-D2BB-37A6E9191A4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D6975D6C-A9A7-DC0C-AC95-814FA80F90DA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EBEB9FD8-F214-AAF3-CA30-104EED6C5FF2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972380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E53E90E3-C959-575F-409F-55E02426060C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3D4C4789-9B7B-22F5-1AEB-0213F774FCA4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0DE321A6-FFFF-75FA-50E5-587425A3CD9A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791A4688-F4CC-E510-A8A3-5FA8395FA17F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EBC0631B-C7F1-E3F6-98AE-3F170C697EE5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069965CA-AAD9-1919-D300-59E386418299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2BC3E7DE-EC06-1948-8EC2-25B038D1B568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A54E3172-5F0C-7E50-933B-B7DE3FDDCDD2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5FC3BCEC-E546-B141-72AC-CFE611AB6040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3AEE5B05-7817-5E3A-7773-86E386714B7A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F0BA35CC-CEF3-3228-B47D-4502555D2C7F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D45E0056-AA70-304C-C7A7-26DCD7F55EC3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CF2568F2-36CE-ABCA-BA22-19A2E53FB7F7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4F506DA4-1AC0-C1D2-7E51-FE0BC78676CE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11F2D81F-2116-E8AD-42BC-44365232879A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81546272-0026-4C3E-F13F-682BDE5AFFA6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FBE1B5D4-D874-E0CC-B8AC-1843A11ED290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F8F0ADE0-C572-5441-9806-2D53BB5F4C3B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51A4BF7E-3FC5-59AD-DFC3-6B5EBE23C878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CD1EF309-7CBE-487B-EF7A-BAB0C5DEE56F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AF75EECB-813A-886C-3827-649E9D58A267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928B4AAD-DF3D-B407-6DBE-5FFAEC855B0A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3258A5AE-AE8D-20E0-447B-0CD45D6DFC4C}"/>
              </a:ext>
            </a:extLst>
          </p:cNvPr>
          <p:cNvSpPr/>
          <p:nvPr/>
        </p:nvSpPr>
        <p:spPr>
          <a:xfrm rot="2503439">
            <a:off x="10876831" y="-219371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BF2659C0-982F-71F1-1626-D3B900065982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8C24B45B-46B5-2558-A1BF-9B4F8335B1EF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B08944F9-1150-6BE8-D532-AAB50FE776F6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C1318922-D383-EFB3-BC2F-C573F49868CD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35F29AA0-AB93-A6FD-32D6-E37502AE2577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B48C6E2C-32B5-CE8D-B02A-8422C68A0279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EF6BCB9F-2C7D-D4ED-8D6D-51B989C2FD33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833B1924-3A27-9E38-C6FD-86F0515498BC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07DBC753-19F9-ABB5-1D60-D54322EA0854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18CD8B0D-1974-CC4F-5F05-903DBE87EE62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C3E40E37-F873-0365-D00E-8377D8950EAE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D83476B7-733E-09BC-53D3-129EE326C13A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0C056296-F63C-5B82-9F21-DC5A1F10AB88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85C5D6B2-8A50-1096-9DC2-011D63332FF2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764292EF-EB81-9A66-BAD4-9D4F3F0D2173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63727F86-BAEE-196B-1039-E24098F5E829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3465E3A6-159C-44D6-D178-9DE851088657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F23EA674-D205-AB02-2A37-4E80BC3A72AA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B3D0B99A-B4A8-C9C9-9F39-2E06F43F05E3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6A4B666E-82E2-DEB6-293E-95F3C4E13BCB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7671FB64-B0C5-FC29-8471-7B80A7057CA7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35CB51D4-527E-4D60-D3D5-A6C6EC2A7EF5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80A923DB-4A35-0E6A-E829-080220B2A901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27026F35-54C1-3B15-7922-9C8ABB9E22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030E2C8A-C127-613A-7261-19FC768BB4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ED42241F-785F-3025-526D-839816285DA4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B51114EF-CD5C-D3ED-7F69-1C0A98A77D68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008ED716-4886-7547-E67B-1A182E3AEF53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63B21A2F-CE00-801B-0E62-5432CAAEAA01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D4559FDC-165A-BE68-4694-2688615DC2C5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7B5FAC4E-9D04-E619-D998-453533D00703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F1DFBABF-3708-2B83-2808-011B7AD04002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0C0D2E3E-D564-25C8-3705-BA4D3E496138}"/>
              </a:ext>
            </a:extLst>
          </p:cNvPr>
          <p:cNvGrpSpPr/>
          <p:nvPr/>
        </p:nvGrpSpPr>
        <p:grpSpPr>
          <a:xfrm flipH="1">
            <a:off x="2157080" y="45861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7D58C5BD-003F-5652-9E80-264C64C3FFA7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7C1AD90D-3BBB-FC1C-0D19-6190484102E4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51F13F1F-E5E5-3421-F184-49C8F8816E6A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74DD8256-0C55-AC66-4AE8-16CE2B53E67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C1C51241-9CF0-520E-854A-EB83690BDB69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D6263710-BF66-1913-CB89-23A8A786D352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CCAD35EB-CA76-4E02-AD23-B61375635625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E73F9DEF-BE87-E70F-08D0-D9D34DC7587C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E98E7245-2C83-870D-A51D-7FB99D345F2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0FCF9CEC-87D6-D9D7-1DF7-4B1BDEA8382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9944329F-7EA1-662C-2263-47D9D230C0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20F0D1E9-AA4F-871C-12E6-16F08BC81328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2B71E06E-7A20-D145-1BB9-E9C4CFECE82E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F5FAE4A4-C345-65F4-19AF-E622D336B78F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D94CB1A8-118D-9E43-87FE-E122B652C789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B492276D-92B6-079B-FB42-43D01129E88D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E3E6EA8A-3E0E-5311-1E8B-0DB156BB9523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8A734B39-5B68-E1A4-5276-1A3E7B0DFD4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63C7B477-FAB2-4D07-2C9B-0E2D2F77CA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0267278A-EBDB-C18E-ABB0-C7393D468A44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44DE765C-7F85-5355-2DDB-E4EFA624AE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330E9745-3B34-3539-080D-857B2DCA2C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85369CC5-8475-C1A0-8688-B722BC651566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92EFCF34-D419-F3F0-4842-0F1EF492540C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E718CDCD-09AE-8471-39FA-519104673214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ECF380F0-06C1-E89F-2BB3-7911AE274003}"/>
              </a:ext>
            </a:extLst>
          </p:cNvPr>
          <p:cNvGrpSpPr/>
          <p:nvPr/>
        </p:nvGrpSpPr>
        <p:grpSpPr>
          <a:xfrm flipH="1">
            <a:off x="4013691" y="48750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7927B9D2-619C-0CE0-5602-F44D0B52D26C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D3EB7A88-98A6-3150-9635-B961C251DB28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40D8815D-9BF9-87AC-1E04-3C7B09F35B70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C19F03A0-9480-BAD8-290C-28CBE7BBC04D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452289EA-3034-9A91-9A9F-F4FC266ECFE9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1C28C7A5-68EB-235C-BC74-23AB7B97E037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53A7E9DD-3052-6F6A-8D49-1DF8AD038FB8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88D0B2D3-E4D2-E697-342C-67E1B201B60D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49EDE3CC-90BF-08D9-776B-EA193D505AB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434A54CA-4331-7BBA-D74F-1AA00F2257B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CF5B7551-9398-D9B2-98FA-2F4D71DE486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81A5535B-DE90-A40D-716F-A83B67BBA021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6B7049FD-6271-F60E-6177-D3D26C402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A4F331ED-13D0-5703-41F1-03A9D1A16271}"/>
              </a:ext>
            </a:extLst>
          </p:cNvPr>
          <p:cNvGrpSpPr/>
          <p:nvPr/>
        </p:nvGrpSpPr>
        <p:grpSpPr>
          <a:xfrm flipH="1">
            <a:off x="2901866" y="48520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BD3B7960-1221-EB78-F462-E5F688F07691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FED473FC-B872-B48B-5885-240A0F4E5ADE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A4761437-684F-8259-D3EB-5A11277C4274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04DC4EA1-B947-5FBD-CE84-674043AED878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9B7328A6-C2C7-A57F-FCA6-B5B2B279384B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2E0BD8DC-B04A-39C4-2938-9D197793D74D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57BB7C08-77D1-A998-17E5-306F0681C4ED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7B8AF336-7FBB-BF6F-EDD0-143B8558FB6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D0BFA7C7-4EAE-8A40-A927-172EEE5AD6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DC49710A-FD37-8388-3167-88E16D189E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B47D5018-65F3-150F-E697-9C7819F428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84723883-38B5-BDF5-C28F-B87EED157B0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3B736A20-FA67-A8BA-D085-1B18B1773EC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21F576DB-0A14-FAF5-C4D8-8B1C1D261A1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748E9F88-138F-122C-5753-57D288107EBD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C397D98E-47AB-D103-D9C6-9692EE790C4C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966266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304C16E0-93A4-B0BB-5E61-ACA0EF289EF3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BEB545DC-EB83-77A9-C661-71BA64A3BD6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36947347-AA12-B571-531B-D6CAE874D429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1F92F0EE-A10A-FAC7-D75D-0AEAC9FD0CCD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3C420DBF-51DD-E54E-8D6D-10A1B88D422A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208356F5-BC9D-FF96-8C21-20FAC8D120F5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877F2FAC-5B9A-5101-5E9F-CD1A9D0B0B8A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770F6C9E-7CBF-14F6-8059-F589FDEC4E3E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0BB9EB19-0A3D-26CD-4572-840688B758C3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611D2001-7A9E-CD87-F543-FCCF0618F07D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25161EB4-DFD3-05DB-A107-9CB11215DEAC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FA377DFD-1FC3-801B-6829-7A6C5CCED52E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2173F1EC-DF98-1AE5-1D40-57A23297C30A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8F2EB39A-B175-219A-0B6A-FD4D066D1095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4D6F5D99-7359-AEB9-21A0-34A023C4AAB2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1BECBBF3-41BB-5331-D010-153C1F251845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33724D4A-5763-2614-1E33-3CF5DB586290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5B498B72-79A5-AE33-1722-1D927BEFBB66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8640FA91-F36F-86E1-1F4A-37CF7268CD8F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D3D5D9B0-8080-AE58-61B6-CF108A693E76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35D7AA0C-8712-E53E-85A2-AAD35CDCDFDF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48B98E00-1264-7D9C-6EEF-1537E8255382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B98B9B76-6FA9-DF8B-ACF9-5189E5AEB8D3}"/>
              </a:ext>
            </a:extLst>
          </p:cNvPr>
          <p:cNvSpPr/>
          <p:nvPr/>
        </p:nvSpPr>
        <p:spPr>
          <a:xfrm rot="4530302">
            <a:off x="11320474" y="-1469393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AA6FEC73-20B0-2C65-7DD4-CD4FC7B417D8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6986CC89-DDFB-97A3-3184-2F6D1FFD89B1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CEFB676B-35AE-CFB8-9186-EA75687F631F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DF30F90D-99EC-779A-8823-FE6AB8BD21D1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70F37EEA-C1E1-FFEF-D47D-93BF506D790F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8927A98F-7744-6DE2-DFDB-3896FD941D06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652F0CB3-F3A9-A6C3-872C-9C5DF2ED1B80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9E70E3F7-D8A5-606E-625F-61C6958F8D82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6E351FBB-19F7-8261-8194-B8D28C553F0D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834E6E5B-D54F-44DD-7A37-C7A3369A32C2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9D78BCC8-AFE6-B97A-A90B-CEA8942CEE03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92BDA687-5549-C4C9-FA9B-A34322D096F1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D1762B43-6AB9-75EC-F65A-7E0F53AC871A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0E1AF46D-F76E-067C-CEBC-A97E37699A48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9D653DCB-6A2C-4421-B99B-387CFFED6CD0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D2FA5F00-FB57-AC28-0F21-DF28BBF5BD1F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86D2637E-E8E0-6F43-F6D1-3E72EF2BDB19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B3A2C7D2-344F-273D-3432-687F6E610BE2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7CC621DE-A2B6-DF88-DED6-E2C389B6600D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AF6993AA-D1F7-1EDD-104F-5176A4F8AD5D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FB5BD88F-9199-774B-9EFF-C7C73A32EF83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C294386F-D449-FE4A-103E-774934CE0884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9E075D2A-20C9-0A12-77B8-490BC4D3C6F8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45B344F3-080E-5BE8-857A-EC9442EC93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CCCB5737-2942-BCFE-E8CF-73C9AD19C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DB6A4A77-7381-EE7A-8B07-025E12EC7FA8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7B1B231D-9D61-7DFF-ED24-601A4487E4AC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A9247AC5-6B9D-E7D2-BC9B-9B904FC3A9FC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DCD05694-9AF3-734D-314D-F8C1F59332FD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D70549B2-6E58-097A-ABCA-11A80C2816D8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93D262BE-AA99-3A9C-4032-3BFC1BC60FF1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14D85591-6FFD-2633-F772-1DE03C2B4FCC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3D9316C3-02FD-D050-590E-1F1E950614B4}"/>
              </a:ext>
            </a:extLst>
          </p:cNvPr>
          <p:cNvGrpSpPr/>
          <p:nvPr/>
        </p:nvGrpSpPr>
        <p:grpSpPr>
          <a:xfrm flipH="1">
            <a:off x="2461880" y="46496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7899F753-422C-0A12-B296-3915F8E52129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8B61B6FF-C104-8127-2B8A-75238D1926A9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28237732-7C5A-D3CC-22B6-8C11954FAE12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FA167F1A-C0DF-082A-BDAC-2A7ED453BB1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6FEB2871-7779-2CC2-F253-4F0AD23643ED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A95597D3-F31D-069E-5E1D-F5CEE3C0034C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1C14645C-5343-6979-955D-CE191B54A426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29B7D52E-9207-8F30-B577-606C30AAFFAB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36956AEA-54F2-5167-1D0C-417CC1C92A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A751F997-237F-5740-CEBD-FC9F8E6131A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6107B147-9E2E-2D9F-2EB0-B4E850D083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3A28FCE7-F095-12F1-EBCA-D7664BED4F6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86DF94E5-139C-2906-11D3-B6FB7FCE2B67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3645C24E-2D25-5900-B3F7-7079A6B1B190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523B549B-8FB2-6F99-0001-2BA5C82ADA2C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F9AEA8AC-5953-2885-B6A1-D76A10B847C7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41FC74E8-162D-74C4-1409-7F146CC68302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D06BD57F-2156-C702-D070-866A3818B50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D40E7CD8-ED19-9869-84BF-B7BDDBE68B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E27A0816-F910-86B5-51DA-F841B74E3586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97CB1520-6E23-B56A-D845-11A45D36C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2AA1811F-0BD4-0782-528F-2527010140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007D1566-5779-95A2-D562-6E1C561F6223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C5838420-F359-096A-DA13-C4545F035529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6B6231C8-2A4F-A7D3-DEE7-D7DA2257E455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8BF2008C-5F78-84A3-5C05-DCD6B950C526}"/>
              </a:ext>
            </a:extLst>
          </p:cNvPr>
          <p:cNvGrpSpPr/>
          <p:nvPr/>
        </p:nvGrpSpPr>
        <p:grpSpPr>
          <a:xfrm flipH="1">
            <a:off x="4242291" y="48750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FCE9B09E-75F7-40DC-6C95-2A1E26D4F2C1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71A5B0A8-C858-CB2A-D307-FCF1E2A0D8B5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8B952C22-3ABA-5D5D-D6A2-30A39095B150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7F25F0B3-FE02-3BE9-629B-DFE4794FED5C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4BB8AED8-EDEC-D542-F014-434CCDFA3691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013AB655-972E-3D8A-6CBC-B22D09B6F1F0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E1E5C4A1-A3E0-EABA-D95F-DAEFC4235EBD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790E095E-63FE-F4A5-840A-205288955D0D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6EE10E1C-070E-FCF9-027B-C2C64FFFA56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E81F2D52-2FCF-3977-74C5-A260EA9EEC1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D293CC0F-4ACD-EAF3-C56F-D155D58D450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7351EAF0-0CA1-AD64-A03D-A9941F35E127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3BC6A2D5-62AB-3622-D0FB-F8DF5B6FE4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E0CEE851-CDC9-AE1F-2345-971A396F3929}"/>
              </a:ext>
            </a:extLst>
          </p:cNvPr>
          <p:cNvGrpSpPr/>
          <p:nvPr/>
        </p:nvGrpSpPr>
        <p:grpSpPr>
          <a:xfrm flipH="1">
            <a:off x="3066966" y="48520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FDF0C3DB-16C8-F587-C9D5-1C0D9C9C021D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3D2CD227-EBB4-C062-A773-7C85DAB866B3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4332AB0D-80E2-8BC3-B0FC-EB2365B3F880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08E89477-CEB8-DDCC-E076-0ABC8E64B38C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998B4E8C-FBCF-C552-8CE6-666C12BC298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09DE82EE-FFB7-4C7E-9ACD-49F6F9D62D86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E4574048-3441-C022-219F-359EE9957566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FB72B62B-C030-8BC9-62E8-681047B115C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484CF9C1-CB46-9455-ED46-78D2DD3856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2D1B3EAE-F737-9ACB-8431-62856360153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FA98ED57-EDFE-5B32-3956-B1157C084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C3B1718C-E61F-0A0B-1C8F-17B1FE6AE7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996D1053-C063-80F4-EE2F-B45D2C86296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0CBFAAFF-B528-303A-E856-604B4B5691B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2DDB96FB-B359-CEC9-A2C5-C735463E023B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F9CDD62F-B11E-08E7-EEA2-187C964D226C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1040451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0F8C576A-F26F-D618-D799-53F0B83EDBA5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F0266A55-3FED-81A1-0771-AD85AB8F2E8A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12B0D5A8-34AD-20EC-216C-32DD303F21C7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C2AF570A-74B1-99D7-FFAF-75E15D523D4F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FEE41691-567C-6C7D-0A44-E2BAD330CBCF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62081484-FBDE-5905-03D8-A5F8A270FF1E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BCE6BC51-E8A8-0242-92B9-3F3BE4ACD3C1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1901528A-EA55-5630-710B-93C638C42118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09233B1E-8525-B93E-8134-235A87DE5544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D7BE2542-51F5-D699-ACBF-A2378F17A4A8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7CD2200C-6C07-DF4D-5A8D-80932218E9DA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40C3824D-CDB8-1319-762D-51DE7F8DC257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948FA35A-1F34-4B49-F547-41BC3A98B8BE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C1102CC2-2EA3-A2AB-B33D-A210A5B42157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67C062FE-1D7B-29BE-F8CB-A5855D82FAC7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7DBE1964-E081-D394-8DB9-CD3E169A412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0DCF49D1-B412-2DB9-9E66-9AF610FCC7F8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8D8508F-3DD3-3C32-E175-A26E36897E8D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22EC5934-E929-5424-77FB-DD78D5192CD8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DF7402E9-8BF7-12B1-CDA1-4C3FFE3638EC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7F44C5D2-F8FD-93E2-9147-8F66E9CBAE57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173E03F6-B1FF-442B-D31C-9CB646F3BB20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BE2DBAFA-A921-DDCE-4B20-81B5D1478467}"/>
              </a:ext>
            </a:extLst>
          </p:cNvPr>
          <p:cNvSpPr/>
          <p:nvPr/>
        </p:nvSpPr>
        <p:spPr>
          <a:xfrm rot="5400000">
            <a:off x="11343111" y="-1147164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DB92EA7C-C431-CE1C-273D-DC7E1330E613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ED2F1796-8581-064E-86BB-3183C30B3598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6D8BC808-D9CB-C8F4-5387-8F4BAADE928A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8AF573ED-D717-341A-07C9-492965FE520A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5E55036A-9F70-BC98-C4A0-DDE9DF6E79D2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1D7572FB-0B50-2E47-028F-B7C1C63C2234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9C795BBB-8440-2209-14B0-303EC0DF54B9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7160A010-7659-A9CF-F7D3-541D4B692D56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9BCFA356-270A-63B4-3E2C-9F1612D1D5F7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557514CE-739B-2586-045A-FCDE5170DDBE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CA838D99-2007-80E1-7B6D-BDDA3AAB0A7F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53EAFBBB-4604-737C-F60C-F9B1DC945430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C891EAD2-9432-1DB8-C2B0-C93095EC6B4B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26D7809E-8470-3B22-D234-C3CC98C9331E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E85DA956-FF00-14E2-4B94-4DE85237872E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2FD0F20D-14F2-2128-384F-3948984BD21C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E3F029A8-1D46-F65C-6535-B5A0EF45F787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D01602D2-15A6-B006-21BB-57B4D5764329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8E670BA3-AF99-5F0E-BF34-8B794B07E70B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5BCFCC60-FE07-CD02-DEDF-7BE5EC7F18BE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949638E0-161E-640F-F239-2AEE5A0685B4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EC4B7D97-D5DB-FD2E-90CD-23CF40C7FD47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89C2DB1B-FD2E-7931-5990-E985AA5142D8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3C7390D0-9FC1-4A90-3043-2F6C106328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6039EF92-2CFE-28E6-A66C-B2C768995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E748E494-EADB-E244-B804-150DC7E2C34C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7A37645F-3BB6-481E-E305-A5FAE3C636CD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6E96FE9A-C36F-E15A-BCC1-E74644827865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C8BC0891-221F-25AA-C881-DC390F522A99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29EFA3CE-7528-3856-D6AC-351493EDAA46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7371F2E1-8359-AE23-A82C-3C6E566BEB81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D4F22DFD-56AB-113D-48E9-8BA7DF56D316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A3B381F0-9F81-2045-3827-C82D2C43D0FA}"/>
              </a:ext>
            </a:extLst>
          </p:cNvPr>
          <p:cNvGrpSpPr/>
          <p:nvPr/>
        </p:nvGrpSpPr>
        <p:grpSpPr>
          <a:xfrm flipH="1">
            <a:off x="2677780" y="47131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996305E1-52C9-BFD6-E4E0-61FF986E0F00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F4C0C26E-CD2B-B552-B264-F2BAF4CA3C9C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E3F45129-DB95-1FE4-0194-BD7D6E8C5C19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3094EA2C-1951-E4AA-5711-11CFB7C3DFE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407E334E-52FA-12CE-DAB7-49C9C4B3A40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E78524AE-044F-5C67-9609-2BBFFDB00363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256326B7-F3E4-931B-8D3D-24C05ADF564D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3CBDDE52-7E6E-4B2D-52A2-D62E2259094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0E4A4217-9634-B797-58D2-79094E16D0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B55CA2DB-7556-E31A-02AB-8D3FEFAE7B1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9323EFBB-F94F-BC30-8051-7BC79AB973C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E2E9FE4A-98DC-B566-3AD0-3E8960C55C4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63DA3525-C7F1-350D-5C05-7FF9EEFDE2BA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A92E585E-9D68-0D02-AD23-B2FDF4F09089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7DBF2E15-88A3-B784-754B-CAAE1F912F9D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AA06AA11-A58E-0525-14D3-DEB6A954BB55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9F587A94-4910-5F46-66FF-FD155F143A0F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CC22137C-576C-BC45-8680-DA7B88B0A4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82C08785-B387-4277-BF87-035E73900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8DC5196A-D46B-6FF3-CC14-F2328887A828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27D412EF-346F-3812-9D91-D74BAFE5AE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2C24B7D4-870D-21FA-63B4-0D40A1158C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E5FE5398-E824-94DE-0519-B8E7E763C335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7FFFD93B-4218-FC43-C53C-79889F033C40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0FC5F411-B932-8999-4585-AC4F85E0720F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E9CE08A9-1E97-AB79-B1AC-1CFB99EB9652}"/>
              </a:ext>
            </a:extLst>
          </p:cNvPr>
          <p:cNvGrpSpPr/>
          <p:nvPr/>
        </p:nvGrpSpPr>
        <p:grpSpPr>
          <a:xfrm flipH="1">
            <a:off x="4635991" y="48750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C75100D9-7923-9CDE-3706-DA873AFE5074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1F0E1274-793D-B18F-52B7-9A74E15FC716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95D50224-27A6-EBFD-1BB6-13F44C3F0951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E67EF6AC-E7C2-EA0A-222A-3F6FA7E2939C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DC8680AD-96C6-044E-DE9D-6ABF07B054B7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0A3847E4-8F82-CA80-DE56-7A8CE666B921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C78A7043-9CBB-689C-2A73-4719761953E0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00A735F2-1BA1-E842-E39E-C62C9BEC5A13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D7869F26-854D-EDA0-7084-2E16036157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26AAD674-B575-4467-3156-5FB294656C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0F740E32-077F-548A-6DF7-E6705DE1767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49DC8B16-0086-784E-204E-B4A2646AE17C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9031DFB0-6679-7437-62DB-D489610B07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FA423356-0903-D7CA-C63D-83C26881E98D}"/>
              </a:ext>
            </a:extLst>
          </p:cNvPr>
          <p:cNvGrpSpPr/>
          <p:nvPr/>
        </p:nvGrpSpPr>
        <p:grpSpPr>
          <a:xfrm flipH="1">
            <a:off x="3524166" y="48520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AB1AAF30-88DE-F898-DBC1-59E6AA50A5E8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9C52267D-B0B9-0E87-DBC7-39627657061B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A6E6C3EE-A32B-3C25-2D21-9A1C893424D0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C6C6877C-D230-BDCA-8E48-6975A8B45872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E4F3FCFC-B4C2-2950-44D5-0526C14504B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74BDB21A-3972-4FDE-4961-BF6409C7D655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E4AB9425-39EF-8DA2-E40F-32DC0B4E12D7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944298D0-35AD-DB5C-8C90-39D99C483FF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1FD46744-50AE-9E87-E26F-7D43E3A06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23680534-805D-7D82-3B6E-28CF24519B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F0B448BB-01D1-66C2-36A7-CF254D4BBC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45282886-A8A5-CAD6-856E-55FE6A10DE5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B2B35785-D641-4810-E6CB-488DEC9E798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D229D2C1-8A07-1F5B-E021-238E5D0D568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76DD387F-A725-BAD4-48AB-FD7BFA4E9E8D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A88D043B-3C88-46ED-B4EA-3AFC06A4984B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580562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E3BED011-4C50-5DA3-7B90-C5D9DE8F65B3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2B9AB2E0-9E10-F55F-0120-E744E595B04F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5A42729E-DDC3-E68B-B085-19C417B9D22C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6A081223-0FEF-3229-413A-557467C31767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BC976134-F5D7-A49C-4823-67188478FD77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9EEA6329-3CA0-B8EE-2D07-FBAD3AAA8545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A8B7D75A-3827-3FF2-A836-432058FF76C7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13E8BB16-D9BD-353B-37E9-419876F6DB8E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2D27761B-C700-413D-0601-E80DCF7DFC12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EC25C354-950B-0212-2BAF-1D8C62A2BCA7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9092806B-A6B7-4D9F-5598-F7E64075FCFC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6A3E6A9C-0CA1-0B0D-ED82-5FCAB3189392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09AF1927-4181-2034-1285-5E705422527D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C33E9EEF-DBE8-36B4-DBFC-73ACFCA65A40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3E4067DB-0EF5-FF39-6507-5C00E4A5179F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D2C38C8B-4869-6C21-3B22-6761BD47DC55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63015315-729B-474E-5F15-2393D61109A2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24CD22C9-036E-A5C1-4E74-846BA65B979E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57F5F92E-B7B5-B95B-B17C-B6ED4FBF0904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70C3919E-A62E-D376-6542-45A179F1652B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5A5E2291-6F0C-E170-4212-AC67B6F20727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E70B0C9F-8A1E-E953-3546-937FF8C1C47A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DFC7BB4E-015F-A061-1610-FDBA60D814CA}"/>
              </a:ext>
            </a:extLst>
          </p:cNvPr>
          <p:cNvSpPr/>
          <p:nvPr/>
        </p:nvSpPr>
        <p:spPr>
          <a:xfrm rot="7922440">
            <a:off x="11009928" y="-200558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CCDC4884-7F55-1E56-84F9-670B8377ECDC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A5DE2015-AAC8-A7BA-8923-415F79C28006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A96E7FBD-F228-2873-BABD-15997F77B90E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C74EF4D2-35EC-3EAE-ADCA-403DFF897678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41FECB2F-B581-78C6-7F3E-A41BF3759A18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C672F22F-DA59-4D8C-030F-5EFDA3EFA95E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78CCD4B0-7547-D100-A335-0F8C14DA0C02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AE9F5D2C-5F84-C12D-0F09-67261B5A524C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E940E5EF-B004-563A-B7F5-78CB4E73BEE5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A7C01272-D032-16BE-B171-B753BADD1135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8D6A8E87-5054-5CA8-CAB6-F1F94B3DDEF4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FB703699-1125-543B-75F5-FA363FC70CA6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52FC9B91-F647-5ECA-9FBF-FDECB4A3495D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DB80F8C9-D3BD-9578-A676-97D2BD2B84EA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1BDC71AC-2A1B-B11B-32AB-E06A33F3EDF0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82D6FD4F-18C0-8764-F97A-8E132BF4D531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5EE47232-7E29-4DBF-4961-52B6DE271E83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F96152BE-92A7-006F-4434-EE6F59AFE6E1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4AE44A19-A885-6885-E0EC-C8FAEEB81A39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F5F9C17D-F094-8CB8-FBA1-DB943314B755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549EBB39-C8DC-E94B-7BF8-4851F8B013E2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F22C693A-28B1-3715-7AEB-FB0815D1EBA9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A47CB4A2-743E-B580-8376-42AD3A2EED1D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E2C18A8D-E50C-7A72-6770-6F293482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2176099A-E137-63E7-BE9B-FBF5421C3F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CA121D8F-88EE-3687-5E31-01CC119C7F3E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3A437392-4715-D5F0-0F48-6DA020F8C0C9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004CD35A-12CB-2634-F7C1-C40826861E41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C7F347DC-4641-5C73-5E0C-AE9B62C3C189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28D5ECA4-8538-EEF4-1720-B6BC793B595F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AA3FBEED-4FAC-C430-E734-CEB3E4AAACA5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3527E734-3293-ED04-2453-EA2552F29963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F5CA3C6F-FAAA-57BF-234A-014A6A91A6F5}"/>
              </a:ext>
            </a:extLst>
          </p:cNvPr>
          <p:cNvGrpSpPr/>
          <p:nvPr/>
        </p:nvGrpSpPr>
        <p:grpSpPr>
          <a:xfrm flipH="1">
            <a:off x="2804780" y="47131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FDCA86DC-4FB5-6739-28A5-814DE03664F4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474B3AA0-67E0-58E9-8E9D-AF50EF8D3987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7ED6265C-BF2D-06EB-E889-9C3E3396B360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F82C8FAD-B708-7CC5-40AD-78019E9AC7B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6B5842E2-EA9D-AFBD-13F5-8084C866D87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7D19B049-7680-C245-CB7D-946B45AF26C8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6AE5E44F-78C2-7440-4B91-D4E2338B0007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FC5CECF0-209E-48CE-3703-FAFE0B8D23B8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FE8090B6-7B44-4E3E-9A5B-38E710EE12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96E3CCC3-D2F9-3B09-2C64-F873ECCC4E4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DD60DADD-B2A0-3DAC-E19B-1D093C51A1E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53AEF89A-2071-0761-8567-08ABA62321F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F32192DE-A4FD-03DA-6C46-50DCDA2D7D21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440FB748-A6BD-C223-193A-D0FE1C2CED55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72C2261B-7866-0582-2C0D-730F41F7809A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915A68BF-8A66-AC8F-96B8-70C2746E3AB4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012548C6-F370-9BE8-3741-8288F2033E72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E0CAE2FC-F3BB-DC7F-19A2-D93B64B2388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83913F2A-079B-F900-C6B9-26A8F53487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9D31C490-CD98-DD6E-7F20-2604E6AD15B6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0D3630CF-3B02-624C-9328-CC33B2303C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5D3BC479-78B1-0BE7-FD18-516776CD1D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AC09F40C-16F0-2CEB-15B5-9BC6E66E45C7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B42761DC-D914-4400-C000-9C712C5FECD1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A530EE03-F036-B21A-0E02-00DED37F9E3B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87168EE5-9C3B-18B2-E71A-C9FE9CA11D4F}"/>
              </a:ext>
            </a:extLst>
          </p:cNvPr>
          <p:cNvGrpSpPr/>
          <p:nvPr/>
        </p:nvGrpSpPr>
        <p:grpSpPr>
          <a:xfrm flipH="1">
            <a:off x="4686791" y="48750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449618AE-8986-CB90-2152-2AFB9FAD70E1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1C98D6F3-0E93-C75E-0222-DE3634CD102F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47372963-4AD4-4AAB-93B5-84B42192BF59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8B4E3520-6136-6FA1-17E5-BA5D5D38AD3C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6567A53F-B656-2CD6-1F47-2A3377326414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7A15AB30-5701-C28C-3A09-7A2934B8621A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42C961A6-33F6-9C27-5D99-77BE5D5C89E1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A480E167-AB8D-C68A-EF81-F53BA054EB10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D8835F3B-99CD-9375-8369-D660AB6BC6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4A8787FB-D07B-45B0-09F0-DF329620FB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C5C62FC8-8A77-7DB4-23A7-79174510434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668FA38F-2DE4-6DE7-567D-D2DC4F63EDA2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3659408D-0CF7-7455-71B9-43AC1293C0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0A2B12F1-97F1-C969-3854-42217B25F388}"/>
              </a:ext>
            </a:extLst>
          </p:cNvPr>
          <p:cNvGrpSpPr/>
          <p:nvPr/>
        </p:nvGrpSpPr>
        <p:grpSpPr>
          <a:xfrm flipH="1">
            <a:off x="3600366" y="48520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1161868F-CE83-170E-EA9D-579B933AFE68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69B6496B-BAE4-1104-7765-ACDFC9587EBC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91205AE4-9EA7-CAF5-33F0-71EC41A910B1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F17728C4-2F4B-642B-9B56-5CE6B500921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8843D360-5EEB-4377-57A7-19FD7A2BB808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2B5A0A8E-B47B-7D50-2B50-B321BAF9DDB2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2DC6F3A5-A403-4D63-BE78-37F5D4EA636D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8105707C-3313-1AE6-FDB5-D9C3121B6B5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0C0E36F0-6106-3B30-FA26-8BEA5AFC5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5E646385-0103-C175-7225-0330A4AE6F5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C032D7B3-2AF8-1E59-DB76-16BFC2E9AE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C62F707D-3EBC-B75E-D558-CC7E1EFE38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EC4FECF5-40B4-F60C-2FAB-9D8B7AE5312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C457FF52-A2DC-187E-6F6F-45B03A06CE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E21DB459-3457-E040-7317-7B80B165B9FB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E58F819A-98CB-162D-04AE-D6D6C951563F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9821250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A4221E47-C1D2-3865-712E-261E8870C979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390811B1-CDCA-022F-FE31-ADE0DC1B01AA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9336ED4E-916E-37B1-FB31-5552AD7ADC9A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F1E2B6FC-2E6A-9E42-B533-4DBFB53B3E0B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B28B35A4-2269-3B9E-4670-CF866046B8A0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2D2AA4DF-5102-A06B-2098-4E370DE65A44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9123CD6C-63BC-7931-DECA-4456F2222F25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045E5096-B99A-80B4-C7DC-2546111A6D63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31AE7A0B-CBF3-06D8-0CA3-B43B280BD6C2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4A6C7ED3-DDD1-8FEF-658F-E7B6F608AC40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6DBE5247-632F-57B5-6C8A-AD8785113EF8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027B0178-3D44-1E3E-28E7-362FC1C75196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85D47DD4-BCF0-F5DC-11B5-59C8829C2EC3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AA70574F-42E2-03F9-A3C0-45EDF5EE3906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884A07CF-BE34-78CF-EE15-549A66E83B11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E484CEAC-F4D5-95B4-D46C-C3F0ECF0FB3C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E69BD6E3-C156-B0E2-61DD-35AABED62994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A9B14FA-3E81-724E-7151-ED3E37DBB974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A9EC6465-A837-A130-DE88-BD0A3B0C4945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57E167CA-A6E2-FB35-415C-5B322254F654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8EA23ED6-D1D2-DECD-A90C-BDD6D5514EDE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EE491EB7-78E4-3510-95F2-4AFD0EB7A2B5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020423F1-D900-F4EA-D0F4-53562D872CCC}"/>
              </a:ext>
            </a:extLst>
          </p:cNvPr>
          <p:cNvSpPr/>
          <p:nvPr/>
        </p:nvSpPr>
        <p:spPr>
          <a:xfrm rot="9260764">
            <a:off x="10586333" y="18929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8FDAE389-3365-D8CA-53AC-DFB64E94BFAF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BDD21454-7D17-D7CC-1C8C-50E92ACB0124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392DB6B7-385E-A191-3D30-8E2EC7F76CF5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F8378F91-3D24-43D4-6D2B-CB822698E510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E1ACC796-BC96-64E1-E1ED-2BC27F2D5D08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68401016-C70C-5FFF-7D01-0FBAA4E5F5AE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694A5ED6-5DBA-6AAC-5FF2-2E21B86AA80A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04F83A22-A953-5013-501D-9685CD761C08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591F8E4B-63B9-935A-C33B-C14C5483DC5A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1B92EFBF-CF60-9F60-2EC5-F54D8485EC80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8ADB243B-D25E-A092-7045-453DD12C2D02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39276862-0521-B86A-FE48-8F2E1FB1EE68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E23A9119-7492-D3AD-AA14-D06FB701F667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DCEF6823-A9C7-A0DC-72B3-4BF88531BAA9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9A99AFB6-E06B-110F-3933-E97630E10DAE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F4DC728B-4F7A-2010-C73F-19870DA143C3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9460922B-F7FF-FBC7-3F95-A3961D1DCAE3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1059774C-9D0F-4B49-E26A-FF758BE469C4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DFD63206-CF1A-1792-323C-99C45E87076F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17E76591-370B-5E1F-A9E3-CC3D2FF0621C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533361BB-ABB9-E934-9B4E-E3308D63665C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4AB00FD8-BEAD-512C-1F99-401F845A2BC8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F100531B-2941-CDD1-C0F5-BB761B576931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DCA2DF9E-536A-8783-C3AE-462F84C877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A441B698-3169-FEC2-482C-5D66173340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DF0B9FE6-96BF-359F-8468-069A55614B72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D4EF1311-8037-9BF5-2D54-F7E717438502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E856E0D0-4008-FA52-A6A0-01B6ED784224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087ADFAD-7287-4D01-9F25-196119375602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A4BB69CE-39EC-C21C-F212-840E86C2FBF7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72BB263E-1817-6B7F-20A4-6158775ED4A9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77560374-4203-D4B0-0D96-E9E802DD14BD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C18EAA16-CEB5-5CF5-D88C-00B99D6DB038}"/>
              </a:ext>
            </a:extLst>
          </p:cNvPr>
          <p:cNvGrpSpPr/>
          <p:nvPr/>
        </p:nvGrpSpPr>
        <p:grpSpPr>
          <a:xfrm flipH="1">
            <a:off x="2931780" y="46877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D0F5AA5A-E893-64BA-8F77-62DF71F6500F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989CC632-B849-4D42-D4AE-CD836183844E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310F1D5E-2471-D5E6-6415-F5B94B3D0861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2CDAA543-172C-B5DE-0004-B22223C7C0B3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A917A824-A9B7-1C84-191A-3EF447294B8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6D624249-5D46-85AF-9D66-B7368E862D37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308FB390-2CDF-584A-C7E7-D9928D9ECB5D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24C62928-3012-4999-1B33-F3F02B57645B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E209DBC9-545A-8B8D-D026-5CCCED5CEC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F1993E09-4C93-2493-451C-6345EB4B081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68A97EAA-0EDC-26C5-F2F5-BFE32DA5E5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668F52EB-2462-81B4-7CB6-D2BA514D388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53F8757D-D918-0563-8837-1BA34609E3C9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B08CB0A5-7F2C-89A2-C16F-723E2573DD81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6A64235E-BD4A-BA14-E99E-DC7163D0915B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71856A48-2CA4-5AB5-2B1D-AAC5AABD1A56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316D907C-98C7-E01C-790D-99E24DDF0FCC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645E6A78-CBA5-5F6F-EA97-AC343934675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5D383E33-82FE-DE67-DC99-BE6B28513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C1A72A8B-16DA-15A8-CD26-2712D2470D29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678BA623-15C2-C286-CC3C-DAE4F64EA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096BA75A-EA87-A26D-A459-5E9FBDD25C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A577746F-978F-F4A3-7155-A894F47F3FF8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521991E8-6157-D3C1-B2AF-38A75CA3F678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B679D1C7-E94D-45E8-EC3C-789FFB508B27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6078C3DC-1643-92A2-1A24-B33B949A4CEA}"/>
              </a:ext>
            </a:extLst>
          </p:cNvPr>
          <p:cNvGrpSpPr/>
          <p:nvPr/>
        </p:nvGrpSpPr>
        <p:grpSpPr>
          <a:xfrm flipH="1">
            <a:off x="4788391" y="48750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5C0389E8-0236-EE6A-77CA-06E45D426B5A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FB406525-3EC1-AD12-28D8-5A0918A29094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FEEC062E-3AC1-F27F-C349-6953966673B3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9976621C-90FA-075E-32E5-2A88A7146489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03B2E634-1722-10E7-AE60-B566506D419F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112BD0A6-7189-4E43-F8E7-9ED7AE5C2BB0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245F6EA1-A60B-1D85-05F4-0DA52557A37D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5BD290D1-F71B-F606-1E69-A11F8A45EB23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BCB66210-AAA4-3AFB-756F-505D431EB8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802E4B32-2B45-4601-9069-E929565D32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14C2BA8F-F5F2-E0B2-31E2-060BA04DE81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C52B5D36-1950-288C-8C32-372EF470B6D1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090E3C3A-BE7E-A940-49DD-47738B1345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22F363E0-25BC-A669-0903-F697A86F178A}"/>
              </a:ext>
            </a:extLst>
          </p:cNvPr>
          <p:cNvGrpSpPr/>
          <p:nvPr/>
        </p:nvGrpSpPr>
        <p:grpSpPr>
          <a:xfrm flipH="1">
            <a:off x="3752766" y="48520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1F803878-31C7-6851-9F39-22984259888E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383879BF-C90E-DE7F-CC18-E6F4C8AE8AD6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FB6E7501-772E-01BB-B8FA-24FE40195FAC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C7CF5FAB-B737-E616-955E-EE19DB44E54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B31AC73C-4D2A-D441-10B3-ED77527F0772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41CA6475-0B6B-70D9-DFDA-A9454F61EA8D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C7E56A4D-9EE8-0397-BA0B-DCB8D291AA67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ECF2AFF4-1264-32DA-FFD6-71DB8A97DBC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EFEEBEE3-9DC3-FAA2-9D14-ED383E591B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375CD30D-F3A5-E1DB-40EB-046476AEA2B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F8257822-1F5C-51EC-F853-04874D078D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680F3DF9-CB08-F9A8-745D-0D236E42059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DC5562E7-A645-0537-CEF4-26D7DA427E9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299DA53D-5EE9-439E-43B8-8272B410F73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48CB0C59-5CE9-50C8-D814-AAFCBD8F7119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81DA2405-8B5F-7E33-6637-745F0324ABF2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6436205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7A87E256-CFCE-7A98-1097-FB161097D0E8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0D5F55E7-A887-1289-D305-208D1C0869A8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CF283929-68AD-0DCC-FC0C-8C6D861D59A2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0748A9F2-B01C-7B76-FC78-1C5282ADA981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6EA5C405-E9A3-FF13-FF96-DCD6DF446222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3673E7A9-20F9-E583-96EA-C7BB873D35E6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ACA06F04-3575-3E8B-7578-CAF7DC7ACA84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D71674F7-2DF1-F61D-17DE-DFD67FC6346B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A21D9C5B-274B-3408-80E5-03E7DE6BB06A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92E49509-D28C-F147-8FC9-E1CC330476F8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516D0FBC-EA45-BFB5-6C66-D966A379BF95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3FDBF728-F00E-B786-A737-B30DA4D1C15E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2646C21D-EC14-04E7-7FAA-B2956083A8B3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B3CF1EA5-2ECF-E668-90FC-C2C88CA2D04A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1035D6C4-2CDF-525C-9351-453E2B7FD991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38D7490E-731F-6E6E-22CA-C4158D26B93A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4C549115-5830-B662-C947-F3F809B2E7FB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8F00AA82-D279-B69E-D2C5-047A477EB944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A7358ACB-DD5F-D958-8EA5-CD34649964E7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E2488A10-F2F0-6BD7-7F89-B8118833F13B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D2015F5E-1600-DDF1-5797-55A88AA141B6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1E47881C-027E-A120-1B62-C65B16CAC5E6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6895873C-A456-D8E3-C126-898F5235CE25}"/>
              </a:ext>
            </a:extLst>
          </p:cNvPr>
          <p:cNvSpPr/>
          <p:nvPr/>
        </p:nvSpPr>
        <p:spPr>
          <a:xfrm rot="10319812">
            <a:off x="10134738" y="258103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FA3B8D54-E847-B36C-282B-0117FF10910F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10DC8C8C-ED59-CCD3-8517-30EC42AC4B64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A9976B09-2A7A-FED3-9DE8-CAA8608860BE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8E1635F0-3FAE-E0E6-7B10-B2823E891843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1F9955AB-718A-7179-31C0-537EA6276F39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F5B1DC80-7594-C585-238B-C8FBC2FCEF81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8E762CD8-D310-7A05-FE43-966044B24F1A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6F438613-CEDE-1280-8C1F-F9BD22A43984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C2447FFF-AF5A-5A8D-74FD-3D434B15793E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1DD42CE6-545A-DC18-13AA-0DDDE0AD42CE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33F4E463-155D-BF64-741A-B23FB032C39D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627DDBE1-7DE3-E9D3-F6E7-0140C1FAE081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7A680C4D-3A75-216D-3EAC-EA5CA3C81581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A4DD73B8-B9FD-BB1F-6FD3-2221D4E679B9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FB0521F2-EDCD-D835-C69C-5CA5BDE1C941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7EA0FD50-83CF-259C-F37F-EEF92604A285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A547E895-EE1C-DB4E-5C50-7F7F2A787476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94EFED59-3B6A-1B5E-F1F4-AD41539D54CE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056E593C-49EE-58F4-1563-CDBDD8B02316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76A53DA1-00B9-B658-D97F-ACBAC1660C1F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282983F5-92A1-5425-F2E7-52142F017DD3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6A4C699C-982C-6F50-0360-AEB8C69468CB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38A54951-4C3C-385B-16BD-539352B45579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A5DFD908-84D5-8E48-1A47-F01216E8AD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F565095C-1FD1-23EC-C890-D5C7A036D5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5FCEFC00-0144-D9B9-6989-D15DDC66D38B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5E56DF29-3BE3-6106-500D-DA8F2F079687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1E30873C-48EE-C3F1-8259-E2788ADBC533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118C4A66-E3FF-8F71-C7DE-C88C46ADF3A4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286DCABE-43CA-82E1-1F6C-2C0291A21B24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7B15789E-250C-F121-4E03-C1D17AB9DDEA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F5706D66-E054-1728-5935-E5CFC411F08D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FDFBBDAE-A34B-D4B3-3AB8-88C59C5E6F5A}"/>
              </a:ext>
            </a:extLst>
          </p:cNvPr>
          <p:cNvGrpSpPr/>
          <p:nvPr/>
        </p:nvGrpSpPr>
        <p:grpSpPr>
          <a:xfrm flipH="1">
            <a:off x="3173080" y="46877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E7B5803D-ADE7-5CB9-A412-B7AFB6DD40FC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44983924-F9B9-8C69-D7EF-363C66A3B410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E7562A47-69BD-3C88-7865-5AF78DECCC09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9C1065E6-C98B-7EF1-E685-EFF0DD5DDAF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228FE7EE-8145-D009-F607-1C4832423565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6313BAE4-4F03-D335-DB1F-9459E06974D1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0C8B6771-C3F1-08C3-80B5-2166660031B2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D8A849CD-4539-04E8-3643-11F9A91268B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A3FCAB9E-2709-637B-0574-FFF735600EE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535C2DDC-0E8A-2BC5-2178-01ED30BBDD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152EE0D9-8F4B-99D6-C9DE-6E419AE9189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A852D5B0-50FB-1AA9-F285-C0EC1D5FB81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59163E37-5CA2-18A3-393E-362AA0978AAA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84286CE9-1FCA-2D4D-066A-F905B6ECF1C6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27BDA4C6-1BDF-CD63-3270-4FF6B855E0CF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06D97306-954A-36AF-603C-92610D053655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EB9EE8C6-A499-7E47-4587-E33B6B9A8DA4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E73D85C5-3CA2-63A3-1413-6D9A9FC09B1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79B6B0DA-301F-06FB-6370-CF7F1C7969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4F501649-1B0F-18AD-6E35-216B62AD34AF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D08C4F7C-1A5E-10C2-56CE-22713AF53A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0308B5D7-22A0-4AB6-D0D0-39F896FC3A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C6D667C2-AC40-52E8-75AA-63C22A61FA12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8B8A8FCA-D012-303A-68D7-9AF1111A1BA1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A695AC83-35D3-3BC0-96FB-AECB4DC333E0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5C4A1770-82B6-8FE1-D3C5-4D90782E22C9}"/>
              </a:ext>
            </a:extLst>
          </p:cNvPr>
          <p:cNvGrpSpPr/>
          <p:nvPr/>
        </p:nvGrpSpPr>
        <p:grpSpPr>
          <a:xfrm flipH="1">
            <a:off x="4864591" y="47988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735896B7-5EC5-A5CC-0A38-9236B8CBBD1C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6BA50A21-A097-4EE3-AFCF-43B1EDFB523D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58C51EDD-A305-4CB3-A9F3-2A9B98E2AE4B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2459D3D6-08DC-D6BC-B68D-3F5081A54899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3EB67077-91EA-AB51-BB76-AE238DB77584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CB69B51E-1FBC-8D7F-332E-0C32B8F5D956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6C5EA046-8DA0-7034-752C-A74607038A99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199CF157-9C2F-7929-3164-C8CAB590AAAC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1045D9CD-4156-1064-F437-0B70C527A8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358A8F5E-A465-0858-A3D4-D729B3079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9AC060AF-598E-BB79-A337-A10C2AB860A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2552E9E7-E1F6-9CA2-A83A-285BC7714FF1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35D2BB42-847D-BDCE-0EA6-D508F41167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98E64E8B-3D5A-021D-DD06-C8C529289FE2}"/>
              </a:ext>
            </a:extLst>
          </p:cNvPr>
          <p:cNvGrpSpPr/>
          <p:nvPr/>
        </p:nvGrpSpPr>
        <p:grpSpPr>
          <a:xfrm flipH="1">
            <a:off x="3943266" y="48266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76225E57-3D9B-0221-D907-F994DDC5B3B3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2F85FFD6-860E-BE6B-B64E-85824EDE338B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6474696C-CF5A-4A3A-E997-7E0C5BCA1FCB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E7FD2067-0A8F-77D3-3ACE-458876527B17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CC3F1AF4-EC87-DFDB-4901-D6049153ABB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03C52CBD-3732-5D8F-80D2-930FB61C6CD0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D65E6C5B-6022-F86B-BF3C-D42C9984CE00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5A38F516-E2C6-424C-1FAB-F2E525584C8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FCC393D2-3F8D-8EC4-4704-600000166F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0CEDFD6B-62B9-348E-2A7E-9CC3836FE0D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CF426C27-676D-496E-8891-D54B0B80F5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5F68D8BA-9A2A-EB1B-2ED1-CC2E2FCE90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40377592-3A0E-4A4E-ABFB-D664C7B108F6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A6F3C419-9B6B-3F59-6207-0E3F6992182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F0248A9D-C45C-41AC-921E-57EA0620EFA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A3D0D0CE-E275-71FE-EC08-268B77E77770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567046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8F2D6CCA-AF8E-7C97-3402-AA07B6D57116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677DDAE5-9F8E-8C78-7379-A4477514CB83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853A2B77-558B-8F9C-6718-FE1E58315751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96C130FD-22F1-55E4-C421-E47A3C3B43B6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9F39A069-1510-4539-7BB5-46FF2DA2EB9D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DAD18638-E53C-1887-1A1E-E2CA683B80F4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9EE9F787-DEA5-9713-23DB-0C56D0CFA030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F18C3C76-AA47-AB91-621A-0852B0716171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02A420F2-1F94-F805-54A8-F4B9B008F132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1B2AA2EA-A94B-DD29-487D-995A8AEF9B8E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1E7841BD-DC26-5611-1E89-691B5283DD54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E56CE3E0-2E61-715E-F99D-379BF2B67DE9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CCD61FF6-FEC7-C74B-E291-E575AFDEA0F0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8F0C54AD-0608-9CC7-16B7-F4E208053CC8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D7245F63-2323-C190-3F8C-4BFE8A308353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EB0BC505-A895-8F9C-DEE5-106B86771D5F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3B720022-2DB0-EF9C-B6C5-AFF0C8272DDD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33E0C51E-8003-3E4D-7D2E-E50C14B80D01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C43E779F-1364-3C0C-21FA-350775A94FD7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9FD6DE10-EA19-2933-5F2A-E54693E7EC68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B6813A43-8340-FE09-1E45-816871B94CCA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31D4F3E3-EC80-9934-006C-971E685A559D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D911DFD4-00D5-B7C2-D728-CA302C239F5C}"/>
              </a:ext>
            </a:extLst>
          </p:cNvPr>
          <p:cNvSpPr/>
          <p:nvPr/>
        </p:nvSpPr>
        <p:spPr>
          <a:xfrm rot="11251209">
            <a:off x="9804529" y="254355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CCE6BFC2-A0CC-E2B3-FA99-55BE465572B9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15F5F6CF-7E91-0B61-0D52-FF27D849B094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C40222CA-CB82-3F20-E150-A699D3457F41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DB88FACF-E270-8653-98B2-0919E8D3D3F2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6A97B41E-7D7F-D673-4B6E-5C41D86031CB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509348BE-715A-B7EA-821E-5D90BAFB40EF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56D6C2F7-7EE8-5620-803D-4D81AAEA19DE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D772BD1C-3CCA-72EA-C9A5-9C454DC5E2ED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AB0AF729-2E3A-FDB2-8392-F29FFCB94BD1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86A82455-0677-D40B-EF82-AE92840E1B78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37230DB6-38EF-AC51-89AA-02BF02A7104A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C18C4A3E-23E0-07AF-E0E8-40A4C615D042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DF057E8B-6DEB-6B3C-F7D5-AC3343BC462D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C9E259B9-DBB3-BB4E-9AC7-C9F6E751A402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DAD44B2E-5F71-FFB4-5387-3B00F9DD5BEC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6590C374-BE55-D35E-ABB7-728B105C81A1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EC1EAD4B-9365-D961-0F6D-EDB9F2F468D2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F77D31C0-EDD9-C785-870A-A0F852463A9E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34D11431-B69B-7B45-47BE-7BF76381B6BC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2F06DA4A-DBAB-F289-E896-255B71D7CCA8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96636DED-30FA-5890-8FBB-FCB9926BB296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750F4D69-F3AC-92CC-298E-BDAA22494044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76BEE7E9-7ADE-29EE-FE7D-790F01900112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422FBDB2-224C-9AF1-BFA8-57E9085CD1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F24F6424-D0E5-9D47-8A64-E0F9AF20E6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38642D1B-0A34-2DAB-E7ED-7A0FA28565C2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591BD24F-C250-E053-C1DA-1FDDDA64C3D6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69610DE8-4941-651F-C622-1F8F29881E41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F7B60927-F41A-8D21-37D5-B93818084705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996A075F-04BB-2E79-5931-A167793BE531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9EEFC8A5-F14B-F9CF-61EE-E20B344EC1D4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E6DDCC53-670B-138F-5317-A67098015B8D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47496A3E-7A7B-E3CC-7F3B-AC7185833C7C}"/>
              </a:ext>
            </a:extLst>
          </p:cNvPr>
          <p:cNvGrpSpPr/>
          <p:nvPr/>
        </p:nvGrpSpPr>
        <p:grpSpPr>
          <a:xfrm flipH="1">
            <a:off x="3376280" y="46877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2BF7DECC-F1AE-F04E-9739-6201C1CEC630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4295631F-4890-4F34-604A-06B92535EB51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9BB97525-3DC4-9C15-4DB7-9F947E16B836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AEBE9CBA-A116-8B70-CF0A-177672728291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070E0A9A-7632-7D99-0AF4-599CE6E3F77B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E7D5791C-C133-B47F-2D5D-12EF8B64CBAA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5CAD69C0-01FC-1EC0-7F73-55D64915D7E3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0A73D3F6-71D5-759C-D8AD-05057E603C5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A2B714CA-63D0-7E7D-770F-B63BD0CEC2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8BA928DE-14FC-6D9A-668D-E75F230E2E8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7CD212BA-9590-8331-04CC-294B8ADFD18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02881989-4E7C-9E8B-BD74-2320A04C0FC2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B71C85D4-4361-B752-0C35-2E69BABA50F9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C4A72FCC-BFD0-CD4A-7D6D-E319220415CF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BDE9EE58-5B4A-BA24-E3F2-7CAABF0E6596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3B37FEE9-9C0B-3AB7-5F4B-223434AFD81D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71D81B91-591F-2BDF-F4F5-63B0B7424F84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6F29F684-396C-48E3-2404-78417788248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0AF030A3-0E15-1C28-6BCA-FD8EAE867C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AA1636B0-9C58-D668-7161-C779C6290B8B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7AADACA8-90E4-8AD8-C47E-DCCF71CE88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9037A79D-86F8-BB19-F9C5-79FC06D8743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8E84D97F-59CC-298D-9022-4B1C3F42FD44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4D647DE1-55CD-EF56-BA27-864CC09907C9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E80F5BC8-2F63-EA39-2CE4-B98E1C3E09E8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23FA8686-F007-3B32-FD98-5E826559605F}"/>
              </a:ext>
            </a:extLst>
          </p:cNvPr>
          <p:cNvGrpSpPr/>
          <p:nvPr/>
        </p:nvGrpSpPr>
        <p:grpSpPr>
          <a:xfrm flipH="1">
            <a:off x="5042391" y="4621042"/>
            <a:ext cx="350539" cy="774685"/>
            <a:chOff x="3043856" y="2828171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84A8A2F6-ED3C-55FD-9DA7-849D2263164D}"/>
                </a:ext>
              </a:extLst>
            </p:cNvPr>
            <p:cNvSpPr/>
            <p:nvPr/>
          </p:nvSpPr>
          <p:spPr>
            <a:xfrm rot="17419861">
              <a:off x="2935393" y="3287101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60D09323-85C0-F446-D827-396F73BB3351}"/>
                </a:ext>
              </a:extLst>
            </p:cNvPr>
            <p:cNvSpPr/>
            <p:nvPr/>
          </p:nvSpPr>
          <p:spPr>
            <a:xfrm rot="17343675">
              <a:off x="3051241" y="3454948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A310C40C-D5ED-5E0E-F3A2-A81CA200A6C6}"/>
                </a:ext>
              </a:extLst>
            </p:cNvPr>
            <p:cNvSpPr/>
            <p:nvPr/>
          </p:nvSpPr>
          <p:spPr>
            <a:xfrm>
              <a:off x="3134479" y="3137367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1D94CB5E-7261-4ED4-35B5-0E909BD9A190}"/>
                </a:ext>
              </a:extLst>
            </p:cNvPr>
            <p:cNvSpPr/>
            <p:nvPr/>
          </p:nvSpPr>
          <p:spPr>
            <a:xfrm>
              <a:off x="3080211" y="2912345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21C92F45-7DF2-DE38-2EF3-4730065D077E}"/>
                </a:ext>
              </a:extLst>
            </p:cNvPr>
            <p:cNvSpPr/>
            <p:nvPr/>
          </p:nvSpPr>
          <p:spPr>
            <a:xfrm rot="15772704">
              <a:off x="3173232" y="3458856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430309AC-D0AD-347B-12AA-2624BCA7703F}"/>
                </a:ext>
              </a:extLst>
            </p:cNvPr>
            <p:cNvSpPr/>
            <p:nvPr/>
          </p:nvSpPr>
          <p:spPr>
            <a:xfrm rot="3728825">
              <a:off x="3215330" y="328259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393BA8EF-8B75-CC9D-A188-FC5C9F3E64ED}"/>
                </a:ext>
              </a:extLst>
            </p:cNvPr>
            <p:cNvSpPr/>
            <p:nvPr/>
          </p:nvSpPr>
          <p:spPr>
            <a:xfrm flipV="1">
              <a:off x="3135840" y="298939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26C3C83E-5762-E010-4A0D-29F10DDD6E66}"/>
                </a:ext>
              </a:extLst>
            </p:cNvPr>
            <p:cNvCxnSpPr>
              <a:cxnSpLocks/>
            </p:cNvCxnSpPr>
            <p:nvPr/>
          </p:nvCxnSpPr>
          <p:spPr>
            <a:xfrm>
              <a:off x="3260202" y="2852703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DA668C69-691D-2746-7098-127C839A7D5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23241" y="2828171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87E21C88-3845-D5AA-11FE-33A9A6D35A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10490" y="2916870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FEA2E3A9-62F7-E5A7-475D-97C50F7E288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43180" y="3099635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E367DA24-2A1F-7EE3-24D7-BF71172604EB}"/>
                </a:ext>
              </a:extLst>
            </p:cNvPr>
            <p:cNvSpPr/>
            <p:nvPr/>
          </p:nvSpPr>
          <p:spPr>
            <a:xfrm flipV="1">
              <a:off x="3237630" y="2992302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7E009755-59A1-4A14-EDB3-2716A92DDF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1142" y="3210700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A6993F7A-F49F-9464-F495-C32039095118}"/>
              </a:ext>
            </a:extLst>
          </p:cNvPr>
          <p:cNvGrpSpPr/>
          <p:nvPr/>
        </p:nvGrpSpPr>
        <p:grpSpPr>
          <a:xfrm flipH="1">
            <a:off x="4184566" y="48139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6C981EDF-E3FD-C24E-D0BD-F61E4463F32D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A17A251B-A681-4ABB-CDB1-997C547F146D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2254D722-DA8B-E84B-904A-EAC34FE84D4F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2661210A-DA2C-DE11-5A5A-825C4339985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81F88F0D-9EA1-2A81-FE07-0ABAA2ED3F8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10F75B40-039D-DDCA-DD25-A2815FB84614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0BB67D3B-B9BF-D73E-0568-826BAC390849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D5642D1A-B2B8-FA26-C3AD-5357A31AA18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8055F59C-94B2-8D91-6A8B-B80992DEFE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A909DCE2-26BB-E022-F855-E9528D9F4E4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907124B9-0238-467E-5452-ED810EA0A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D9FB6CC9-9C58-95C2-D6CC-AF95C51D5C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B7CE24CF-699C-1BE1-2C14-246118E85F44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1CC9D62E-4B15-3779-FD3E-5E960B0BC8D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6317760B-670A-C5E0-46B9-78E5D35208BD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31B0CA22-3C9E-5AAF-D633-3FDDFE433CFD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4130021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9F5C5433-49D6-93B2-D82E-CE7D789AA816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79645BBA-1F73-672E-2784-9B476D2F649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C2C5F925-F0CC-009B-FF81-DFB691AEC28C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881B7719-E0AF-C75B-42AB-3F5E95A94AB0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6D7CE83C-9E2B-0A9F-ABFF-534ABE684C9F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19144E2B-77C1-F100-9C8E-E24CC5B9BF9F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FC889DF0-AC53-E26A-DF54-2AEBBE62661F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C6A590F0-7354-D36F-1935-0F6D3693D644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EDA60D8B-88C7-B6BC-6A4D-06E93FDEBB93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3C36535F-5EE8-5E20-DF5A-EB108BE15A52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50C6DE22-271C-4E3C-0A4A-6B2A379B608E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A502F54E-91A0-BBDF-9DD4-D0D474CD6207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9AD2DCC8-57E4-2691-C2AF-5B925BD8810A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D64035DE-DCBA-F3E1-2852-D4DACFFE5800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D090B78B-78CB-C552-0707-4E5BD5A57321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425F50BB-DE8E-0561-A58E-B8E28DC897F8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A3DA1629-43E3-FD2C-6419-A853762413C0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C528462-8332-5F1A-718C-09E5A0C56A72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F5706700-8693-01D5-CA24-440BB94A2B0F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9863333B-C298-C541-090A-5C13BB5107C3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82BCB7D9-82B4-8ED4-9341-0D55DCED123F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31D9E68B-6D8B-D355-B283-B6E7B853244F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A8C8989A-7450-00C2-BDFD-C6B04E208682}"/>
              </a:ext>
            </a:extLst>
          </p:cNvPr>
          <p:cNvSpPr/>
          <p:nvPr/>
        </p:nvSpPr>
        <p:spPr>
          <a:xfrm rot="12627989">
            <a:off x="9222380" y="6779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B2E1C14C-8C58-4A88-A566-828B254EB3DC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69AB770F-4FED-7F72-5DAE-9238231F9A85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F3A8164B-4C6B-A318-03D8-3B359A4429A6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46EE812D-988C-C919-936B-6EA584D3ADE9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C5FDEC94-9FBC-B21D-0D58-DDB0020F3B62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D51216C2-CFD4-4D3A-7847-107BCBA239AD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92E754F4-C9E8-3CF1-03DE-243057EC6710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AEA75432-A3D4-57E8-0A19-4A04670D9FB3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4FD277AD-2FE5-0791-BAF4-41D9733E143C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58E6D413-8AB4-2E4A-C01D-D045AFE2257C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1B743152-41C4-634C-F928-2EB8A0899ED0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2AADFBD9-7D6B-C18C-4B3B-180405F1CC5F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2DCA586D-D8D7-02E1-ADED-427D934D6A77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A07423D8-C608-6E67-9878-BB3BBC4639BA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55E07D67-868B-9F16-C0E1-9E0F4CABBABF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C073B5BE-8E06-8F42-1D34-D3F95A44B74F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42BF1F2A-9F76-EE27-9961-A72DED9F53F1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53E03DF8-1A7C-CA07-CF88-0ACA5E7D638A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73AB910C-3C2D-095A-EC4F-C214424B58F2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129EF545-376B-C8ED-D438-19FD607A1494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2E6FE9B5-D778-78F8-A992-A691AD448B08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AF1165BE-9995-B953-83AD-DA0CB2B3C2D4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1461B63F-62F4-D377-A06A-37376E41CAD2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87C3E5F7-2E67-9CEB-A3C5-A4C93DB6D3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84CA265F-73E6-4750-93E0-16F3E7473E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46E82309-F38E-2B16-3C96-D656F1F5442B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0CB7A318-F34A-6732-D770-C4600E5279EB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B44CC014-18E3-541C-BCAB-3F2CE201644F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A0600D92-4454-C504-4631-267C37ECB8AF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2E754B10-82E2-4127-4B29-CD47E5E09142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12094ED9-F3AF-A381-6BFB-BEFFBE1D78C1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EF543C75-62A0-BD8F-E36C-8D3624A37B6C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1F7D2200-C8D3-EBA2-8C97-73CE606817E7}"/>
              </a:ext>
            </a:extLst>
          </p:cNvPr>
          <p:cNvGrpSpPr/>
          <p:nvPr/>
        </p:nvGrpSpPr>
        <p:grpSpPr>
          <a:xfrm flipH="1">
            <a:off x="3719180" y="46242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00DB0332-9193-1EF2-B85B-8DAA012B6D4B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F2070C41-3575-0B67-7686-E5D6C8CA0F4D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45C774D7-588D-9531-609F-5D50A1B935F9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C56AA0F0-68E4-6635-834C-43AD2FBF029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F0E66591-D6CE-0CF8-D887-749C773D2BC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3DC3B003-5B82-92F2-5698-135A9E30CF96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BE9222A4-6FCA-DA46-1028-FF047DE13D23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DBD16FB1-5A0D-B6D2-FC13-56E11D4F0C8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CB0B388B-FE70-A996-4345-5ED972C343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D7379CBC-55E0-9816-3CEB-CBF65B9BCB4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1254C7ED-3101-2C3D-88E2-8C4D6CEDCF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B2229495-6C8F-9E3E-EFF4-1F14FAF7E40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782A0F28-FE0A-2825-2262-AC1FE91C5F2B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9729C7AF-599E-864F-3ECF-B5BF050D583B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D7D8EE8C-7577-FC34-EEC9-B3CBF51A5153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5D856D6C-74DB-F397-5831-4DF91FA06CFF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16B14327-EF12-C240-116B-F72CC6096F98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5F227F59-E305-4756-C63E-E8408F4D736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2A43FF7C-DB7E-BAFD-4F3F-4F2297378B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283C391A-73C9-D991-C921-39FCDCC8D908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84AB5850-0DD5-45F5-270B-94ABBF609D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901ABD68-1866-BB78-8F8E-C5717E0C28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01C45A0A-C674-FCB4-B320-FAA33D01E151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86424AC9-8ABE-700F-39A8-4F94CEA9FD78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5F3A0376-7447-341E-C1F7-45D8C7FDA62D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15" name="Csoportba foglalás 114">
            <a:extLst>
              <a:ext uri="{FF2B5EF4-FFF2-40B4-BE49-F238E27FC236}">
                <a16:creationId xmlns:a16="http://schemas.microsoft.com/office/drawing/2014/main" id="{733926CD-2A20-C070-6FB5-3155D55185D4}"/>
              </a:ext>
            </a:extLst>
          </p:cNvPr>
          <p:cNvGrpSpPr/>
          <p:nvPr/>
        </p:nvGrpSpPr>
        <p:grpSpPr>
          <a:xfrm flipH="1">
            <a:off x="5169391" y="4519442"/>
            <a:ext cx="350539" cy="774685"/>
            <a:chOff x="5169391" y="4519442"/>
            <a:chExt cx="350539" cy="774685"/>
          </a:xfrm>
        </p:grpSpPr>
        <p:sp>
          <p:nvSpPr>
            <p:cNvPr id="85" name="Téglalap 84">
              <a:extLst>
                <a:ext uri="{FF2B5EF4-FFF2-40B4-BE49-F238E27FC236}">
                  <a16:creationId xmlns:a16="http://schemas.microsoft.com/office/drawing/2014/main" id="{66708E93-4DF8-0974-1E43-95BA973EE39F}"/>
                </a:ext>
              </a:extLst>
            </p:cNvPr>
            <p:cNvSpPr/>
            <p:nvPr/>
          </p:nvSpPr>
          <p:spPr>
            <a:xfrm rot="17419861">
              <a:off x="5060928" y="4978372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EF32C3C1-5E4A-0D6F-D016-BBF0097CDF32}"/>
                </a:ext>
              </a:extLst>
            </p:cNvPr>
            <p:cNvSpPr/>
            <p:nvPr/>
          </p:nvSpPr>
          <p:spPr>
            <a:xfrm rot="17343675">
              <a:off x="5176776" y="5146219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87" name="Henger 86">
              <a:extLst>
                <a:ext uri="{FF2B5EF4-FFF2-40B4-BE49-F238E27FC236}">
                  <a16:creationId xmlns:a16="http://schemas.microsoft.com/office/drawing/2014/main" id="{782D6309-85F1-2261-7678-4E8E4DDA8403}"/>
                </a:ext>
              </a:extLst>
            </p:cNvPr>
            <p:cNvSpPr/>
            <p:nvPr/>
          </p:nvSpPr>
          <p:spPr>
            <a:xfrm>
              <a:off x="5260014" y="4828638"/>
              <a:ext cx="168667" cy="318013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BADE3014-0562-B847-2AB8-8154157783B3}"/>
                </a:ext>
              </a:extLst>
            </p:cNvPr>
            <p:cNvSpPr/>
            <p:nvPr/>
          </p:nvSpPr>
          <p:spPr>
            <a:xfrm>
              <a:off x="5205746" y="4603616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A477E9D8-181F-230B-9BC6-0771443023BC}"/>
                </a:ext>
              </a:extLst>
            </p:cNvPr>
            <p:cNvSpPr/>
            <p:nvPr/>
          </p:nvSpPr>
          <p:spPr>
            <a:xfrm rot="15772704">
              <a:off x="5298767" y="5150127"/>
              <a:ext cx="216000" cy="72000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27BE9C66-37EE-AFD0-DD2D-CAEB4E36E62D}"/>
                </a:ext>
              </a:extLst>
            </p:cNvPr>
            <p:cNvSpPr/>
            <p:nvPr/>
          </p:nvSpPr>
          <p:spPr>
            <a:xfrm rot="3728825">
              <a:off x="5340865" y="4973863"/>
              <a:ext cx="287528" cy="70602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F2869680-D006-13D4-529D-45A5D2719354}"/>
                </a:ext>
              </a:extLst>
            </p:cNvPr>
            <p:cNvSpPr/>
            <p:nvPr/>
          </p:nvSpPr>
          <p:spPr>
            <a:xfrm flipV="1">
              <a:off x="5261375" y="4680668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2" name="Egyenes összekötő 91">
              <a:extLst>
                <a:ext uri="{FF2B5EF4-FFF2-40B4-BE49-F238E27FC236}">
                  <a16:creationId xmlns:a16="http://schemas.microsoft.com/office/drawing/2014/main" id="{6A82D6FA-9C6E-0200-62EC-95868AA2BFEE}"/>
                </a:ext>
              </a:extLst>
            </p:cNvPr>
            <p:cNvCxnSpPr>
              <a:cxnSpLocks/>
            </p:cNvCxnSpPr>
            <p:nvPr/>
          </p:nvCxnSpPr>
          <p:spPr>
            <a:xfrm>
              <a:off x="5385737" y="4543974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65E7B2A6-C9C2-9885-2E7B-FD3F4A2A85C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48776" y="4519442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4" name="Egyenes összekötő 93">
              <a:extLst>
                <a:ext uri="{FF2B5EF4-FFF2-40B4-BE49-F238E27FC236}">
                  <a16:creationId xmlns:a16="http://schemas.microsoft.com/office/drawing/2014/main" id="{908F915F-B9C1-F9E5-1578-E3D29477A7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436025" y="4608141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D12F8853-F10F-6194-54BC-07FB4501707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268715" y="4790906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1244E519-5A90-BF19-3453-D658B5CC6277}"/>
                </a:ext>
              </a:extLst>
            </p:cNvPr>
            <p:cNvSpPr/>
            <p:nvPr/>
          </p:nvSpPr>
          <p:spPr>
            <a:xfrm flipV="1">
              <a:off x="5363165" y="4683573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7" name="Picture 4" descr="Forráskép megtekintése">
              <a:extLst>
                <a:ext uri="{FF2B5EF4-FFF2-40B4-BE49-F238E27FC236}">
                  <a16:creationId xmlns:a16="http://schemas.microsoft.com/office/drawing/2014/main" id="{8BE72B33-C996-7C59-8F28-4B78E292AC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56677" y="4901971"/>
              <a:ext cx="171487" cy="17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471ACBAF-A2E8-8F0B-D8B8-BBB91F27C58B}"/>
              </a:ext>
            </a:extLst>
          </p:cNvPr>
          <p:cNvGrpSpPr/>
          <p:nvPr/>
        </p:nvGrpSpPr>
        <p:grpSpPr>
          <a:xfrm flipH="1">
            <a:off x="4356016" y="463612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202ED0F3-93D9-EE6B-C808-E1A29F438658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F6FC2319-58F1-BC97-A8B6-959E244928C1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67E04A13-E093-103C-6F38-2A4D53408170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0CBDB0EF-B12B-A15A-071A-EE2B093D0B5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D3A6FDA2-9D8E-25F1-3512-8002CE4C5DD8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6A65BBE3-5D48-A90C-7AE9-CEDAC25EE145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79D549E8-2022-6850-6B83-C59BF00849BE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323562D6-21E9-643C-FFAE-B4FBE2952E6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EFFFB30B-6DAE-AD29-61DE-73AD4A9D69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723A4E5F-9C8E-9C42-4F7C-C9746F0117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11F6F193-C733-5334-CF4B-3B8628B224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79FA877D-8969-981C-1A6D-280FE259752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4EC2FDED-9C87-030B-7E45-ED7AA1D72BE6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CF764075-2800-6266-03B2-D613C5CD722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B96C3A6B-96D2-B137-6199-9E349D1C705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7F6EE678-2751-720A-4F5C-2E7C05ED98A3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945859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5D645834-3EA6-2B59-43E3-01034792CD4E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6B2FD71A-37B6-B08C-B71F-1A1406D0D839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EF6E5462-0036-A765-34A9-F08A4B2AE6BF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CC45CA20-9A36-BA09-B6C4-678BE214AA9E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6CF58387-E7FC-6820-D397-8BC972EC02E0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720FA74B-2DE5-1FC5-379B-EE68C45B5482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6220FB5E-22F0-F819-DBEB-BD83ED72EEEC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0B280CCA-5B1C-193C-79BD-6CEBFC0A8A92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9EFD490F-EAD2-E6F6-331E-075308EE884C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8A29DD77-22AE-0F92-6270-815DCD084A4A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87FDAFE2-FE14-54D0-7FC4-BFB4F4D97C4F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02A56BF5-83A3-2B43-5F89-E8BDA49F1AA7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726A35C0-2388-37A6-A386-40449C1BB8F6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0986FC83-74EF-00CB-D2F0-FBF97D2B9850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E1EEB6D5-89DC-70FC-362B-8D83172D14A9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00877DAF-1AD4-1A16-4073-CCC5BA7A1EED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EE0A06C0-41E1-B1DA-F318-7B217E2C6F36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85CCC1CA-B718-B07D-9B62-428C28DD31EA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1CF5A08A-4286-B45E-7811-C1A142A59903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C1A5DE56-6FA5-8076-21F0-8E695929B9EE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7B3FF7B0-1769-6B54-8F97-161488EEF429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880749A1-025B-64E2-93E4-5AE1D61ED922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E2602CCF-45D4-C87F-F930-079BFF488BA0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A610E6A1-CF13-616A-160F-6A6AD9FE976D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6C8FBAC2-96E9-0269-0B0E-21EFE9B491AD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792EB17A-B4AD-EFF5-B133-F63A70BA84F3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9D5EACC7-982F-ACDE-5E54-684D08881291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9B50EA47-4E8A-FEC2-1E22-443AA24BDE58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BFFB7DD2-6699-7D27-6D3F-9AE6EDE7DC0A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8F1C3CDD-9F2B-9AC0-FEC0-3CCE19476BB3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B10079D2-4F1A-2659-DCF3-E91944599BCC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D16A135D-2252-6E1D-C403-9DB9229BA437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4B75F2F2-C3A1-0546-ADAD-750896C30188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2F67B240-D723-D7D3-6F9A-0924A013CD6A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8AECD09D-159E-1D1C-593D-0D676F40DD4E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EC6596FB-F471-7926-1780-10404BB06264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11FE81CC-9503-9059-8D9E-F5A724FF5C6C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1B2CEABE-344C-4E4A-DDEE-530902FD8010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54689A85-B8BE-802A-D230-EBBEABACBE3B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A6CA3F33-7FF4-FEDF-FDE6-6A4EA12E29B4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855FF5B4-5858-2B87-0FE9-89896EC1338B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E81C805B-762E-9E7E-C40B-014B314FA97A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2A0B5439-C3D0-14BD-0EFF-C81DCADE1A41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F5330752-C9F8-5834-10D4-15A0D6872942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C7B9AB9E-481F-1FD0-38F6-B7E5265A3AA8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0D0B5653-4F6B-4360-D45C-455BDDBC14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7C6756FA-9E9C-98D8-42E7-01FD138405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EDA34972-F228-9B48-2EE7-228777B5381D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AC59FE3B-1D3B-5811-1B60-7C7883099BEC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C893772A-DE88-6A7C-B734-924619C16A2E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4C0BCFF6-E9A8-1B9B-15F0-7E8276DE599B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1733734D-28BD-9F40-B9A9-540A519B2E57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86E3EB3B-81C5-DFF5-3205-B16B0B042800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494C7AD3-3701-55B4-9211-CAD6696497B0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D1A42381-522E-3B33-E1BD-9086B728F127}"/>
              </a:ext>
            </a:extLst>
          </p:cNvPr>
          <p:cNvGrpSpPr/>
          <p:nvPr/>
        </p:nvGrpSpPr>
        <p:grpSpPr>
          <a:xfrm flipH="1">
            <a:off x="3896980" y="45988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0A18B3D1-95FA-ADBE-44D7-604782D4D90C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E6BE772C-9A9F-696E-8065-5566E6D2903C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C6954D32-1F0A-C863-29EE-4B733E2185C0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F83885E7-409A-997E-E6B7-C3B7433A8911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F3FA6D4B-E78C-FE5E-D0E4-939AE69BAA89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1E457FD3-3F7A-666F-628B-7039DE93B61C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7F3864A1-9AC7-384D-D9D7-5EA22CEE0B50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0F5298E5-5054-3CA8-D80D-235083C5707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FF056FA3-9ECB-891B-E7F5-850893F71FB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548BF0CE-D6E4-695E-8403-09D555B3FF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4313B438-0C48-9C7F-1C64-03535194E7F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9D79E50A-F350-708C-8DD8-B866B63D846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74215688-1D1C-923D-217F-A8F9BE44A9EF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0951CB1F-0B31-3014-4AD7-732DDB99400C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A9A797F6-C06A-0672-BC5B-1ACE06979443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01453819-93C5-FE70-CDDB-E4732B33EF70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1CC21235-1A11-F4FF-B8F7-36525A52C23C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96789A58-87E1-677C-2AE7-B67F0271760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DBF1B3C3-AADF-847B-A4BA-F199B8656C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F9DE553C-E54D-E369-3ED1-9655D7D750C9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D9D2F433-AEF7-AD39-62E3-D6CA19D15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9A230746-5014-6578-3D9E-1CDBEEDC09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9FEBA9C7-ABD5-6F94-AD79-D5E5BA777D48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95DCB19A-6BA0-CAC4-8E16-1AE9006C5042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35CC840D-E0FF-4A3A-EDC3-98F7B805EE63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8" name="Csoportba foglalás 97">
            <a:extLst>
              <a:ext uri="{FF2B5EF4-FFF2-40B4-BE49-F238E27FC236}">
                <a16:creationId xmlns:a16="http://schemas.microsoft.com/office/drawing/2014/main" id="{26B9BB44-51DC-7DDB-74D3-1F05AC57E8E3}"/>
              </a:ext>
            </a:extLst>
          </p:cNvPr>
          <p:cNvGrpSpPr/>
          <p:nvPr/>
        </p:nvGrpSpPr>
        <p:grpSpPr>
          <a:xfrm flipH="1">
            <a:off x="4590966" y="4617074"/>
            <a:ext cx="457355" cy="764382"/>
            <a:chOff x="3624224" y="2820709"/>
            <a:chExt cx="457355" cy="764382"/>
          </a:xfrm>
        </p:grpSpPr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E66AF5BF-C6D1-D06A-D003-7D0D7EA1CAB6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145B5931-8A5D-44C6-D6DF-D38BCFC79ECE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78695318-3B8E-5398-571B-AF4CAD162FD7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Henger 103">
                <a:extLst>
                  <a:ext uri="{FF2B5EF4-FFF2-40B4-BE49-F238E27FC236}">
                    <a16:creationId xmlns:a16="http://schemas.microsoft.com/office/drawing/2014/main" id="{5A4F25F7-149B-C280-8411-CEAE9DE650F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Ellipszis 104">
                <a:extLst>
                  <a:ext uri="{FF2B5EF4-FFF2-40B4-BE49-F238E27FC236}">
                    <a16:creationId xmlns:a16="http://schemas.microsoft.com/office/drawing/2014/main" id="{BEBB2B37-D93D-386D-9E4E-40E982074F5D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03D9723C-196E-53BC-29A0-5A65087F6B0A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678F3E3A-039D-F62F-7198-32AB4D2DA8E6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A0B6E70F-5C27-5D6D-6C5B-11274C09EC5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9" name="Egyenes összekötő 108">
                <a:extLst>
                  <a:ext uri="{FF2B5EF4-FFF2-40B4-BE49-F238E27FC236}">
                    <a16:creationId xmlns:a16="http://schemas.microsoft.com/office/drawing/2014/main" id="{D763F61B-94A1-ACC6-0BEF-22E921BAB6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BF335247-33D9-8DDF-375D-2615F9C1E0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CA7802C2-FD83-9D80-2390-DEC5DDBA9D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8AA42722-61C4-2E3C-BE68-FA4F4F2614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3" name="Ellipszis 112">
                <a:extLst>
                  <a:ext uri="{FF2B5EF4-FFF2-40B4-BE49-F238E27FC236}">
                    <a16:creationId xmlns:a16="http://schemas.microsoft.com/office/drawing/2014/main" id="{9D516217-D0E9-525C-72B1-12641BEB65B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5511A80A-757B-1585-2C5C-87AD37E87D8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1" name="Egyenes összekötő 100">
              <a:extLst>
                <a:ext uri="{FF2B5EF4-FFF2-40B4-BE49-F238E27FC236}">
                  <a16:creationId xmlns:a16="http://schemas.microsoft.com/office/drawing/2014/main" id="{72359F5A-EA64-A80F-E5FC-0FC34CC0EF43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1FDFC82E-0F1A-7656-E09B-BC4061680F3A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5B75BCEE-CE2A-C667-C8BA-182A7539C011}"/>
              </a:ext>
            </a:extLst>
          </p:cNvPr>
          <p:cNvSpPr/>
          <p:nvPr/>
        </p:nvSpPr>
        <p:spPr>
          <a:xfrm rot="15148004">
            <a:off x="8667224" y="-725490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474513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1809988B-9B26-5B56-C22A-C1DA34D2A9B3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D3F00092-30D2-B987-737E-920C8D27A6E4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71D0686C-6F9C-9B9D-A28C-0D415E2EB1E5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96B45835-794C-E795-4B6E-5B89B54EB7B2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7150313E-9D1B-91DF-4E99-2C94935B0DF2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47ACBB76-4CE9-E3CD-63B0-E99DED0B820F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28D6122F-6496-DDE2-E9C5-834BDC8EC5D9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2DDDB83F-4AB3-0BB9-22CA-C77F9EDAA88C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5A165B2D-876E-B241-B4ED-829294FD8C21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9A744D73-0F46-8D81-0250-DBAB35A2E3F7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45B121E1-F49C-E518-0517-0C836596A3A7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AE278905-8D1E-CACA-C083-D02D80C72254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9DDE333D-D430-CAF9-A1CB-3110FADA242E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A8D906BF-94EE-9E9B-AB97-737ACAC697F3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43ACA9CD-BDFD-C47F-7C54-3D4AFEE6590E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12395508-21F0-64BB-8FA4-099548754B0A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A76584A5-4B2C-DA12-DC48-A317E7CE6256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DDDFDD1D-B857-8A30-7A06-485D3514B89E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722ADEF4-E93D-8577-F659-EF137AE32D43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F590E11C-5079-B842-45FE-EECF4C023070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42442C27-A260-8CFB-EEDC-220E8A8FA39E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74373C2F-D393-2AC8-BF5C-B37E239E3886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6DD752E5-BFBA-2E03-A195-BC53849D77AD}"/>
              </a:ext>
            </a:extLst>
          </p:cNvPr>
          <p:cNvSpPr/>
          <p:nvPr/>
        </p:nvSpPr>
        <p:spPr>
          <a:xfrm rot="16744892">
            <a:off x="8555802" y="-1402486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E081240C-C08B-78A6-43DD-803802D80319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F81088D5-9F83-6927-1641-BFEB79E2FFC0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ADED85BA-E79C-0297-6427-01296876B92D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DE2C39FA-AB94-BE61-2562-70EC09595A7D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72845BC0-F230-82EA-3BE1-60605136B592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F1051156-DD02-28D3-7FE3-A2EBEF22EB63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598894F3-75BF-B0B1-A341-4035C0740548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36C21D0E-94DD-2F33-305F-23963793C5A8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E9A28FF1-57C0-09A8-D10F-3DF81C1ABF12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F642EE81-66E7-FCF9-7BF7-88EC21A9E7F3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CC358C17-1A6F-6900-8B9B-ACE7E0327F23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A0A2688F-F4B2-D9E6-776E-8E86F024790E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3FCDBF9E-6F9E-0A6B-B0FC-E61A0014E445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4C1FFDD9-99D9-D792-FC36-33A997A3A1CC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3444BC80-F7B7-821F-B9EF-1CA6D99229A4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C6B32551-CA06-3BD8-3000-DAC176D7B0B4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F0FBD5F2-0049-1795-0E85-F37ECF8B4ECF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24E4FB8A-93B5-D1F8-F00D-7322A6C35711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898391ED-EA4B-49BC-6425-261DF74833DC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3DA263C0-06A2-7133-EDF0-93F6522B7558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406BCBC8-383E-1BC8-2C33-D6B729F891DC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90C865F3-CE21-1CF0-360A-4B335C62175D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BEF29EBA-49EA-420C-1ECB-31A3BA953D1F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D66E6CD5-F529-BE74-BD23-0950612F8C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580F4ADB-1C52-6272-A423-CF7B90AE05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C026BFD7-1273-AE29-FFCD-5862D75FEFB8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FC715D28-4039-3E20-04AD-6707594548B1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6B9B378B-6254-3D32-8362-5CD90446083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94EC5087-7879-9FF7-1C88-7A35B548ABEC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DEACD5F5-230A-4A69-5422-67637A47201B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A99E5B7B-A67A-5335-B505-DFD94AC86445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3F3AF95E-9C32-84ED-DE34-3A0FE1E64BCF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B25513CC-84B4-3BB3-89B2-90FD833D00F9}"/>
              </a:ext>
            </a:extLst>
          </p:cNvPr>
          <p:cNvGrpSpPr/>
          <p:nvPr/>
        </p:nvGrpSpPr>
        <p:grpSpPr>
          <a:xfrm flipH="1">
            <a:off x="4058905" y="44845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D2DF9B32-3104-5D97-1E01-A79FBEDB970A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84DD8BCB-0267-D6B2-3F4A-DFDFDF72E8AF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FF91EF26-9FC6-7269-F4B8-645B4EC98AAF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9A6BC403-36F9-8D53-52C9-D3ECBAFAB2E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5F9D886C-616C-3E9F-3333-81729AB7F5DF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B4754C54-56CA-6DDF-FE24-8224A6A00D8B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CBC3EBDD-B43E-8E5D-7D56-01033F127627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6382C860-AC47-A69C-5B69-977DA0B01F1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AAF384DA-F329-7743-C8C0-2536A75B130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A88A072B-8036-5FCE-3FAB-E73DDF220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7FDEB50B-2470-1F4F-D6BD-49A29E5E7E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5351C508-67D7-5007-0A44-45AD1533299D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C45EE70A-BBEA-928D-DC22-940BBF5AB79A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9924122C-7816-6D7F-8BBD-448FE4DF50C6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D1CEB4FB-61D9-105D-0CEC-FD90250401F4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30CF7495-19D3-83E7-15C7-CA7C326DF659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C4E1B292-E10B-65D5-7E21-80D87E7AFC19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55126E01-E8C6-2177-11CD-B30EF96942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C1966E72-2594-F8E5-A3ED-BD5F71BAB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39C9EB9A-30D4-B226-E16D-87B73211292E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6D150B49-8DD0-85E1-13BE-B8C4B28D8F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7B0B934A-F344-405B-4235-6FFB164A38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43296DDF-75BF-DFA9-BB88-7FA4242155EB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A874F93E-05C8-3310-CEEA-6AA25A180319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53ECF53A-780F-8E60-1D6A-1CCAFD091491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E69F1605-2F1E-5BAE-4350-7E29A05204EA}"/>
              </a:ext>
            </a:extLst>
          </p:cNvPr>
          <p:cNvGrpSpPr/>
          <p:nvPr/>
        </p:nvGrpSpPr>
        <p:grpSpPr>
          <a:xfrm flipH="1">
            <a:off x="4771941" y="4512299"/>
            <a:ext cx="457355" cy="764382"/>
            <a:chOff x="3624224" y="2820709"/>
            <a:chExt cx="457355" cy="764382"/>
          </a:xfrm>
        </p:grpSpPr>
        <p:grpSp>
          <p:nvGrpSpPr>
            <p:cNvPr id="85" name="Csoportba foglalás 84">
              <a:extLst>
                <a:ext uri="{FF2B5EF4-FFF2-40B4-BE49-F238E27FC236}">
                  <a16:creationId xmlns:a16="http://schemas.microsoft.com/office/drawing/2014/main" id="{3CA9BA47-7AE2-6157-C395-2CAF746BB1FA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88" name="Téglalap 87">
                <a:extLst>
                  <a:ext uri="{FF2B5EF4-FFF2-40B4-BE49-F238E27FC236}">
                    <a16:creationId xmlns:a16="http://schemas.microsoft.com/office/drawing/2014/main" id="{73EA59F6-6DA2-46A8-7040-78417102E1D9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8CDB6D2D-FE43-3AA0-F937-FC4A8A9C4671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0" name="Henger 89">
                <a:extLst>
                  <a:ext uri="{FF2B5EF4-FFF2-40B4-BE49-F238E27FC236}">
                    <a16:creationId xmlns:a16="http://schemas.microsoft.com/office/drawing/2014/main" id="{89CB0D8E-54A3-B10B-FFC5-BD931A0CFE7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Ellipszis 90">
                <a:extLst>
                  <a:ext uri="{FF2B5EF4-FFF2-40B4-BE49-F238E27FC236}">
                    <a16:creationId xmlns:a16="http://schemas.microsoft.com/office/drawing/2014/main" id="{818A2992-125F-3DFC-2542-FF90FB9B7036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2" name="Téglalap 91">
                <a:extLst>
                  <a:ext uri="{FF2B5EF4-FFF2-40B4-BE49-F238E27FC236}">
                    <a16:creationId xmlns:a16="http://schemas.microsoft.com/office/drawing/2014/main" id="{C70EFBC9-857F-9A7D-DF47-12EBADBE8530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899B9502-DED0-57E1-9388-9E23A209576F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824DB640-EB5E-086F-4328-5A7BD5659C0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5" name="Egyenes összekötő 94">
                <a:extLst>
                  <a:ext uri="{FF2B5EF4-FFF2-40B4-BE49-F238E27FC236}">
                    <a16:creationId xmlns:a16="http://schemas.microsoft.com/office/drawing/2014/main" id="{DD65DCE2-9302-EB68-D80B-27536F77F5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2E084A52-39FC-058D-2239-B9DEF1B8AE6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DA04F9E6-9766-323F-1D4E-96CE2E7EA7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22F6FB1A-2645-24BE-0EB5-70E107CAF7C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3DF1F498-DC47-4A47-8A34-DB8825CB4F88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6" name="Egyenes összekötő 85">
              <a:extLst>
                <a:ext uri="{FF2B5EF4-FFF2-40B4-BE49-F238E27FC236}">
                  <a16:creationId xmlns:a16="http://schemas.microsoft.com/office/drawing/2014/main" id="{DEA78F23-70C1-5681-E9C7-ACC9829EF13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7" name="Egyenes összekötő 86">
              <a:extLst>
                <a:ext uri="{FF2B5EF4-FFF2-40B4-BE49-F238E27FC236}">
                  <a16:creationId xmlns:a16="http://schemas.microsoft.com/office/drawing/2014/main" id="{9693C686-A35C-348F-DD48-3EF852528D7F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0" name="Téglalap 99">
            <a:extLst>
              <a:ext uri="{FF2B5EF4-FFF2-40B4-BE49-F238E27FC236}">
                <a16:creationId xmlns:a16="http://schemas.microsoft.com/office/drawing/2014/main" id="{666653E8-10CF-6BA6-BD02-7F71E672BAAC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351896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739F23B2-E421-DCA6-8498-282034D85727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7A58BC7F-BDE6-9074-0FE6-EBAC102410F6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AF3D756B-0E3D-26B5-F1C7-876FAA235F02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DC992364-F568-E19E-F0D3-BA1DE38BC027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665BA5FC-5ABB-6214-AB9D-02B915C28C83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87712269-8CC8-C53F-8041-BF68D6FF2967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D2FA2952-C0A8-2E3C-951F-2F143A355B6D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E201C0EB-C855-6F9B-E790-323B8F811B29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351B7F93-7BA7-5638-B8CA-E47566BD383B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34BC11C9-8C4A-4B4B-CC79-970805AA1A7A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4FAFE3DA-D24F-4088-41A9-5860749BCC0C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A6A20A57-1779-55D9-B708-39A29DABC992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F77A0AC1-C7BE-9530-6010-650DF5053DA2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CE98A492-C1B4-80AB-F823-B00B12A18588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9A9F15A9-F9C9-82C0-71D6-0CC695582144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54700A01-819C-2730-5215-38B2F81945B2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81478051-C607-2B38-3416-30417E3F47B7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CC231E87-B170-7920-53DE-EB03E7FEC1A5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13A445B9-EDD1-04FA-4BD4-9F11390F5D63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B8EF6EF9-FCBB-3BDE-4A88-F835A8F7303D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17B5AD3B-7EE8-FD6A-7364-69C391802234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95A24223-85CB-A59D-00C1-D055FCF51925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DD4DF234-0CAC-AD94-391A-8FFCF3A7BF18}"/>
              </a:ext>
            </a:extLst>
          </p:cNvPr>
          <p:cNvSpPr/>
          <p:nvPr/>
        </p:nvSpPr>
        <p:spPr>
          <a:xfrm rot="19912838">
            <a:off x="9290439" y="-235418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001FF3A4-AE63-4FA6-F33B-F4B9A8562012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0A2544F8-084D-AF18-1D52-426C2CCFC370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8EEDC73A-BA75-05DA-BDD1-5FF7CCDADAE4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5E2C147B-930F-2D8F-83EE-A90BEA32598A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F070B2C7-B217-2758-98F0-21CA59EAEEA2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72AD8D49-7DC5-D505-0CA1-5740F00DC220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6830B4F0-6BA8-D878-BD11-F7FB139B13C1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A8A63E08-875E-0BA3-1C50-5FFB7E9B71E8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E3121C02-2AD4-0BF6-CED4-B2BE2C2046C6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C817E387-CC27-BA4C-5234-557C2207B61E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6E0D6B83-D95F-977F-5103-824B8361CFDD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3815DF51-C186-908C-2E2F-8C5072878CE4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57AF94FE-1D06-BCE9-3D92-FDE9A04C6F6E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C0305360-F065-71C9-F141-33D26802EFFC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421E70CA-C104-85D3-E94C-D84DBFF40055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BD10D304-54AF-CF82-4E8B-BC7D9E04B453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546C5B63-3B6E-660D-3BBB-9E1123EE5DE7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2A10D3D9-5E1E-1B7D-2767-79C0C199F564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F76E1425-22DD-9F55-837F-947FF2BCA79E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33C5E970-A277-EF54-0060-CBB69DBD2800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CCF1D7B5-2300-BB16-C86A-95C2D24E62FD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D61F10D8-3A9E-126D-DB79-1CC9FAAF357B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8414D0B9-377D-7F96-87D3-89DC1B57EF2A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DA61F1D1-66EF-0CF6-8DFF-9BA72441EA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6E010AC3-605E-11F4-6E35-87955BA618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362E13A1-995C-0CB9-7B0E-A17D2815DA6D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69A76EB7-1B97-125C-3209-68D9EC43141A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6C7E6BB9-6BEE-A95E-9145-6CBC8743D2F4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B71A0295-78F3-E708-5086-22273D55FA30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52C31E30-CCCA-9574-CE49-A7DB554D7622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43E01B35-EFE0-D548-4827-B76401B04610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DC3BAE14-03C9-C260-E922-80E2D9B7C047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1E7872F9-E003-4082-632F-31441727EACA}"/>
              </a:ext>
            </a:extLst>
          </p:cNvPr>
          <p:cNvGrpSpPr/>
          <p:nvPr/>
        </p:nvGrpSpPr>
        <p:grpSpPr>
          <a:xfrm flipH="1">
            <a:off x="4277980" y="444643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5083E76A-A4A5-87B0-4A77-F9C6CABCE797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56EDDC1A-495A-8D1C-F5C9-FD3319E79013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71F9F627-5356-FEA0-6822-9252CAEB7287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833C6E3D-6FCF-EEE2-FEB7-7C263E3982F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782FFFE1-A613-103A-4E99-B99686AE867A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6184443C-273C-23E3-FEF2-47F0F60F8356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B0EB14D3-10B6-8441-7CC7-3469CB38B784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75F36D02-4981-D4E6-7710-54FC2F9745C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45F4FFFA-6587-4A06-6214-C56D144D460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BC2575EF-4AC2-2BDD-B82D-5558AAFD053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95F7D385-E6A2-02FD-F080-410F064308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D7EAEABF-6E7E-7DC4-4FB2-183880DB36A2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A0ACB237-B8B1-7088-38AC-9688DEB7B532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9401423D-273E-E51B-1B8B-F3AB1C611079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C8D7D64C-4B32-C141-F50B-294B3D6863F6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050F9B41-4C28-6302-FD23-32D93A6B8F70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3F43BBBA-CA6D-518A-AB2F-919939403AD1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538E5437-267F-707D-4BE6-891D41EDA7F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4C9B566E-1FED-ACBE-4071-1AF36418E2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6C89C3A3-BA96-2EEF-EEB5-5EAA054F6941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130B51DB-4775-7049-04E5-0A99EFD5FD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2A6D33B7-7A1D-0290-AA2D-FFC8810EC92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B5E3537B-2B2F-E3FF-7C0E-5BB5749292AD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C1DD1C95-C64B-1A66-9638-F64627B41397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B9F8E3D7-F300-A1E9-B66B-52DC5865C2A3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0B793E9E-2B67-A67C-5076-1B12D64B3970}"/>
              </a:ext>
            </a:extLst>
          </p:cNvPr>
          <p:cNvGrpSpPr/>
          <p:nvPr/>
        </p:nvGrpSpPr>
        <p:grpSpPr>
          <a:xfrm flipH="1">
            <a:off x="5019591" y="4445624"/>
            <a:ext cx="457355" cy="764382"/>
            <a:chOff x="3624224" y="2820709"/>
            <a:chExt cx="457355" cy="764382"/>
          </a:xfrm>
        </p:grpSpPr>
        <p:grpSp>
          <p:nvGrpSpPr>
            <p:cNvPr id="85" name="Csoportba foglalás 84">
              <a:extLst>
                <a:ext uri="{FF2B5EF4-FFF2-40B4-BE49-F238E27FC236}">
                  <a16:creationId xmlns:a16="http://schemas.microsoft.com/office/drawing/2014/main" id="{278B3494-6BC3-12B0-C67B-421E30EE3393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88" name="Téglalap 87">
                <a:extLst>
                  <a:ext uri="{FF2B5EF4-FFF2-40B4-BE49-F238E27FC236}">
                    <a16:creationId xmlns:a16="http://schemas.microsoft.com/office/drawing/2014/main" id="{D2C184ED-CB51-8CA5-9203-C66849225652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A9A035FC-1C7E-DD19-10DB-4B4C4E561CA4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0" name="Henger 89">
                <a:extLst>
                  <a:ext uri="{FF2B5EF4-FFF2-40B4-BE49-F238E27FC236}">
                    <a16:creationId xmlns:a16="http://schemas.microsoft.com/office/drawing/2014/main" id="{027CF046-002E-8D63-36DF-4628B324242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Ellipszis 90">
                <a:extLst>
                  <a:ext uri="{FF2B5EF4-FFF2-40B4-BE49-F238E27FC236}">
                    <a16:creationId xmlns:a16="http://schemas.microsoft.com/office/drawing/2014/main" id="{05C2CF33-485E-3201-BEFE-A83113E4C5A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2" name="Téglalap 91">
                <a:extLst>
                  <a:ext uri="{FF2B5EF4-FFF2-40B4-BE49-F238E27FC236}">
                    <a16:creationId xmlns:a16="http://schemas.microsoft.com/office/drawing/2014/main" id="{FBD93340-6A8B-97F4-E7B9-C25FB3B47645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E6597A4F-21D4-6DCD-68B2-5BDE6EA67F20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CCACC6CD-35BC-EB41-65AF-E403FC4D0E5B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5" name="Egyenes összekötő 94">
                <a:extLst>
                  <a:ext uri="{FF2B5EF4-FFF2-40B4-BE49-F238E27FC236}">
                    <a16:creationId xmlns:a16="http://schemas.microsoft.com/office/drawing/2014/main" id="{4D4B8AB4-1F99-1B19-B446-6F0A7908AB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AAC7AE1E-1FD2-D277-766B-FF767666C80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766EB715-CA13-E939-06B0-F5DA151F36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E2F67475-4657-B2AD-C953-F2DD96D7845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E6CC1C61-4242-C3EF-F80E-879BEA0788AD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6" name="Egyenes összekötő 85">
              <a:extLst>
                <a:ext uri="{FF2B5EF4-FFF2-40B4-BE49-F238E27FC236}">
                  <a16:creationId xmlns:a16="http://schemas.microsoft.com/office/drawing/2014/main" id="{59FA9CE6-96F5-4942-3D5A-235C88D84D5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7" name="Egyenes összekötő 86">
              <a:extLst>
                <a:ext uri="{FF2B5EF4-FFF2-40B4-BE49-F238E27FC236}">
                  <a16:creationId xmlns:a16="http://schemas.microsoft.com/office/drawing/2014/main" id="{B6C9093A-EBAB-796B-CFBE-8BFA786BC1A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0" name="Téglalap 99">
            <a:extLst>
              <a:ext uri="{FF2B5EF4-FFF2-40B4-BE49-F238E27FC236}">
                <a16:creationId xmlns:a16="http://schemas.microsoft.com/office/drawing/2014/main" id="{3503D3B3-E785-B325-D56D-3287BDB57A12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1339531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A20CB416-0F47-1935-D6EC-03B1E1835737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7CB4A589-5B44-9E50-C95A-87BC71541000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CA17248C-44F3-CFCE-E80D-8C3E71DD3755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605F0389-7765-B8D6-0F2D-526DFCAAD8F3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CB0CD875-3761-CE67-98D9-25EABD223979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E17E3253-135D-9005-B393-9506A9DEB52F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A1908CB5-01F4-DA0B-245A-A8E97DB51364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C32C6979-81D0-C98A-5A18-AC24769F450D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B6BAD05F-2595-AD61-FD3F-F03FB5EFFBEB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AE913901-8E79-9CE7-6A3C-306981DF97DB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F171F088-7312-B123-4290-89D681802A26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37BC4999-90FF-D6D8-ABDC-33E7D9B67B3F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596A81C7-D489-7A7D-96BF-FA7C253DB778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B4DB5EC8-5EFF-4341-86D8-A670063681C0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292B13DB-4AD3-D50A-B9C6-055EB56BD5D2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851A2C97-FA35-B014-589F-189B097AFC71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FAAC659C-4D37-D437-CDCC-DE25AD7B4A2E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21E77EDB-67B4-5765-EECF-F6D1BC13377A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180B7109-8D2A-8A9E-5FA4-017F4C036697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1590ABF3-2E6B-AD4F-65E5-9922E0FE3AC3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782A14AA-7D24-BEA2-0B13-03E1A80FB41A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189FDBF4-0DCD-A208-9ED2-5C483E6AB423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EBB6132B-3FB9-E035-1B79-1E8A61C4C02F}"/>
              </a:ext>
            </a:extLst>
          </p:cNvPr>
          <p:cNvSpPr/>
          <p:nvPr/>
        </p:nvSpPr>
        <p:spPr>
          <a:xfrm rot="600602">
            <a:off x="10248231" y="-2473457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FAF34D9D-DEC0-7501-4928-505F775061A5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2E4EDB42-F8D6-72A4-FB84-DB2D29E24C2E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15375E2B-5D9B-B130-51FC-2F6F90C11722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9A7200B3-3B62-6F65-5F92-415D26F74B5D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F8FCFDF3-E3AE-FBC4-B978-D2D7E448E24A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D289C315-11E6-E59A-8E16-4E3F1CB3D914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3E6BA5B6-2AE0-778A-28AC-5658C7AAF7E6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8FB75A4B-E2F5-A7D7-A7BC-56838776098F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59626A2D-EDE1-3CC7-B7CF-794718CD0B43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4ABF9ACA-A533-8BF0-CFE8-BBE9F59B2E6A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39707521-E38D-89B7-FE4B-096CCF1B7C0A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39D66561-B163-4011-A148-D3EB713F7495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01A3E378-5F63-8F6D-A2AB-57F236BB5559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E75C81EB-5AA9-4945-9060-4F572BCC24BE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67EAB118-38B5-486C-2D04-1ED92ACF7B8E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72C1B4C5-0B99-05EF-42B4-034A94161D69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C596C582-D462-1906-EF70-2A9D85AE6F45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45DE8971-AD87-4219-245F-9FB6EBD5C8A9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11EA9B86-5D8C-6EEF-744E-B982917B1448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E8940EE9-E7FA-45CB-0497-752B0219C2CF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B573A975-D567-321C-19CF-C160E4CB740D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60B40AE2-0EB5-9A02-A91E-9BBF94D085DC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A0DC91B2-A334-264F-F5A3-FF9CF99EE738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2A9F0F69-5200-5643-578F-B07AF73204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94BAA9D2-488F-4D48-02DC-D08B6AD346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BC81AC64-BCE0-A199-12FD-3634CD7B3999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C45CE171-8FBF-86AF-026A-D8FF0F405FF9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EB75B7BB-84FC-ACA2-5B38-597E51AA325A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C5997385-B304-13A6-5F40-961940C10551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242FBD33-C7C2-4C2C-B782-9FA2D9ADCB72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7074FAAD-831E-EAB0-4373-243D28BB0CA6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CDF06C0F-07A6-2422-3890-E4486A9BAD28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5932E0A1-EA80-F7F6-A505-4719231D3A7C}"/>
              </a:ext>
            </a:extLst>
          </p:cNvPr>
          <p:cNvGrpSpPr/>
          <p:nvPr/>
        </p:nvGrpSpPr>
        <p:grpSpPr>
          <a:xfrm flipH="1">
            <a:off x="4411330" y="4455963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CBA3F55D-EC0B-77F3-9B5C-C9FA85324C38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1279A85E-2430-D2BC-7A19-DDA2A7C5794E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ACD09048-7560-71E3-4A01-A80FECED19C3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CF8812B7-C515-5770-0F19-5C926D1E84F3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31F9544C-17D1-AB06-61D5-8BB1145A8B5B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7219FB13-1825-7AD0-60F2-9A2136E6568B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DE041EEF-D2C1-C26A-691C-745541010FD2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E4914046-0C6C-BE35-8410-DBA2ED2985D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4E71F11F-6921-F82F-26A4-9C21A78BA51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B31ED8F2-D28D-6E15-CD56-46843AA2B9A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3D156CC7-F6D6-1F62-976A-3DFCD3C2575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9C1014F8-DF06-B4B8-8E64-46CBB6506D04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693F5F89-9F4D-1472-5ED4-7CDC14C910F1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47B4323A-23DA-4234-C24B-05B939DC30BE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3BC2A724-761F-685D-85DB-6762A24E0C64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1D13C77E-C1AF-F07C-E26E-6851CC50B09C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ED93A91D-67CF-86EC-8258-F87B51C6BA95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85161519-EDD9-E517-9C05-85A2A4436CB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43711E46-A287-4275-E9D3-12CA0BC431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85E0C934-496A-AB66-189F-DDF244B870B3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2B1D775C-6ECB-AC9F-2608-CF5864DE3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085259A2-555D-2280-429F-D2EE2323A2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3409B90E-2E52-E440-4438-1405F2511D73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ED6A6FED-58BF-7CED-F0D4-C30AE1EBD3C6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B53F0394-2D80-C07E-48D0-7FA6B4D82C26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4" name="Csoportba foglalás 83">
            <a:extLst>
              <a:ext uri="{FF2B5EF4-FFF2-40B4-BE49-F238E27FC236}">
                <a16:creationId xmlns:a16="http://schemas.microsoft.com/office/drawing/2014/main" id="{88486621-5936-235F-7A04-D87A741D48AD}"/>
              </a:ext>
            </a:extLst>
          </p:cNvPr>
          <p:cNvGrpSpPr/>
          <p:nvPr/>
        </p:nvGrpSpPr>
        <p:grpSpPr>
          <a:xfrm flipH="1">
            <a:off x="5095791" y="4331324"/>
            <a:ext cx="457355" cy="764382"/>
            <a:chOff x="3624224" y="2820709"/>
            <a:chExt cx="457355" cy="764382"/>
          </a:xfrm>
        </p:grpSpPr>
        <p:grpSp>
          <p:nvGrpSpPr>
            <p:cNvPr id="85" name="Csoportba foglalás 84">
              <a:extLst>
                <a:ext uri="{FF2B5EF4-FFF2-40B4-BE49-F238E27FC236}">
                  <a16:creationId xmlns:a16="http://schemas.microsoft.com/office/drawing/2014/main" id="{7376B2D1-2A5D-B51F-5F25-A33D0F17D558}"/>
                </a:ext>
              </a:extLst>
            </p:cNvPr>
            <p:cNvGrpSpPr/>
            <p:nvPr/>
          </p:nvGrpSpPr>
          <p:grpSpPr>
            <a:xfrm>
              <a:off x="3624224" y="2853226"/>
              <a:ext cx="457355" cy="731865"/>
              <a:chOff x="3624224" y="2853226"/>
              <a:chExt cx="457355" cy="731865"/>
            </a:xfrm>
          </p:grpSpPr>
          <p:sp>
            <p:nvSpPr>
              <p:cNvPr id="88" name="Téglalap 87">
                <a:extLst>
                  <a:ext uri="{FF2B5EF4-FFF2-40B4-BE49-F238E27FC236}">
                    <a16:creationId xmlns:a16="http://schemas.microsoft.com/office/drawing/2014/main" id="{D35786C2-FB88-85CB-D5EC-132CBBEA283C}"/>
                  </a:ext>
                </a:extLst>
              </p:cNvPr>
              <p:cNvSpPr/>
              <p:nvPr/>
            </p:nvSpPr>
            <p:spPr>
              <a:xfrm rot="19904819">
                <a:off x="3624224" y="3244679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Téglalap 88">
                <a:extLst>
                  <a:ext uri="{FF2B5EF4-FFF2-40B4-BE49-F238E27FC236}">
                    <a16:creationId xmlns:a16="http://schemas.microsoft.com/office/drawing/2014/main" id="{25E324EA-A8E8-D506-E0EA-FAB8A9E3021B}"/>
                  </a:ext>
                </a:extLst>
              </p:cNvPr>
              <p:cNvSpPr/>
              <p:nvPr/>
            </p:nvSpPr>
            <p:spPr>
              <a:xfrm rot="15789644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0" name="Henger 89">
                <a:extLst>
                  <a:ext uri="{FF2B5EF4-FFF2-40B4-BE49-F238E27FC236}">
                    <a16:creationId xmlns:a16="http://schemas.microsoft.com/office/drawing/2014/main" id="{23DC998D-3D4D-16A6-4981-15BA3F27BA6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Ellipszis 90">
                <a:extLst>
                  <a:ext uri="{FF2B5EF4-FFF2-40B4-BE49-F238E27FC236}">
                    <a16:creationId xmlns:a16="http://schemas.microsoft.com/office/drawing/2014/main" id="{7CC5FC84-8DB8-D4EF-2131-FE844F42A42D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2" name="Téglalap 91">
                <a:extLst>
                  <a:ext uri="{FF2B5EF4-FFF2-40B4-BE49-F238E27FC236}">
                    <a16:creationId xmlns:a16="http://schemas.microsoft.com/office/drawing/2014/main" id="{9F06EFD8-48B6-3740-6CFE-662014CAE96A}"/>
                  </a:ext>
                </a:extLst>
              </p:cNvPr>
              <p:cNvSpPr/>
              <p:nvPr/>
            </p:nvSpPr>
            <p:spPr>
              <a:xfrm rot="15900868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Téglalap 92">
                <a:extLst>
                  <a:ext uri="{FF2B5EF4-FFF2-40B4-BE49-F238E27FC236}">
                    <a16:creationId xmlns:a16="http://schemas.microsoft.com/office/drawing/2014/main" id="{AA41C5ED-C97E-2F58-0D91-CF81EA0CDFB4}"/>
                  </a:ext>
                </a:extLst>
              </p:cNvPr>
              <p:cNvSpPr/>
              <p:nvPr/>
            </p:nvSpPr>
            <p:spPr>
              <a:xfrm rot="2839171">
                <a:off x="3902514" y="324908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1F876ED7-8347-90B8-EE7B-36F03CE00EB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5" name="Egyenes összekötő 94">
                <a:extLst>
                  <a:ext uri="{FF2B5EF4-FFF2-40B4-BE49-F238E27FC236}">
                    <a16:creationId xmlns:a16="http://schemas.microsoft.com/office/drawing/2014/main" id="{977FA88C-495C-9BDF-B558-059D1732EA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6" name="Egyenes összekötő 95">
                <a:extLst>
                  <a:ext uri="{FF2B5EF4-FFF2-40B4-BE49-F238E27FC236}">
                    <a16:creationId xmlns:a16="http://schemas.microsoft.com/office/drawing/2014/main" id="{29042C3D-74B4-1309-904E-4FCB9439A4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6DECF7C8-3274-7092-417F-A8F03BA98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18EE864E-5EE6-EC8A-0F2C-D87A93A56A3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32CE1A7-5167-7D40-6EE3-85EFDFC3A9B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6" name="Egyenes összekötő 85">
              <a:extLst>
                <a:ext uri="{FF2B5EF4-FFF2-40B4-BE49-F238E27FC236}">
                  <a16:creationId xmlns:a16="http://schemas.microsoft.com/office/drawing/2014/main" id="{3F31EB71-7B8C-C4C7-E81A-E221C8890CB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7" name="Egyenes összekötő 86">
              <a:extLst>
                <a:ext uri="{FF2B5EF4-FFF2-40B4-BE49-F238E27FC236}">
                  <a16:creationId xmlns:a16="http://schemas.microsoft.com/office/drawing/2014/main" id="{3486A086-6067-4561-7B57-75532BF9A73C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0" name="Téglalap 99">
            <a:extLst>
              <a:ext uri="{FF2B5EF4-FFF2-40B4-BE49-F238E27FC236}">
                <a16:creationId xmlns:a16="http://schemas.microsoft.com/office/drawing/2014/main" id="{79E85772-9BDB-6507-D27A-3217E8B1D519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7887046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7FD53242-B1EF-F461-53E3-785F4D6F1ADA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45B2CB05-F0A6-6FC4-7C80-555885EE8E8F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A688DB93-328F-D44E-AA2C-9E1E90D040DA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C13D5F4F-7488-A5DA-694A-E3D4EA6A3A14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EC6104CC-C8AC-E0E2-3976-67F069E948B3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B7DE2C28-E463-13D5-612B-47DAB767D7F1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3445A2D5-8F3E-AA85-54BD-DF2E84F4CA7A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2C7FB060-8F2A-1E92-18D4-F52E0F002D02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269C61E3-4019-B282-0831-DAAB5015641B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B406C660-A9C3-BEEC-1A12-E38AE3A4F4F6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AC558249-AF59-3E39-DFD9-81926EEDACFA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72E9513A-6772-B43F-FF8C-F267E17A20CE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1672A2BF-95D2-DBB6-6314-93C072424514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D3A82635-2DC4-DADF-DA18-324F8C5582AE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5E659BB7-1947-0A7B-FDD3-FAFDB099DFEE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560B6CC7-4CD7-7B2F-CF90-2FD173A0439D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2C90FAF9-33EA-3132-5C79-D02E7F107683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9D8C0A71-1D71-2AC7-801B-5827C60AE095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6352E81C-B638-E1ED-54CB-0D9B4570F97F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09ECD71C-CE32-6425-AF00-42346FD6BA8F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909C1A04-DBF9-72D8-A995-E1C887B1A43D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979B1ED8-F07B-6CD0-0FEA-A08C411C9CB8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3C7F55B2-8551-3214-5A4F-18E9B097FAFA}"/>
              </a:ext>
            </a:extLst>
          </p:cNvPr>
          <p:cNvSpPr/>
          <p:nvPr/>
        </p:nvSpPr>
        <p:spPr>
          <a:xfrm rot="3565812">
            <a:off x="11140984" y="-184905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9FF53B94-6EC8-9853-E2C6-77ADEC2AB00D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59E1CFA8-8CD1-A34D-D569-CA5E707B5AB7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14788CA4-8166-A291-EF56-33F9BFC64CDF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E06F13A2-33F6-D50A-D89F-CC38BFF61B02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DEED6894-0F33-2E6B-09F1-BD2C7723B7EF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A57D46ED-2ABE-4476-A018-D0138EF9533C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1243F5AC-3C12-B58A-1F16-2707F8B016E2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90CD51DB-6EB6-0E4B-50A7-7EBCCEDCFB54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91B90467-C032-7B64-1CDA-D72B13283691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C4151691-ABF0-353D-D460-9550FEC3B4D0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B66B9A1B-1654-76F3-79C3-855185169743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FBA13A01-2896-B6D0-1957-AADE789856BF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DB122321-409B-EB70-514E-31CB959B7D85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D0019358-E3EB-066E-7D1B-07C877C0CF6E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9DC3063B-F0FA-40FA-EDC0-4372152AF142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B0DB3908-9209-0A59-19F1-5B3BC13330F5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FC2C5492-A0DF-AD1A-5760-D920FCFA6821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B0E72F29-0CDC-74D8-44C7-97C8548CFA15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623D8C41-0EEB-A2FB-0847-08ADFF2B0AED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FF2BC5A3-5617-C6C6-401D-CBD6E0FDA8BB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4F65021B-5C4E-9EC1-9082-8A17B6118AFA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5CA33C19-B21E-5074-AA6E-32C4354AAD4F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AFA56FAA-5368-877E-99EF-154E1882E03E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84D9CCA1-5F03-E248-0A5A-85B5899EA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7F055A3E-C5ED-5F05-2E8C-B8956F0C91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A6D23FCD-27B8-A616-53C6-420C3E0D0394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2889ED27-EAEB-6858-23D8-E402CDBECF20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71697479-C89D-118A-F0C7-433198386E28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50EB71F2-070F-B700-EA9D-586C2421AAA6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865B841C-7306-83E0-D658-30EB2988308D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B847272C-A735-6ACA-9E4F-6B18F9FB033A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8E4441FA-DF8B-9F23-B91F-5CE7965B4E55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DDFDB7DA-4584-D0E0-2D52-C03BA52616CE}"/>
              </a:ext>
            </a:extLst>
          </p:cNvPr>
          <p:cNvGrpSpPr/>
          <p:nvPr/>
        </p:nvGrpSpPr>
        <p:grpSpPr>
          <a:xfrm flipH="1">
            <a:off x="4668505" y="4398813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7AA757B7-84F3-853D-EDC7-CDE4481F7DB4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07130BDD-DF41-F382-5AC8-44ECA8C09920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30028D25-E110-9941-76A2-9CD32E349D89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E11415FF-CD34-777A-D91E-5E7CF7260CB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AF12AB9F-3D0F-D6D5-2552-375278C84EB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56E0E896-EBD9-DAA7-5523-1AB885FE12E8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01A81EAE-6631-2191-4A9A-21CFB15D7D18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BB22CDB6-93E6-B4F7-B006-37CA537F81A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2947C8E7-DA79-6118-CE69-C2B9B87F466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656A2292-445C-50A7-2020-4E58ABF47D3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6AFD0918-F42D-89EB-B26F-2500B2B995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596CF9DF-49DD-E047-2CA8-8060338F875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81ADDB4A-03E2-4897-0BF6-2A9AC28FCDC5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6E87F4EB-71A9-9D78-1C9E-3976D636A0DF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F52E10B4-273B-293F-2490-BF4937960613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29098403-5503-24F8-E917-ECCFA84384C9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B682AF1C-D052-739B-59B7-96042ACB28D5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B84E299C-C1FC-60D2-22EC-7AFAF713560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834ED31D-6195-12BF-A90E-C68CF6AC3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540A4101-AD1C-DF58-B419-531E3A038780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BDF4FCD5-DEF0-EA72-78DA-9DAEA12E03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A7AF2D59-0721-2414-FF66-D2879A02CD7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EA3316E7-501D-768B-4528-295875F8186E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A6F9A23B-3A94-A358-31AB-38C19427BBF9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BA7FC793-60FD-83E1-DC37-0F8F9C60840C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00" name="Téglalap 99">
            <a:extLst>
              <a:ext uri="{FF2B5EF4-FFF2-40B4-BE49-F238E27FC236}">
                <a16:creationId xmlns:a16="http://schemas.microsoft.com/office/drawing/2014/main" id="{5DDC97D5-D339-44DB-40A2-3A6DE079459E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Henger 108">
            <a:extLst>
              <a:ext uri="{FF2B5EF4-FFF2-40B4-BE49-F238E27FC236}">
                <a16:creationId xmlns:a16="http://schemas.microsoft.com/office/drawing/2014/main" id="{665F8F2C-9926-F787-1CBB-3EC36EF209F6}"/>
              </a:ext>
            </a:extLst>
          </p:cNvPr>
          <p:cNvSpPr/>
          <p:nvPr/>
        </p:nvSpPr>
        <p:spPr>
          <a:xfrm flipH="1">
            <a:off x="6065841" y="4217074"/>
            <a:ext cx="90666" cy="98024"/>
          </a:xfrm>
          <a:prstGeom prst="can">
            <a:avLst/>
          </a:prstGeom>
          <a:ln>
            <a:solidFill>
              <a:schemeClr val="tx1"/>
            </a:solidFill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8" name="Csoportba foglalás 107">
            <a:extLst>
              <a:ext uri="{FF2B5EF4-FFF2-40B4-BE49-F238E27FC236}">
                <a16:creationId xmlns:a16="http://schemas.microsoft.com/office/drawing/2014/main" id="{3A99D3B0-7F9D-11DB-D0E1-FCAD8760568F}"/>
              </a:ext>
            </a:extLst>
          </p:cNvPr>
          <p:cNvGrpSpPr/>
          <p:nvPr/>
        </p:nvGrpSpPr>
        <p:grpSpPr>
          <a:xfrm flipH="1">
            <a:off x="6019780" y="4023344"/>
            <a:ext cx="188941" cy="221624"/>
            <a:chOff x="5205746" y="4519442"/>
            <a:chExt cx="277205" cy="344149"/>
          </a:xfrm>
        </p:grpSpPr>
        <p:sp>
          <p:nvSpPr>
            <p:cNvPr id="101" name="Ellipszis 100">
              <a:extLst>
                <a:ext uri="{FF2B5EF4-FFF2-40B4-BE49-F238E27FC236}">
                  <a16:creationId xmlns:a16="http://schemas.microsoft.com/office/drawing/2014/main" id="{52C7BA7C-77D3-0725-8366-4C842E538228}"/>
                </a:ext>
              </a:extLst>
            </p:cNvPr>
            <p:cNvSpPr/>
            <p:nvPr/>
          </p:nvSpPr>
          <p:spPr>
            <a:xfrm>
              <a:off x="5205746" y="4603616"/>
              <a:ext cx="277205" cy="259975"/>
            </a:xfrm>
            <a:prstGeom prst="ellipse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2" name="Ellipszis 101">
              <a:extLst>
                <a:ext uri="{FF2B5EF4-FFF2-40B4-BE49-F238E27FC236}">
                  <a16:creationId xmlns:a16="http://schemas.microsoft.com/office/drawing/2014/main" id="{2E8A54CD-8714-796F-F409-92CD11298538}"/>
                </a:ext>
              </a:extLst>
            </p:cNvPr>
            <p:cNvSpPr/>
            <p:nvPr/>
          </p:nvSpPr>
          <p:spPr>
            <a:xfrm flipV="1">
              <a:off x="5261375" y="4680668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03" name="Egyenes összekötő 102">
              <a:extLst>
                <a:ext uri="{FF2B5EF4-FFF2-40B4-BE49-F238E27FC236}">
                  <a16:creationId xmlns:a16="http://schemas.microsoft.com/office/drawing/2014/main" id="{34D53540-A51A-884F-4327-3A191E96F227}"/>
                </a:ext>
              </a:extLst>
            </p:cNvPr>
            <p:cNvCxnSpPr>
              <a:cxnSpLocks/>
            </p:cNvCxnSpPr>
            <p:nvPr/>
          </p:nvCxnSpPr>
          <p:spPr>
            <a:xfrm>
              <a:off x="5385737" y="4543974"/>
              <a:ext cx="15422" cy="76234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4" name="Egyenes összekötő 103">
              <a:extLst>
                <a:ext uri="{FF2B5EF4-FFF2-40B4-BE49-F238E27FC236}">
                  <a16:creationId xmlns:a16="http://schemas.microsoft.com/office/drawing/2014/main" id="{7AC51154-59EB-5D86-A2AC-7506AC789A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48776" y="4519442"/>
              <a:ext cx="84212" cy="119896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5" name="Egyenes összekötő 104">
              <a:extLst>
                <a:ext uri="{FF2B5EF4-FFF2-40B4-BE49-F238E27FC236}">
                  <a16:creationId xmlns:a16="http://schemas.microsoft.com/office/drawing/2014/main" id="{72B10966-CD9C-E81B-A239-95F299D006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436025" y="4608141"/>
              <a:ext cx="35765" cy="352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6" name="Egyenes összekötő 105">
              <a:extLst>
                <a:ext uri="{FF2B5EF4-FFF2-40B4-BE49-F238E27FC236}">
                  <a16:creationId xmlns:a16="http://schemas.microsoft.com/office/drawing/2014/main" id="{6AAD6232-3BB9-2BB5-523C-1541D670328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268715" y="4790906"/>
              <a:ext cx="121071" cy="14041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07" name="Ellipszis 106">
              <a:extLst>
                <a:ext uri="{FF2B5EF4-FFF2-40B4-BE49-F238E27FC236}">
                  <a16:creationId xmlns:a16="http://schemas.microsoft.com/office/drawing/2014/main" id="{F6FD3118-8BCB-D6E8-62CE-9740A0DD59C3}"/>
                </a:ext>
              </a:extLst>
            </p:cNvPr>
            <p:cNvSpPr/>
            <p:nvPr/>
          </p:nvSpPr>
          <p:spPr>
            <a:xfrm flipV="1">
              <a:off x="5363165" y="4683573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10" name="Téglalap 109">
            <a:extLst>
              <a:ext uri="{FF2B5EF4-FFF2-40B4-BE49-F238E27FC236}">
                <a16:creationId xmlns:a16="http://schemas.microsoft.com/office/drawing/2014/main" id="{C53AFA5D-3B30-C34E-3C31-DBE51A020E3B}"/>
              </a:ext>
            </a:extLst>
          </p:cNvPr>
          <p:cNvSpPr/>
          <p:nvPr/>
        </p:nvSpPr>
        <p:spPr>
          <a:xfrm rot="1141618" flipH="1">
            <a:off x="6094281" y="4248651"/>
            <a:ext cx="111068" cy="45719"/>
          </a:xfrm>
          <a:prstGeom prst="rect">
            <a:avLst/>
          </a:prstGeom>
          <a:solidFill>
            <a:srgbClr val="99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023504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E7BD7BC1-0EE8-BAD1-533C-E00972F94D62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CC6320F4-8B83-FCD8-D59A-40D420A0ECE3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E4BE90BB-0214-4DEF-0DA1-F6BC16712BE5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7EE3AD43-7C9E-9A49-1A02-2006931042B0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BA110E77-9DBC-D357-EC55-A552A09AF568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B68C06DC-8D50-C93F-3B4D-5376FB51DEC3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C81E0DD7-4EA0-1222-78B2-FF5B9B1F1F55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651D866D-ADD5-06B8-E3A8-D8D500870ECA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0C5494D1-9F23-5319-83BF-0F1ACA4465EE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52A7B114-BD06-33A2-9B39-79DEB6ADC8DD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F9B4C83B-5456-1F65-86AE-8E6599915DC5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986007B9-1574-1DD0-0AAB-2723F689E7E2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B8C450AE-E666-7A71-807D-898092AE8E6E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9AF10B35-CD4A-4C68-94A5-20164216683E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9AAAC950-2706-0C39-2D40-7CECACCEE56A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30070493-B664-F038-B1E6-0B6C9D7D8DDF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37CD0C65-D577-2968-BB9C-5C6ABA4A30FA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ED5A0BB6-6A46-8893-7AA6-9375E47FC960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E8D6B1F9-24E4-D64C-85AB-FFCD04DC46E9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42015206-98F6-A5CC-117E-1332E980DAF3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3F534743-96B3-B51F-9042-69B28A434D42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ADA18281-1C10-A8E7-F057-9F111A0D725D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84FAC612-184C-B125-2663-9FB1338CE6CA}"/>
              </a:ext>
            </a:extLst>
          </p:cNvPr>
          <p:cNvSpPr/>
          <p:nvPr/>
        </p:nvSpPr>
        <p:spPr>
          <a:xfrm rot="5620844">
            <a:off x="11401751" y="-1029074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14FD112B-0F28-ED2E-1384-1925295827F7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CDC067A3-2EA3-7EFB-23B8-7627C238ABE1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99ED0670-2CC5-B060-1C13-9DFABE6C4DDB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FDE6778A-86EB-5A7B-14A6-BBFCE543AE7D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5F026F76-68E1-9D90-6F3D-BD8381983A2B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52CCBAC3-46A9-7D93-6AC2-63A691C4A553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CBECA2F1-E7CF-1F67-0930-8CB8A91682B3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75D8F9BA-E018-2CB2-F519-E65BE2B70B67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9689BF75-A4A3-1B88-06BC-C4DFE6A13B59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B61CC55B-A120-5C26-982C-5611204ED97B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F5677BEE-2DE7-9283-5391-FFB96A321CD3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9E9DDEC6-0C51-CB1C-524A-0CC3528BD0D5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C48458DD-4BF2-BE98-F7FD-38FC16097CDE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53FA2EB5-3684-4A32-DCB9-8C9CF3D4CCE8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5F74B36C-3E76-6E12-3702-C6694BD505A1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01516B17-A1B0-986C-2D32-65D928C1AD15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BC5799DA-3766-9946-7DD9-F18BC3F8F461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A0728B74-2E44-3908-0A56-0905606D6EC5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D4A3366E-6FC9-BED5-CC7C-51C5AA8238B2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298345AF-79E0-8F77-D921-5131B4F8FD63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2FD68AD7-B9DF-03BD-9053-268FE7909E91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755ACF8D-5B2A-C358-25FE-4788A9810014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0994DE23-502A-879F-C191-B527FEA6AA29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1C877515-4784-C814-3F72-BFBF10833F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7C4EE9A2-C5BC-DB24-4661-B5AD1458C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EE355CD4-F2C0-24AF-7A57-3BCC3685C06D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FF5E50DD-1117-CF5B-A39D-5C8B6BD4034D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CA4B5FC6-9FA9-DB7E-F822-AD683DD9178E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5BFAFDC3-1F4E-403F-330F-9502D64061BE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4BA68955-EDD3-BD58-F3BE-26D804C23927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50DC10FE-4C72-83E8-F0CF-DF80B9417CB4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2EF38D61-79B2-59DA-054C-6D4BFA666DFD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1251F90A-1165-E503-4F26-A76AA161B037}"/>
              </a:ext>
            </a:extLst>
          </p:cNvPr>
          <p:cNvGrpSpPr/>
          <p:nvPr/>
        </p:nvGrpSpPr>
        <p:grpSpPr>
          <a:xfrm flipH="1">
            <a:off x="4815152" y="4295296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6603625E-8626-4746-5286-5734C5EC6452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60D78CA1-3A4C-EA0E-4D7E-C85CC751B29C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5239FC82-6788-F341-3B79-BA8BCDC45759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5B4E8A15-BE14-BD4D-7A74-FC320BC6E2C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B03D8215-E6A6-A1FB-575C-6650D000A8D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1F69FCF4-882F-FED3-F2A6-82A948B8B3A3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FFC656DD-F9A7-01B5-6708-F8520284FFC2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C76A0C40-5811-C320-8912-4F79A62B479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0121E2DD-6898-C2FB-9931-F77FB458E3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E8A294AF-E81C-9B7D-A9F9-968578FBC5D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1346E8A6-59FD-1584-27DB-1863244F8FD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AC137D18-DAEE-4B63-275E-BEEE00EE7D6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7D96C4B8-EEE0-4256-F981-14DF1B85C411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F8EE8385-281E-52DC-1FFA-72C4098E2F49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3D74266A-CD85-52CB-497E-20066E75907C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9228A5CA-6EFE-238A-F712-865369FD7211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45B94D98-F290-A32E-2BDA-B6F5D84D86F1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EE37860D-4E05-2EFB-70BC-89E540BD181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324F2A4C-7835-0EFC-DEBA-C466FF9D5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B198BB82-649E-0251-0CC4-54E99F369053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0F7EFE48-8FBB-16B8-74C7-3E9820B3E9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81068E51-ECDF-6D34-EA40-763F32DBCF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87FDC5AA-4C9B-6F24-E2F3-8BCFDD22D1F2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C0232792-B709-4A47-5AE7-30CDF5DAA4F5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4029E925-37B7-08C5-C736-5D42B2EF7D5F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84" name="Téglalap 83">
            <a:extLst>
              <a:ext uri="{FF2B5EF4-FFF2-40B4-BE49-F238E27FC236}">
                <a16:creationId xmlns:a16="http://schemas.microsoft.com/office/drawing/2014/main" id="{DB4EA1A7-7194-EA5C-4F00-533AE86A700B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53D1960E-34FA-4DFE-84FE-7FBB53BF01A5}"/>
              </a:ext>
            </a:extLst>
          </p:cNvPr>
          <p:cNvGrpSpPr/>
          <p:nvPr/>
        </p:nvGrpSpPr>
        <p:grpSpPr>
          <a:xfrm>
            <a:off x="6523825" y="4010943"/>
            <a:ext cx="188941" cy="291754"/>
            <a:chOff x="6019780" y="4023344"/>
            <a:chExt cx="188941" cy="291754"/>
          </a:xfrm>
        </p:grpSpPr>
        <p:sp>
          <p:nvSpPr>
            <p:cNvPr id="85" name="Henger 84">
              <a:extLst>
                <a:ext uri="{FF2B5EF4-FFF2-40B4-BE49-F238E27FC236}">
                  <a16:creationId xmlns:a16="http://schemas.microsoft.com/office/drawing/2014/main" id="{EEC204FD-34F0-423E-6F6C-0CA8676F3DFF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6" name="Csoportba foglalás 85">
              <a:extLst>
                <a:ext uri="{FF2B5EF4-FFF2-40B4-BE49-F238E27FC236}">
                  <a16:creationId xmlns:a16="http://schemas.microsoft.com/office/drawing/2014/main" id="{D3630370-698B-EDEC-1619-24ED078A092F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EFC62559-9581-B879-B0DD-E88B922E4994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7C5F99B2-340B-F6CF-49F5-3E3B5093ECA1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00CFFDB3-FFC4-541D-5347-BC70CDE038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88BD5F80-A5B8-7CD3-E4F4-1EA866F30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07476B7D-0E6E-C90F-D86A-2F377C9717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1F8E158A-BC20-9CD0-C10F-F536A212AF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3BB3A111-D5B0-BE59-42FF-49A373EEDF5B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4" name="Téglalap 93">
              <a:extLst>
                <a:ext uri="{FF2B5EF4-FFF2-40B4-BE49-F238E27FC236}">
                  <a16:creationId xmlns:a16="http://schemas.microsoft.com/office/drawing/2014/main" id="{E15F591A-25D2-07C2-7DE9-D2E9D10F0039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5644732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97132FD3-32AF-639E-9E2B-9C80ABEA38AC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A2108158-8C3F-C739-3A1D-741DEA6C5A6B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28811C9A-9912-C405-B540-05F351ACF253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BBA0A784-CBB8-9BCD-9DE7-766E11638F8E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D9C72F43-BBAB-1C6A-4050-B861FFF71F85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1FAB2E5B-69C8-87AB-C4DE-29F937D92F9E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82A677C2-7998-7ED2-0370-D3196644A05F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F836017B-A5D3-14D9-5B79-3513EC4A6896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3888A203-1B1C-ED28-EE75-88C91A97E5EF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B30B0BEB-CBE8-7BD1-A3A6-BED971916116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4675A9AF-5E2C-40C0-731B-E83ED2856ED3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73D5231D-64EE-77C2-926A-51E20D852657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61E7127F-4AD8-E41C-7F79-AFA455F19261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7A2CCB43-F076-A3AA-441D-F22C2AA5F5D5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B3AD9003-FA95-1E7F-6ED1-259FC28AA7E8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A3BD1639-F5CF-2EFB-9D30-771A63E69333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A6953443-28B4-01EF-9208-17FA3ED7E287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A1777253-38EF-CE2E-0BB2-25486F259A5A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F899C757-97AE-E063-EF0D-6D269B9A78AF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99C56C8C-CEB1-E363-3BD0-D86220FFA505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DEFC972C-E26E-0126-0E99-B8EA136713E4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A8AAE1DC-FEB5-0755-D961-2380A3006502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DBBC7F45-AB6A-57EB-B018-8F455A77206E}"/>
              </a:ext>
            </a:extLst>
          </p:cNvPr>
          <p:cNvSpPr/>
          <p:nvPr/>
        </p:nvSpPr>
        <p:spPr>
          <a:xfrm rot="7555605">
            <a:off x="11133729" y="-328223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6DA78F20-D599-47AE-1939-23959B36E73A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71DA7FB6-90E0-D745-A19C-A0AC219D4A44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4C1580BC-6A43-E579-9647-68CAB8E959E0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8CD3DA16-3252-B5F2-6CA7-29612F4AAB23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30B89ACC-539F-71B9-A511-D49CEFA43C9A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46098A23-80DC-65A3-8911-8AE3D9FD3A3A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1C69FBB5-40BF-FF1E-CF01-5A4946D080A4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7FB82175-B81B-6F7B-7AB2-828B1D46AB2C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C244BC57-BDE0-610E-4552-96ABB5A6CAB3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A4CA3946-8E81-409F-A633-217E03E622E8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72DC641C-587F-9C1D-3EEC-6CC4C1DF924C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3BBB30EE-691A-1978-DB37-3DD6B0C4082B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0D4EA2A7-5A01-6ABD-B8B7-A13C6CD8CBA0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EBBC0F81-7B39-307C-20AA-280B582ADA89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02BFFF83-C443-DBB6-B55C-6A9DE1C7EB71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CA77F9A7-6331-91FC-AF82-4A9F28B647E3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DFD6DB2D-F48C-19C6-1892-6D832B107732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B3387DFB-B138-E2E2-7E23-EB6522DC07DA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5D9B0E96-B646-8FBE-594B-F155B387FE97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AF24F202-DD7A-D2C8-E849-67E9FFCFE144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47996BEF-CCD0-88FA-3D86-7BB8CE7CBFC2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348A2578-A645-5926-6876-0E0F88F7FAC7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7EE5E62E-30AA-7C44-3EB1-D8F7C719EE59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C636688B-2936-3E6A-B798-5FAEE4CDF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6C57C398-4C6F-EDB2-5FA9-387047189C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7241E9B3-1D00-2BE5-9390-8ADE6E7A5C5D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94B7C345-FF16-50D3-3C4A-22EE42D8268B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55A380F8-20C3-5E7C-353E-7A0D7D59294A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060E02CB-75F7-7077-570E-FE2784B4F29D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27908BDD-9DC7-D6BC-01A2-54D8BDDDB2F7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EC0DE2A1-DD4D-8515-5FE3-C97BE712E8B7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56A6F2D5-B1EF-FB9F-28C7-690148285949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9CF41600-EFC2-7FD2-09B3-E8DB18EE8237}"/>
              </a:ext>
            </a:extLst>
          </p:cNvPr>
          <p:cNvGrpSpPr/>
          <p:nvPr/>
        </p:nvGrpSpPr>
        <p:grpSpPr>
          <a:xfrm flipH="1">
            <a:off x="4938501" y="4232908"/>
            <a:ext cx="572842" cy="843164"/>
            <a:chOff x="5052362" y="2641556"/>
            <a:chExt cx="572842" cy="843164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93925FA1-5BED-DC4C-676F-25DA18D782C3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87FC9BD7-4C80-F35E-75C4-D3A6D2C6AFDA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839BD518-DE15-6E79-43B0-D5A0A187E2D5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EB699103-2030-3AD1-307B-E0F613DD7DD9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86E6C001-B11D-88BC-F8A9-E708AD24ED9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E0E2CA27-C50D-6A10-FE37-EFDF3C2A446A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EAD1AD27-F831-54A1-454C-0FEE43A84486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F9382BC0-EE6C-B285-6C86-E151DB18933C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9D880106-39DA-B566-0A30-435B451684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308244D5-F84D-D93E-AC5D-CE416B35EC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41C787D4-0DC6-6583-8367-EACBB0EDD7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E448691D-0FA1-6BA3-F02C-B0C75C59840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CD5CD589-BF50-BD12-3B4B-54E0A04266F8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CB247DDA-D3F1-155E-CA62-6AC53309C59F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42BF0DE9-ABF4-65B0-38FD-B98D6EBB6EAA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7E621580-181F-686E-E404-24036BE79D63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C8D76958-CD46-2831-C37E-31EBBAFF59F2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6B256C7B-1E47-FAA8-076D-1C45B3C795D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57215" y="2641556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4083A67C-01FB-5B78-6A2E-21487583C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7E00CC78-653E-1485-A127-7D6E6170ADF3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5002D5AC-2F51-D89A-E3CD-919CF51613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EC3A8FBC-24A5-5463-D885-95756E8436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B852B302-E652-3D3D-6F8B-50B9C16E1694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488960F5-14C2-1D25-81A0-D5E879328FF7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8E083491-6773-E2A4-ECEF-727A5F632EE2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84" name="Téglalap 83">
            <a:extLst>
              <a:ext uri="{FF2B5EF4-FFF2-40B4-BE49-F238E27FC236}">
                <a16:creationId xmlns:a16="http://schemas.microsoft.com/office/drawing/2014/main" id="{C04E0EAE-9405-6D8C-7F66-7CBE577D6DFC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5" name="Csoportba foglalás 84">
            <a:extLst>
              <a:ext uri="{FF2B5EF4-FFF2-40B4-BE49-F238E27FC236}">
                <a16:creationId xmlns:a16="http://schemas.microsoft.com/office/drawing/2014/main" id="{316F3F6E-B18E-94D7-5B83-6FFC80C72B18}"/>
              </a:ext>
            </a:extLst>
          </p:cNvPr>
          <p:cNvGrpSpPr/>
          <p:nvPr/>
        </p:nvGrpSpPr>
        <p:grpSpPr>
          <a:xfrm>
            <a:off x="6554676" y="4010943"/>
            <a:ext cx="188941" cy="291754"/>
            <a:chOff x="6019780" y="4023344"/>
            <a:chExt cx="188941" cy="291754"/>
          </a:xfrm>
        </p:grpSpPr>
        <p:sp>
          <p:nvSpPr>
            <p:cNvPr id="86" name="Henger 85">
              <a:extLst>
                <a:ext uri="{FF2B5EF4-FFF2-40B4-BE49-F238E27FC236}">
                  <a16:creationId xmlns:a16="http://schemas.microsoft.com/office/drawing/2014/main" id="{DF0E23BC-ABCA-06F7-8D08-2C2E984C93E3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7" name="Csoportba foglalás 86">
              <a:extLst>
                <a:ext uri="{FF2B5EF4-FFF2-40B4-BE49-F238E27FC236}">
                  <a16:creationId xmlns:a16="http://schemas.microsoft.com/office/drawing/2014/main" id="{5F3E24E6-ED52-2F7C-E887-8DF089F65C69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89" name="Ellipszis 88">
                <a:extLst>
                  <a:ext uri="{FF2B5EF4-FFF2-40B4-BE49-F238E27FC236}">
                    <a16:creationId xmlns:a16="http://schemas.microsoft.com/office/drawing/2014/main" id="{71FF9830-3CFA-ADB9-EED2-D29816AF4E0B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Ellipszis 89">
                <a:extLst>
                  <a:ext uri="{FF2B5EF4-FFF2-40B4-BE49-F238E27FC236}">
                    <a16:creationId xmlns:a16="http://schemas.microsoft.com/office/drawing/2014/main" id="{AEE36112-0405-46E4-C98A-0FF2256D4133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78694132-6C6F-8A25-2397-8CA427D38D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67DACCE4-8E6D-73C2-19F3-E3093068FA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3" name="Egyenes összekötő 92">
                <a:extLst>
                  <a:ext uri="{FF2B5EF4-FFF2-40B4-BE49-F238E27FC236}">
                    <a16:creationId xmlns:a16="http://schemas.microsoft.com/office/drawing/2014/main" id="{5AAFC352-B66B-2B7C-7186-38D6BFF2A7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4" name="Egyenes összekötő 93">
                <a:extLst>
                  <a:ext uri="{FF2B5EF4-FFF2-40B4-BE49-F238E27FC236}">
                    <a16:creationId xmlns:a16="http://schemas.microsoft.com/office/drawing/2014/main" id="{57F6F9B1-D97B-8A36-7728-C3018FBDC11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8FCEF38C-BE01-4D6D-3CFA-3311BB888B3F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8" name="Téglalap 87">
              <a:extLst>
                <a:ext uri="{FF2B5EF4-FFF2-40B4-BE49-F238E27FC236}">
                  <a16:creationId xmlns:a16="http://schemas.microsoft.com/office/drawing/2014/main" id="{CD36294E-3558-D498-8C48-70BE219C616D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96" name="Téglalap 95">
            <a:extLst>
              <a:ext uri="{FF2B5EF4-FFF2-40B4-BE49-F238E27FC236}">
                <a16:creationId xmlns:a16="http://schemas.microsoft.com/office/drawing/2014/main" id="{8C672E02-7442-CF90-B785-5E571D8ADA09}"/>
              </a:ext>
            </a:extLst>
          </p:cNvPr>
          <p:cNvSpPr/>
          <p:nvPr/>
        </p:nvSpPr>
        <p:spPr>
          <a:xfrm>
            <a:off x="6726931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7" name="Csoportba foglalás 96">
            <a:extLst>
              <a:ext uri="{FF2B5EF4-FFF2-40B4-BE49-F238E27FC236}">
                <a16:creationId xmlns:a16="http://schemas.microsoft.com/office/drawing/2014/main" id="{5AD4A056-90F5-85C6-FB39-90AA6D348DE7}"/>
              </a:ext>
            </a:extLst>
          </p:cNvPr>
          <p:cNvGrpSpPr/>
          <p:nvPr/>
        </p:nvGrpSpPr>
        <p:grpSpPr>
          <a:xfrm flipH="1">
            <a:off x="6034321" y="4048182"/>
            <a:ext cx="167010" cy="267276"/>
            <a:chOff x="3714334" y="2820709"/>
            <a:chExt cx="313655" cy="597856"/>
          </a:xfrm>
        </p:grpSpPr>
        <p:grpSp>
          <p:nvGrpSpPr>
            <p:cNvPr id="98" name="Csoportba foglalás 97">
              <a:extLst>
                <a:ext uri="{FF2B5EF4-FFF2-40B4-BE49-F238E27FC236}">
                  <a16:creationId xmlns:a16="http://schemas.microsoft.com/office/drawing/2014/main" id="{86ED636E-4BA9-5BC1-D63E-E095B04C655B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01" name="Henger 100">
                <a:extLst>
                  <a:ext uri="{FF2B5EF4-FFF2-40B4-BE49-F238E27FC236}">
                    <a16:creationId xmlns:a16="http://schemas.microsoft.com/office/drawing/2014/main" id="{156836F1-EBA8-1BD9-ADBF-0C58E873638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C89BE1B1-4319-F2FF-6531-8A8C6DD1B4F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27A9F0B9-5EDD-159D-10E5-FB1ABFD136C7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5F95C682-413D-4A44-E267-EFFC2FB398D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C2055D7F-B230-EEB4-B0E3-546568D1C8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9D32203F-0CE2-AB8B-FDFB-99A23604A61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7" name="Egyenes összekötő 106">
                <a:extLst>
                  <a:ext uri="{FF2B5EF4-FFF2-40B4-BE49-F238E27FC236}">
                    <a16:creationId xmlns:a16="http://schemas.microsoft.com/office/drawing/2014/main" id="{394B0578-BE74-B580-5F4F-D4F4AFD87E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8" name="Egyenes összekötő 107">
                <a:extLst>
                  <a:ext uri="{FF2B5EF4-FFF2-40B4-BE49-F238E27FC236}">
                    <a16:creationId xmlns:a16="http://schemas.microsoft.com/office/drawing/2014/main" id="{D0F68769-FD5E-4E99-7363-4CA806F427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9" name="Ellipszis 108">
                <a:extLst>
                  <a:ext uri="{FF2B5EF4-FFF2-40B4-BE49-F238E27FC236}">
                    <a16:creationId xmlns:a16="http://schemas.microsoft.com/office/drawing/2014/main" id="{3D47741D-186B-2B52-3555-783FA2BE8B6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9" name="Egyenes összekötő 98">
              <a:extLst>
                <a:ext uri="{FF2B5EF4-FFF2-40B4-BE49-F238E27FC236}">
                  <a16:creationId xmlns:a16="http://schemas.microsoft.com/office/drawing/2014/main" id="{22C1E599-6044-3282-3EBE-1079176AD6F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A4BA445D-1C7D-D567-F9EB-96E2B604DB4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17644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DC413959-1A13-7485-23BB-BCA5A408E530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A85D6C20-5EA0-3EA8-4E6A-7AC449E76F53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07D7738A-5C89-C07C-593D-4EF17F9875A0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456D35B4-3357-8FD7-2B6A-F8F2CDD1F2C5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AE53B13E-83F9-B585-96AD-F670F5B21712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C86C2354-D69C-3C6B-1CD9-267A61B1228F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574F7E52-328A-1DA5-D515-ED6F46A08973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0BAE5D8D-0178-29BC-1205-933D63811384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B97DECA4-35F5-9270-1C1C-C9509FAEA6BD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398AE95D-E54F-3FBD-AA56-96DCDAB33D6A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F61D9524-90B1-B753-EFDB-C3E5073443B5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2A4990C7-4AE9-748E-2F9C-A154DD8AE071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C3D40470-A06D-C9F3-E7EB-70F56C887F80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7A5BA275-DC51-F6CE-388E-D454B6AC9F7C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C00DE417-A349-E97A-4A63-286941380E0E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06540ABE-C682-8E77-1831-9C91C2502C8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C2AC79A1-283D-2792-C187-AFD1649C7E2A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23814C64-CBCF-F046-E7D5-B8381F5BF9AC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B034260D-B303-9202-34B4-B111E3C5B747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B34B0A79-EB2E-47B6-3A04-3947C3CA7309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E22C46A6-561F-0847-968B-7A8ADA6E4BAF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81CA4EE7-A207-7F28-B6AF-28B617256F6A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D3507ACF-4DF1-51F2-54EC-A3F47115FCAD}"/>
              </a:ext>
            </a:extLst>
          </p:cNvPr>
          <p:cNvSpPr/>
          <p:nvPr/>
        </p:nvSpPr>
        <p:spPr>
          <a:xfrm rot="8145244">
            <a:off x="10954780" y="-86785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F0E8F891-B8EF-FFA2-7BC4-F01A3E7A3D6E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5DFC8E8D-E25C-CB52-1818-473CA9D84D6E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94F0E6F6-0F06-3844-FE6B-C21905BAC2E6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96AAF4D2-E55B-2340-9414-1CCC663CC00D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B6D01AF8-A8CF-0C73-FAC1-D275B63486F7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1F5C582D-8049-61C7-720A-4049432B9C94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7B29124A-8E40-D0FA-9E90-5E9BD22AE4C3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097070AB-C676-8B59-663F-8F1C446F1682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E0732EE1-A6F2-8AA4-A69A-A71A0D069C11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39BBB89B-AE06-17DC-C70E-9D2CF3A99ACF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EEF4EED9-EFA5-9D67-8F32-516671AE73AC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CA3A4E4B-90D2-B5C1-511F-6ABB79332767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891CB68E-5DFF-470B-727C-AEA4D9A9B85E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9F9C649F-7968-B946-4EBA-A8E1CFECCCD0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19D2E7DC-440B-9164-95EF-23F88A68E4FB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41BC6B72-F5AD-3451-009F-D18B4F4EA1E2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D7B9DEE1-EEC1-365B-5F51-69C83ACC2BE4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51216A51-D306-75BD-FC33-E6C880736211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AFC5E4A3-F35B-26E1-C729-DD276BAB49B7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77A34DD3-47C7-E9D2-603F-7DC3DE3DA853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B342E587-EF2A-01EB-CC8B-D0881DC13105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48037578-1204-9918-FEA4-AC184508571D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E2535700-53A0-5968-1F37-454F365CED0D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D81DB7AE-08E4-15AA-03F0-5450A60D23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CFD6EB52-38F1-0789-117C-B5746C4B08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5EDE7F08-A97A-A0DA-CCE3-6053C7FD1B33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732DDE84-B558-89EA-2DCB-F93968A05427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7F12B945-EB33-2705-31AA-4FA0AB708B3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8DBEF4E3-D2C8-DEA9-B8F9-CF17DC19D891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59FF336B-BA6A-6AB3-46C7-A7C72158713C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B15554F1-BBAF-F14F-0F7A-A5524686EA54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B23FCC17-DC56-644E-F829-250C42417C48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7FD40F0E-681A-7CAE-91A2-75A83FAE0809}"/>
              </a:ext>
            </a:extLst>
          </p:cNvPr>
          <p:cNvGrpSpPr/>
          <p:nvPr/>
        </p:nvGrpSpPr>
        <p:grpSpPr>
          <a:xfrm flipH="1">
            <a:off x="5024226" y="4124738"/>
            <a:ext cx="572842" cy="846559"/>
            <a:chOff x="5052362" y="2638161"/>
            <a:chExt cx="572842" cy="846559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3D13566D-3620-CB95-06CA-58C0FFA44AF8}"/>
                </a:ext>
              </a:extLst>
            </p:cNvPr>
            <p:cNvGrpSpPr/>
            <p:nvPr/>
          </p:nvGrpSpPr>
          <p:grpSpPr>
            <a:xfrm>
              <a:off x="5105025" y="2758094"/>
              <a:ext cx="520179" cy="726626"/>
              <a:chOff x="3714429" y="2858465"/>
              <a:chExt cx="520179" cy="726626"/>
            </a:xfrm>
          </p:grpSpPr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527673AD-98BA-5FD1-BEAA-4939428DD701}"/>
                  </a:ext>
                </a:extLst>
              </p:cNvPr>
              <p:cNvSpPr/>
              <p:nvPr/>
            </p:nvSpPr>
            <p:spPr>
              <a:xfrm rot="18591660">
                <a:off x="3605966" y="3269336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2759E4F0-B48C-3DB3-5C6F-37E92C89ACC1}"/>
                  </a:ext>
                </a:extLst>
              </p:cNvPr>
              <p:cNvSpPr/>
              <p:nvPr/>
            </p:nvSpPr>
            <p:spPr>
              <a:xfrm rot="16613422">
                <a:off x="3721814" y="3437183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24D88B8B-8AA3-3788-95F6-77DA8DD18007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E011F71A-4F49-6282-2BBF-65BBE386554B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4E65C7F2-5E58-2A36-F456-F27C1744CE03}"/>
                  </a:ext>
                </a:extLst>
              </p:cNvPr>
              <p:cNvSpPr/>
              <p:nvPr/>
            </p:nvSpPr>
            <p:spPr>
              <a:xfrm rot="16200000">
                <a:off x="3843805" y="3441091"/>
                <a:ext cx="216000" cy="7200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8E9EB872-70E4-864F-4CDF-59698F3E185C}"/>
                  </a:ext>
                </a:extLst>
              </p:cNvPr>
              <p:cNvSpPr/>
              <p:nvPr/>
            </p:nvSpPr>
            <p:spPr>
              <a:xfrm rot="1579643">
                <a:off x="3947080" y="3250447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9CE851C2-5E13-40B3-4EA6-873A2C59522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35664177-0B0E-9F35-A4A9-D646F723043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6091" y="2858465"/>
                <a:ext cx="7441" cy="53819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3BE77C31-CCE8-17EE-B466-9F719B2292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60320B48-DF29-1721-4032-6721F363586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76821" y="2888058"/>
                <a:ext cx="21967" cy="70638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82565A17-11AC-CB58-422A-D2CF59089F6F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0" name="Ellipszis 59">
              <a:extLst>
                <a:ext uri="{FF2B5EF4-FFF2-40B4-BE49-F238E27FC236}">
                  <a16:creationId xmlns:a16="http://schemas.microsoft.com/office/drawing/2014/main" id="{1F5EDA2B-AD97-D311-6FE3-FA067D882D6C}"/>
                </a:ext>
              </a:extLst>
            </p:cNvPr>
            <p:cNvSpPr/>
            <p:nvPr/>
          </p:nvSpPr>
          <p:spPr>
            <a:xfrm flipV="1">
              <a:off x="5297079" y="288169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Ellipszis 60">
              <a:extLst>
                <a:ext uri="{FF2B5EF4-FFF2-40B4-BE49-F238E27FC236}">
                  <a16:creationId xmlns:a16="http://schemas.microsoft.com/office/drawing/2014/main" id="{D3844E4F-4668-8822-C005-C9ACAE8891D9}"/>
                </a:ext>
              </a:extLst>
            </p:cNvPr>
            <p:cNvSpPr/>
            <p:nvPr/>
          </p:nvSpPr>
          <p:spPr>
            <a:xfrm flipV="1">
              <a:off x="5199238" y="288251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Ív 61">
              <a:extLst>
                <a:ext uri="{FF2B5EF4-FFF2-40B4-BE49-F238E27FC236}">
                  <a16:creationId xmlns:a16="http://schemas.microsoft.com/office/drawing/2014/main" id="{9B920C3D-55F0-2652-6C91-12E8E763B518}"/>
                </a:ext>
              </a:extLst>
            </p:cNvPr>
            <p:cNvSpPr/>
            <p:nvPr/>
          </p:nvSpPr>
          <p:spPr>
            <a:xfrm rot="7808565">
              <a:off x="5155957" y="2860021"/>
              <a:ext cx="238282" cy="230007"/>
            </a:xfrm>
            <a:prstGeom prst="arc">
              <a:avLst/>
            </a:prstGeom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Ellipszis 62">
              <a:extLst>
                <a:ext uri="{FF2B5EF4-FFF2-40B4-BE49-F238E27FC236}">
                  <a16:creationId xmlns:a16="http://schemas.microsoft.com/office/drawing/2014/main" id="{5E444FF0-0588-497B-2338-E24BF098A6EE}"/>
                </a:ext>
              </a:extLst>
            </p:cNvPr>
            <p:cNvSpPr/>
            <p:nvPr/>
          </p:nvSpPr>
          <p:spPr>
            <a:xfrm rot="4777677">
              <a:off x="5325863" y="337209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4" name="Ellipszis 63">
              <a:extLst>
                <a:ext uri="{FF2B5EF4-FFF2-40B4-BE49-F238E27FC236}">
                  <a16:creationId xmlns:a16="http://schemas.microsoft.com/office/drawing/2014/main" id="{098FE8EB-3D28-8F7D-70C7-79225167AB6D}"/>
                </a:ext>
              </a:extLst>
            </p:cNvPr>
            <p:cNvSpPr/>
            <p:nvPr/>
          </p:nvSpPr>
          <p:spPr>
            <a:xfrm rot="4777677">
              <a:off x="5211105" y="3393041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5" name="Kép 64">
              <a:extLst>
                <a:ext uri="{FF2B5EF4-FFF2-40B4-BE49-F238E27FC236}">
                  <a16:creationId xmlns:a16="http://schemas.microsoft.com/office/drawing/2014/main" id="{44D3E323-2EAD-47BE-FEB6-F62A33E78C2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15377">
              <a:off x="5145710" y="2638161"/>
              <a:ext cx="304599" cy="304599"/>
            </a:xfrm>
            <a:prstGeom prst="rect">
              <a:avLst/>
            </a:prstGeom>
          </p:spPr>
        </p:pic>
        <p:pic>
          <p:nvPicPr>
            <p:cNvPr id="66" name="Picture 2" descr="Forráskép megtekintése">
              <a:extLst>
                <a:ext uri="{FF2B5EF4-FFF2-40B4-BE49-F238E27FC236}">
                  <a16:creationId xmlns:a16="http://schemas.microsoft.com/office/drawing/2014/main" id="{C4EF974B-DEE3-8FDC-8F2B-99C61FD710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4127" y="3094798"/>
              <a:ext cx="143923" cy="1679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Csillag: 4 ágú 66">
              <a:extLst>
                <a:ext uri="{FF2B5EF4-FFF2-40B4-BE49-F238E27FC236}">
                  <a16:creationId xmlns:a16="http://schemas.microsoft.com/office/drawing/2014/main" id="{64A83EE1-10C9-A0C3-7BF2-E05F9E82E6F8}"/>
                </a:ext>
              </a:extLst>
            </p:cNvPr>
            <p:cNvSpPr/>
            <p:nvPr/>
          </p:nvSpPr>
          <p:spPr>
            <a:xfrm>
              <a:off x="5317432" y="2859075"/>
              <a:ext cx="102873" cy="79251"/>
            </a:xfrm>
            <a:prstGeom prst="star4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68" name="Picture 8" descr="Forráskép megtekintése">
              <a:extLst>
                <a:ext uri="{FF2B5EF4-FFF2-40B4-BE49-F238E27FC236}">
                  <a16:creationId xmlns:a16="http://schemas.microsoft.com/office/drawing/2014/main" id="{80CF1F1A-2193-5A68-2033-D688CEF5AE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ackgroundRemoval t="8458" b="89884" l="10000" r="90000">
                          <a14:foregroundMark x1="11744" y1="8458" x2="22326" y2="16915"/>
                          <a14:foregroundMark x1="22326" y1="16915" x2="35349" y2="21725"/>
                          <a14:foregroundMark x1="35349" y1="21725" x2="56977" y2="42952"/>
                          <a14:foregroundMark x1="56977" y1="42952" x2="64070" y2="43947"/>
                          <a14:foregroundMark x1="64070" y1="43947" x2="65000" y2="31343"/>
                          <a14:foregroundMark x1="65000" y1="31343" x2="53023" y2="56053"/>
                          <a14:foregroundMark x1="53023" y1="56053" x2="51279" y2="72803"/>
                          <a14:foregroundMark x1="51279" y1="72803" x2="51744" y2="63847"/>
                          <a14:foregroundMark x1="51744" y1="63847" x2="48837" y2="53566"/>
                          <a14:foregroundMark x1="48837" y1="53566" x2="45930" y2="66998"/>
                          <a14:foregroundMark x1="45930" y1="66998" x2="39767" y2="46269"/>
                          <a14:foregroundMark x1="39767" y1="46269" x2="63953" y2="59867"/>
                          <a14:foregroundMark x1="63953" y1="59867" x2="52674" y2="52239"/>
                          <a14:foregroundMark x1="52674" y1="52239" x2="49535" y2="42454"/>
                          <a14:foregroundMark x1="49535" y1="42454" x2="58140" y2="46932"/>
                          <a14:foregroundMark x1="58140" y1="46932" x2="54070" y2="57546"/>
                          <a14:foregroundMark x1="54070" y1="57546" x2="48023" y2="57877"/>
                          <a14:foregroundMark x1="48023" y1="57877" x2="41163" y2="49917"/>
                          <a14:foregroundMark x1="41163" y1="49917" x2="43372" y2="35987"/>
                          <a14:foregroundMark x1="43372" y1="35987" x2="54070" y2="29022"/>
                          <a14:foregroundMark x1="75465" y1="47927" x2="66279" y2="56219"/>
                          <a14:foregroundMark x1="65814" y1="74959" x2="78256" y2="81758"/>
                          <a14:foregroundMark x1="78256" y1="81758" x2="78488" y2="82255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52362" y="3204725"/>
              <a:ext cx="112542" cy="78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" name="Egyenes összekötő 68">
              <a:extLst>
                <a:ext uri="{FF2B5EF4-FFF2-40B4-BE49-F238E27FC236}">
                  <a16:creationId xmlns:a16="http://schemas.microsoft.com/office/drawing/2014/main" id="{65178E2C-A6E0-838C-7564-F0512EC0C8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5685" y="3193674"/>
              <a:ext cx="43390" cy="66965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70" name="Szabadkézi sokszög: alakzat 69">
              <a:extLst>
                <a:ext uri="{FF2B5EF4-FFF2-40B4-BE49-F238E27FC236}">
                  <a16:creationId xmlns:a16="http://schemas.microsoft.com/office/drawing/2014/main" id="{A73DFAAB-0099-7E4E-9FC6-96629DC7B163}"/>
                </a:ext>
              </a:extLst>
            </p:cNvPr>
            <p:cNvSpPr/>
            <p:nvPr/>
          </p:nvSpPr>
          <p:spPr>
            <a:xfrm>
              <a:off x="5227049" y="2978941"/>
              <a:ext cx="121444" cy="26194"/>
            </a:xfrm>
            <a:custGeom>
              <a:avLst/>
              <a:gdLst>
                <a:gd name="connsiteX0" fmla="*/ 0 w 121444"/>
                <a:gd name="connsiteY0" fmla="*/ 7144 h 26194"/>
                <a:gd name="connsiteX1" fmla="*/ 11906 w 121444"/>
                <a:gd name="connsiteY1" fmla="*/ 14288 h 26194"/>
                <a:gd name="connsiteX2" fmla="*/ 19050 w 121444"/>
                <a:gd name="connsiteY2" fmla="*/ 19050 h 26194"/>
                <a:gd name="connsiteX3" fmla="*/ 33338 w 121444"/>
                <a:gd name="connsiteY3" fmla="*/ 23813 h 26194"/>
                <a:gd name="connsiteX4" fmla="*/ 40481 w 121444"/>
                <a:gd name="connsiteY4" fmla="*/ 26194 h 26194"/>
                <a:gd name="connsiteX5" fmla="*/ 97631 w 121444"/>
                <a:gd name="connsiteY5" fmla="*/ 23813 h 26194"/>
                <a:gd name="connsiteX6" fmla="*/ 104775 w 121444"/>
                <a:gd name="connsiteY6" fmla="*/ 21431 h 26194"/>
                <a:gd name="connsiteX7" fmla="*/ 111919 w 121444"/>
                <a:gd name="connsiteY7" fmla="*/ 14288 h 26194"/>
                <a:gd name="connsiteX8" fmla="*/ 121444 w 121444"/>
                <a:gd name="connsiteY8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444" h="26194">
                  <a:moveTo>
                    <a:pt x="0" y="7144"/>
                  </a:moveTo>
                  <a:cubicBezTo>
                    <a:pt x="3969" y="9525"/>
                    <a:pt x="7981" y="11835"/>
                    <a:pt x="11906" y="14288"/>
                  </a:cubicBezTo>
                  <a:cubicBezTo>
                    <a:pt x="14333" y="15805"/>
                    <a:pt x="16435" y="17888"/>
                    <a:pt x="19050" y="19050"/>
                  </a:cubicBezTo>
                  <a:cubicBezTo>
                    <a:pt x="23638" y="21089"/>
                    <a:pt x="28575" y="22225"/>
                    <a:pt x="33338" y="23813"/>
                  </a:cubicBezTo>
                  <a:lnTo>
                    <a:pt x="40481" y="26194"/>
                  </a:lnTo>
                  <a:cubicBezTo>
                    <a:pt x="59531" y="25400"/>
                    <a:pt x="78617" y="25222"/>
                    <a:pt x="97631" y="23813"/>
                  </a:cubicBezTo>
                  <a:cubicBezTo>
                    <a:pt x="100134" y="23628"/>
                    <a:pt x="102686" y="22823"/>
                    <a:pt x="104775" y="21431"/>
                  </a:cubicBezTo>
                  <a:cubicBezTo>
                    <a:pt x="107577" y="19563"/>
                    <a:pt x="109852" y="16946"/>
                    <a:pt x="111919" y="14288"/>
                  </a:cubicBezTo>
                  <a:cubicBezTo>
                    <a:pt x="115433" y="9770"/>
                    <a:pt x="121444" y="0"/>
                    <a:pt x="121444" y="0"/>
                  </a:cubicBezTo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45483A77-E139-AF10-13E1-002264DB2BAB}"/>
                </a:ext>
              </a:extLst>
            </p:cNvPr>
            <p:cNvSpPr/>
            <p:nvPr/>
          </p:nvSpPr>
          <p:spPr>
            <a:xfrm rot="1225145">
              <a:off x="5402748" y="3106984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B678948C-F0DD-750F-CF33-5766AE84B5F3}"/>
                </a:ext>
              </a:extLst>
            </p:cNvPr>
            <p:cNvSpPr/>
            <p:nvPr/>
          </p:nvSpPr>
          <p:spPr>
            <a:xfrm rot="7831794">
              <a:off x="5096568" y="3130723"/>
              <a:ext cx="93768" cy="45719"/>
            </a:xfrm>
            <a:prstGeom prst="ellipse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84" name="Téglalap 83">
            <a:extLst>
              <a:ext uri="{FF2B5EF4-FFF2-40B4-BE49-F238E27FC236}">
                <a16:creationId xmlns:a16="http://schemas.microsoft.com/office/drawing/2014/main" id="{168141BE-7550-7069-D7C4-78E2B9B736F9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5" name="Csoportba foglalás 84">
            <a:extLst>
              <a:ext uri="{FF2B5EF4-FFF2-40B4-BE49-F238E27FC236}">
                <a16:creationId xmlns:a16="http://schemas.microsoft.com/office/drawing/2014/main" id="{74FD1FCE-F896-400F-467B-4C247721CDDE}"/>
              </a:ext>
            </a:extLst>
          </p:cNvPr>
          <p:cNvGrpSpPr/>
          <p:nvPr/>
        </p:nvGrpSpPr>
        <p:grpSpPr>
          <a:xfrm>
            <a:off x="6592776" y="4010943"/>
            <a:ext cx="188941" cy="291754"/>
            <a:chOff x="6019780" y="4023344"/>
            <a:chExt cx="188941" cy="291754"/>
          </a:xfrm>
        </p:grpSpPr>
        <p:sp>
          <p:nvSpPr>
            <p:cNvPr id="86" name="Henger 85">
              <a:extLst>
                <a:ext uri="{FF2B5EF4-FFF2-40B4-BE49-F238E27FC236}">
                  <a16:creationId xmlns:a16="http://schemas.microsoft.com/office/drawing/2014/main" id="{71E0402F-BC69-CA1E-DB61-4DC4A04925C9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7" name="Csoportba foglalás 86">
              <a:extLst>
                <a:ext uri="{FF2B5EF4-FFF2-40B4-BE49-F238E27FC236}">
                  <a16:creationId xmlns:a16="http://schemas.microsoft.com/office/drawing/2014/main" id="{E7546F4B-527C-04BE-CBDF-E1D8CA739415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89" name="Ellipszis 88">
                <a:extLst>
                  <a:ext uri="{FF2B5EF4-FFF2-40B4-BE49-F238E27FC236}">
                    <a16:creationId xmlns:a16="http://schemas.microsoft.com/office/drawing/2014/main" id="{25D88B82-F15D-7722-9734-EF83582587AC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Ellipszis 89">
                <a:extLst>
                  <a:ext uri="{FF2B5EF4-FFF2-40B4-BE49-F238E27FC236}">
                    <a16:creationId xmlns:a16="http://schemas.microsoft.com/office/drawing/2014/main" id="{4022DAC0-583D-DCFC-FC70-7108CA9EB9D0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0E7EE23E-AC21-F403-E384-07AE4A9C5D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6324F1E6-D3AD-4B52-575F-8E9B8C079CA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3" name="Egyenes összekötő 92">
                <a:extLst>
                  <a:ext uri="{FF2B5EF4-FFF2-40B4-BE49-F238E27FC236}">
                    <a16:creationId xmlns:a16="http://schemas.microsoft.com/office/drawing/2014/main" id="{31649E71-5EE8-1DD5-6789-65C4FD57143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4" name="Egyenes összekötő 93">
                <a:extLst>
                  <a:ext uri="{FF2B5EF4-FFF2-40B4-BE49-F238E27FC236}">
                    <a16:creationId xmlns:a16="http://schemas.microsoft.com/office/drawing/2014/main" id="{E59553F7-29CA-A923-950E-9B071164A4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8C067A87-0189-889C-4870-F7E6A55E37A9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8" name="Téglalap 87">
              <a:extLst>
                <a:ext uri="{FF2B5EF4-FFF2-40B4-BE49-F238E27FC236}">
                  <a16:creationId xmlns:a16="http://schemas.microsoft.com/office/drawing/2014/main" id="{13CCE932-DD64-06D9-48E0-EC580861EE55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96" name="Téglalap 95">
            <a:extLst>
              <a:ext uri="{FF2B5EF4-FFF2-40B4-BE49-F238E27FC236}">
                <a16:creationId xmlns:a16="http://schemas.microsoft.com/office/drawing/2014/main" id="{A668FAFD-70AE-35BF-72CE-3250A567D870}"/>
              </a:ext>
            </a:extLst>
          </p:cNvPr>
          <p:cNvSpPr/>
          <p:nvPr/>
        </p:nvSpPr>
        <p:spPr>
          <a:xfrm>
            <a:off x="6726931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7" name="Csoportba foglalás 96">
            <a:extLst>
              <a:ext uri="{FF2B5EF4-FFF2-40B4-BE49-F238E27FC236}">
                <a16:creationId xmlns:a16="http://schemas.microsoft.com/office/drawing/2014/main" id="{7BB9C783-F4DF-30CF-8B0C-CE98E9C8D182}"/>
              </a:ext>
            </a:extLst>
          </p:cNvPr>
          <p:cNvGrpSpPr/>
          <p:nvPr/>
        </p:nvGrpSpPr>
        <p:grpSpPr>
          <a:xfrm flipH="1">
            <a:off x="6074801" y="4048182"/>
            <a:ext cx="167010" cy="267276"/>
            <a:chOff x="3714334" y="2820709"/>
            <a:chExt cx="313655" cy="597856"/>
          </a:xfrm>
        </p:grpSpPr>
        <p:grpSp>
          <p:nvGrpSpPr>
            <p:cNvPr id="98" name="Csoportba foglalás 97">
              <a:extLst>
                <a:ext uri="{FF2B5EF4-FFF2-40B4-BE49-F238E27FC236}">
                  <a16:creationId xmlns:a16="http://schemas.microsoft.com/office/drawing/2014/main" id="{C4682B02-70E7-7943-AD7B-0646A44DE038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01" name="Henger 100">
                <a:extLst>
                  <a:ext uri="{FF2B5EF4-FFF2-40B4-BE49-F238E27FC236}">
                    <a16:creationId xmlns:a16="http://schemas.microsoft.com/office/drawing/2014/main" id="{113EA3D7-14A6-9062-4BC7-841C8F41559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0945572E-73A6-4926-6A88-9A450AE64D2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6558D8AC-C660-4113-701A-D5364E246451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CF8FEACF-BD7D-ED25-0E03-B68E58A220F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72482057-90CA-9874-2EBE-CC7EA8972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EAF665F6-392D-E716-D841-CE5B530F26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7" name="Egyenes összekötő 106">
                <a:extLst>
                  <a:ext uri="{FF2B5EF4-FFF2-40B4-BE49-F238E27FC236}">
                    <a16:creationId xmlns:a16="http://schemas.microsoft.com/office/drawing/2014/main" id="{E6BE3854-27D1-F2F8-1DDF-BAB301D18D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8" name="Egyenes összekötő 107">
                <a:extLst>
                  <a:ext uri="{FF2B5EF4-FFF2-40B4-BE49-F238E27FC236}">
                    <a16:creationId xmlns:a16="http://schemas.microsoft.com/office/drawing/2014/main" id="{1194C62E-7A07-DC69-2864-7097A917444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9" name="Ellipszis 108">
                <a:extLst>
                  <a:ext uri="{FF2B5EF4-FFF2-40B4-BE49-F238E27FC236}">
                    <a16:creationId xmlns:a16="http://schemas.microsoft.com/office/drawing/2014/main" id="{A8590C68-F599-D184-B720-ECCEABAAEEC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9" name="Egyenes összekötő 98">
              <a:extLst>
                <a:ext uri="{FF2B5EF4-FFF2-40B4-BE49-F238E27FC236}">
                  <a16:creationId xmlns:a16="http://schemas.microsoft.com/office/drawing/2014/main" id="{B93B99F0-9AD6-3CC8-1E98-4BA70FE36C5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88464AD3-34B2-C71C-23D2-DE2313CA9A6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0" name="Téglalap 109">
            <a:extLst>
              <a:ext uri="{FF2B5EF4-FFF2-40B4-BE49-F238E27FC236}">
                <a16:creationId xmlns:a16="http://schemas.microsoft.com/office/drawing/2014/main" id="{AD0FF7C0-D384-ADE6-0DD7-994FC6F6939A}"/>
              </a:ext>
            </a:extLst>
          </p:cNvPr>
          <p:cNvSpPr/>
          <p:nvPr/>
        </p:nvSpPr>
        <p:spPr>
          <a:xfrm>
            <a:off x="6227621" y="3945750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pic>
        <p:nvPicPr>
          <p:cNvPr id="139" name="Kép 138">
            <a:extLst>
              <a:ext uri="{FF2B5EF4-FFF2-40B4-BE49-F238E27FC236}">
                <a16:creationId xmlns:a16="http://schemas.microsoft.com/office/drawing/2014/main" id="{C28DC9E6-36BA-E196-488A-FAEED901AA5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9916" b="89662" l="4852" r="90295">
                        <a14:foregroundMark x1="41983" y1="35865" x2="45570" y2="27426"/>
                        <a14:foregroundMark x1="12869" y1="59283" x2="5063" y2="63291"/>
                        <a14:foregroundMark x1="88819" y1="58650" x2="90295" y2="4409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884623" flipH="1">
            <a:off x="-6860549" y="1737144"/>
            <a:ext cx="304599" cy="3045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3440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F714F0C6-EF88-F222-84D5-E75272066BCA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85E8671B-6B2B-8F08-8606-4CA49B10A14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D07A9242-EA89-F083-3EEE-808E6604FD25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932E3919-0A11-04C7-1DD3-B4248AB338DB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0A6F2989-D661-2EB0-C7DB-D24242954966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9CDF4C0F-28B3-FA2F-ECE9-9B2DB400CE21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A6ACC553-508C-EA4B-1196-9B862B21072C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B67A8D93-CFED-88BB-6647-8DD8D1253C9E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EADD2EE4-3C4B-53E8-50FE-554804DB44F1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ECAF7E8D-B273-C216-7206-4F76512BD6C2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9DBDC8E5-FFB7-5D06-9A42-AB884471C40A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06E846F5-3F9B-1AF4-36A6-105A50E1807B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A7168489-C00B-6F7B-9301-08D1529E1F14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CC994042-43A5-8A61-9E06-CD60D84EBA2F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E71D4EBE-56BC-FB3C-0738-4F952E4B9C88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9469B394-7003-307D-2AF3-5CD787C6C5B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EDE6D7CE-275D-D21A-EE7C-3AD0B1FE2C48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B689876F-1F11-5C21-F07C-9CC5DAF882E6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DC4CDA86-7A8A-A913-2DA5-4526CDC22037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E1B113CB-AAB4-1B73-6A0E-8D0E1D8D89E4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DA9C29A2-7229-78B5-3742-609A7FF9A819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41B3A4F4-4E2D-6787-7151-14AFAF9EFBAA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034D2ED3-818B-0A09-596B-9689DA300FC4}"/>
              </a:ext>
            </a:extLst>
          </p:cNvPr>
          <p:cNvSpPr/>
          <p:nvPr/>
        </p:nvSpPr>
        <p:spPr>
          <a:xfrm rot="9260764">
            <a:off x="10586333" y="18929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B499F1B4-7B77-5E34-3937-09B0965837BF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55D96DE2-D864-2D69-F4F3-775A7BDD2D04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D3161962-A0E4-FB24-FF76-557909FFC1CF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20875621-0D64-6AA8-A1F2-8E557A331B21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4C95F62F-223B-849E-EEE2-E506215B94B7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0135E50F-2475-5CED-1EF9-E4C8A3C31368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F04DC0AC-DE5F-6374-B9D4-479E3E20C02F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37B6C78E-548E-A5E5-9E38-D382EC76CE49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4D3CF82F-8BC8-5F75-0B91-F68E51897C3C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1D7E7A53-C26A-8CBD-BE8E-273957AA9DC7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CA17153F-CD24-72A9-3FB6-EEE5B063E8F7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41CBB974-60B7-D1BA-8EAA-EBBF102C0562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182B9E65-D7A9-7994-6105-0E45C46EF276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F51B6F0A-4B65-F491-40E2-97F8BC5C68D3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C6830C43-8882-562E-641F-78295830939D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756CE6AB-05A1-AF6B-56BE-60C0A74BBC5B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B15F2115-3BD4-CA6F-0E06-93C544B540C5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712951CF-72A9-C235-AC26-44E8A585B1CE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A20DC8FE-AEA4-981D-FE46-1F08C4AB9507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BE0557C6-8BFC-2FEB-D22B-BF1DFA0406AA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45A0E832-143B-D4B0-5130-33A1872C960B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5BB25BC9-0F93-B2CD-C054-A6DA26C2BB93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46340A24-13DD-0BBC-60B2-BB94CED2FBA0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A5E1F818-6215-8BEC-3A0B-AC2CCA528D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894C7E99-6CD1-F7F8-3E58-3131701026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5715C184-FADD-12D4-0B80-62C5DD945B8E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6D9D55F7-D012-4A13-BF82-7B26E956CC5B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7CC48013-634A-B129-E3E9-E397391ABF50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F2657DE4-918A-66B2-0EB2-8A7B5820883D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06CDDA71-7A37-88E0-F4F1-C2FC2382DE10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88772A91-9609-137C-BD5C-CCD2435BF84C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3F02E44A-EA50-6B5B-C24F-1980647BE953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4" name="Téglalap 83">
            <a:extLst>
              <a:ext uri="{FF2B5EF4-FFF2-40B4-BE49-F238E27FC236}">
                <a16:creationId xmlns:a16="http://schemas.microsoft.com/office/drawing/2014/main" id="{2484F25A-8045-DA25-2F01-9AC2D2208DC6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5" name="Csoportba foglalás 84">
            <a:extLst>
              <a:ext uri="{FF2B5EF4-FFF2-40B4-BE49-F238E27FC236}">
                <a16:creationId xmlns:a16="http://schemas.microsoft.com/office/drawing/2014/main" id="{0046C47E-3A36-5C0E-C25F-54AE4DDF9752}"/>
              </a:ext>
            </a:extLst>
          </p:cNvPr>
          <p:cNvGrpSpPr/>
          <p:nvPr/>
        </p:nvGrpSpPr>
        <p:grpSpPr>
          <a:xfrm>
            <a:off x="6626116" y="4010943"/>
            <a:ext cx="188941" cy="291754"/>
            <a:chOff x="6019780" y="4023344"/>
            <a:chExt cx="188941" cy="291754"/>
          </a:xfrm>
        </p:grpSpPr>
        <p:sp>
          <p:nvSpPr>
            <p:cNvPr id="86" name="Henger 85">
              <a:extLst>
                <a:ext uri="{FF2B5EF4-FFF2-40B4-BE49-F238E27FC236}">
                  <a16:creationId xmlns:a16="http://schemas.microsoft.com/office/drawing/2014/main" id="{5310B714-9981-D143-79D8-609A6AB39F2E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7" name="Csoportba foglalás 86">
              <a:extLst>
                <a:ext uri="{FF2B5EF4-FFF2-40B4-BE49-F238E27FC236}">
                  <a16:creationId xmlns:a16="http://schemas.microsoft.com/office/drawing/2014/main" id="{6F071BC7-01D1-CBE1-9801-77B3A2BA86A9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89" name="Ellipszis 88">
                <a:extLst>
                  <a:ext uri="{FF2B5EF4-FFF2-40B4-BE49-F238E27FC236}">
                    <a16:creationId xmlns:a16="http://schemas.microsoft.com/office/drawing/2014/main" id="{F20E416D-46F5-8583-E159-1D44C9F6B674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Ellipszis 89">
                <a:extLst>
                  <a:ext uri="{FF2B5EF4-FFF2-40B4-BE49-F238E27FC236}">
                    <a16:creationId xmlns:a16="http://schemas.microsoft.com/office/drawing/2014/main" id="{347E0394-2814-6568-B4CC-DFEF04ABF358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5644D463-5FCD-A1BC-12A5-F6E20680F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3C29F9EB-3733-A229-9097-EF7E95BC186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3" name="Egyenes összekötő 92">
                <a:extLst>
                  <a:ext uri="{FF2B5EF4-FFF2-40B4-BE49-F238E27FC236}">
                    <a16:creationId xmlns:a16="http://schemas.microsoft.com/office/drawing/2014/main" id="{207A80C0-DC39-D5DE-8720-AAC6AEA8E3D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4" name="Egyenes összekötő 93">
                <a:extLst>
                  <a:ext uri="{FF2B5EF4-FFF2-40B4-BE49-F238E27FC236}">
                    <a16:creationId xmlns:a16="http://schemas.microsoft.com/office/drawing/2014/main" id="{2FDD2720-26D1-463C-E26E-0C25967415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DAA3923C-373F-87FE-BFC5-1DAD9278224C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8" name="Téglalap 87">
              <a:extLst>
                <a:ext uri="{FF2B5EF4-FFF2-40B4-BE49-F238E27FC236}">
                  <a16:creationId xmlns:a16="http://schemas.microsoft.com/office/drawing/2014/main" id="{C2390DC6-BA08-D4BC-A2DB-804414A8E99E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96" name="Téglalap 95">
            <a:extLst>
              <a:ext uri="{FF2B5EF4-FFF2-40B4-BE49-F238E27FC236}">
                <a16:creationId xmlns:a16="http://schemas.microsoft.com/office/drawing/2014/main" id="{C1D83863-342E-30B7-4C68-E5BF0D880661}"/>
              </a:ext>
            </a:extLst>
          </p:cNvPr>
          <p:cNvSpPr/>
          <p:nvPr/>
        </p:nvSpPr>
        <p:spPr>
          <a:xfrm>
            <a:off x="6726931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7" name="Csoportba foglalás 96">
            <a:extLst>
              <a:ext uri="{FF2B5EF4-FFF2-40B4-BE49-F238E27FC236}">
                <a16:creationId xmlns:a16="http://schemas.microsoft.com/office/drawing/2014/main" id="{101758E0-1F79-CCA3-1FB6-0CF97FEBFD07}"/>
              </a:ext>
            </a:extLst>
          </p:cNvPr>
          <p:cNvGrpSpPr/>
          <p:nvPr/>
        </p:nvGrpSpPr>
        <p:grpSpPr>
          <a:xfrm flipH="1">
            <a:off x="6136719" y="4048182"/>
            <a:ext cx="167010" cy="267276"/>
            <a:chOff x="3714334" y="2820709"/>
            <a:chExt cx="313655" cy="597856"/>
          </a:xfrm>
        </p:grpSpPr>
        <p:grpSp>
          <p:nvGrpSpPr>
            <p:cNvPr id="98" name="Csoportba foglalás 97">
              <a:extLst>
                <a:ext uri="{FF2B5EF4-FFF2-40B4-BE49-F238E27FC236}">
                  <a16:creationId xmlns:a16="http://schemas.microsoft.com/office/drawing/2014/main" id="{27A4790E-64E1-6064-DDD1-9AB0A561FA4D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01" name="Henger 100">
                <a:extLst>
                  <a:ext uri="{FF2B5EF4-FFF2-40B4-BE49-F238E27FC236}">
                    <a16:creationId xmlns:a16="http://schemas.microsoft.com/office/drawing/2014/main" id="{A087344F-6B2F-9428-0EE7-D31DA7F40C0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76BCF464-EA4F-07C1-B336-B5D0059E9F56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95D7BDBA-F0B0-08A5-B091-160200C5F47F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CBD49970-7F82-2F5F-FD0D-8ED53197CCC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F6AC229C-12EB-02C4-EEE2-965A753BA2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7960F2FF-EA09-389C-B629-202EBAE9A5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7" name="Egyenes összekötő 106">
                <a:extLst>
                  <a:ext uri="{FF2B5EF4-FFF2-40B4-BE49-F238E27FC236}">
                    <a16:creationId xmlns:a16="http://schemas.microsoft.com/office/drawing/2014/main" id="{86901591-88F3-613D-DB55-451E35E49B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8" name="Egyenes összekötő 107">
                <a:extLst>
                  <a:ext uri="{FF2B5EF4-FFF2-40B4-BE49-F238E27FC236}">
                    <a16:creationId xmlns:a16="http://schemas.microsoft.com/office/drawing/2014/main" id="{1ED5ABEE-EF2E-FD39-1AD4-7134F5C05E1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9" name="Ellipszis 108">
                <a:extLst>
                  <a:ext uri="{FF2B5EF4-FFF2-40B4-BE49-F238E27FC236}">
                    <a16:creationId xmlns:a16="http://schemas.microsoft.com/office/drawing/2014/main" id="{511136D8-3EB1-DF03-2B26-4A2475BF4C3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9" name="Egyenes összekötő 98">
              <a:extLst>
                <a:ext uri="{FF2B5EF4-FFF2-40B4-BE49-F238E27FC236}">
                  <a16:creationId xmlns:a16="http://schemas.microsoft.com/office/drawing/2014/main" id="{D40FACFF-BC4A-A7E4-ECA2-85BCB2D35CC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0" name="Egyenes összekötő 99">
              <a:extLst>
                <a:ext uri="{FF2B5EF4-FFF2-40B4-BE49-F238E27FC236}">
                  <a16:creationId xmlns:a16="http://schemas.microsoft.com/office/drawing/2014/main" id="{8C0FAC16-0865-105C-6411-E604E883A8F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0" name="Téglalap 109">
            <a:extLst>
              <a:ext uri="{FF2B5EF4-FFF2-40B4-BE49-F238E27FC236}">
                <a16:creationId xmlns:a16="http://schemas.microsoft.com/office/drawing/2014/main" id="{2EED655A-B19A-AD37-A1DF-29A4E93BAE83}"/>
              </a:ext>
            </a:extLst>
          </p:cNvPr>
          <p:cNvSpPr/>
          <p:nvPr/>
        </p:nvSpPr>
        <p:spPr>
          <a:xfrm>
            <a:off x="6227621" y="3945750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519089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142A4B03-6566-D4CF-08A6-EFBF81349982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12BDAC9C-C242-3D1D-56D1-047730BD8BAA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6D56043E-7D40-C81B-D1E2-AC33EE9A7452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FF0BF8BE-437B-5517-5EF9-79420774DF2B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55518A8D-0D1F-204E-01AD-AD11B703F42B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7E98A8CB-BAF3-229F-2215-EBB8D5EEBA12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FCB9BD7F-A5F4-A144-E676-A7F07DF8A996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0F28A910-FA66-32CB-CB28-1C77483D66CE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B27073F3-E40E-84DC-6664-797A6BF46975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ACECD882-058F-BBE9-5542-4FA6C61AE559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449449EC-8971-D7BA-8C60-1FA1CC76204F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A4284EBB-B4F2-74D7-E02D-059C47C793B3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7EA7F819-6C57-4D63-4C19-4CDE33B22C8B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935DF239-B7A0-2D8A-A815-125BE5EB22C8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4A61C890-AA7F-6DD7-B79E-3247A298D3E8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0968308F-FE1B-AB8F-549F-B34DEFCFC91F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2527372E-BB40-7364-28FB-367F73E621F4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2EE8050-25DC-EAFB-BFD1-736DFD083687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2DD82935-2DBD-7308-5E5E-C62F9EE2B4CB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C1204CF9-3515-60C3-52D5-E78EFCC7E041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44ACECD4-36ED-92FD-0170-AFAAD6107F3F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42B8FFB5-C759-0862-465B-589F47C9867A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D1A4FF21-F7B4-7DFC-2E60-6F6D2CAF89E5}"/>
              </a:ext>
            </a:extLst>
          </p:cNvPr>
          <p:cNvSpPr/>
          <p:nvPr/>
        </p:nvSpPr>
        <p:spPr>
          <a:xfrm rot="10646131">
            <a:off x="10045596" y="229250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6321EC5E-281E-D5CB-F314-3F7FEB21C21C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5CB8CD2D-E58A-7901-2D67-0700D7BC9749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E3303850-4C66-FD58-17C7-33739FA4FBA7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6478400E-063E-587C-7CD6-8ECE29018A63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780FF80D-3489-6AAF-02FA-BB0CEAC4D422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5B2FEC51-9EFA-EA30-E93F-B8BFF361A899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A88F8310-2F09-2D62-A048-F8F133A5885E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4BA88310-C5BF-986A-F1F6-2058DE910A48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06A24EF1-DF92-9007-B818-37BE65A01350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384CA7E6-AAFC-3F84-7E76-ACB5AEB77066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B4C8C4C2-DFC3-67BC-E86D-4FF0AAB31566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4D426010-93FE-3498-26EC-1CA90AECEF23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9BB8385A-2BAD-40CD-E40B-B17B1CD8D72B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2081B10A-B530-1C6D-B303-7BFF6F1D6D8F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ED8D0794-5803-8192-9BFB-BAE2CEEA4145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7AF8C909-FC32-3CC5-6154-B4056B1DDC0E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2665B047-7E1E-D4D6-C293-FD9D6A286C38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0BD13B19-48A9-8B09-7B99-6BA72835B252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D27F6E33-5A39-B702-97AF-BF09CF66D76C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1AB61704-7890-F080-0DB6-071A36123B0E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63A1ED33-C666-E87F-1C27-BCCABAAB9243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1546293E-694D-AB51-A10A-E158852C16EF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5BA5766E-93B0-B298-045F-B3DD0452E7A6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D045BF81-8D0D-A8C3-CCE5-266A5E3214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604BAD51-2C7E-7706-514B-243F778B9E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7FE9EDDE-DE22-1AA9-E772-263A521419CC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7E354514-FD37-B2F9-DC19-A94538CB1811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78999524-38CA-062F-E04D-390BF78C8DA7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7265F851-43AC-FF3A-42B3-6B2084194F13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E1B74E1D-7B2B-C5BF-1F7C-4BC98361FAEC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D8EE1275-7653-006C-4DEB-E2D7BD4E0A79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A083A48B-10EC-6870-0922-2ECF886E7FAC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EEB733BC-91CA-3C60-8655-93A0E445FD22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B6571896-938C-C587-6531-A27F4B89E6FE}"/>
              </a:ext>
            </a:extLst>
          </p:cNvPr>
          <p:cNvGrpSpPr/>
          <p:nvPr/>
        </p:nvGrpSpPr>
        <p:grpSpPr>
          <a:xfrm>
            <a:off x="666421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50520BD9-CFC5-E752-221D-EFA54F7B659A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8072C490-0867-5DA8-2787-4FB3191B7CBC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B9A197C6-81A2-7297-9854-AE7F2DE77632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58C00552-70BA-EA4B-DEC2-A312D00D589B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C43CC5B3-19B4-11F6-2B3D-24998D2C1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287E37C4-7CB9-25BB-586D-22A735E679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0615AF0E-CA84-FDA9-8C97-689F7EA4D2C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AB3F872B-07B3-F35E-4930-D44868B8D3D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3B27A111-6826-C745-50BB-7F9DA7BACCD9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5F45200B-3843-5B76-CC31-1528D70C0447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70" name="Téglalap 69">
            <a:extLst>
              <a:ext uri="{FF2B5EF4-FFF2-40B4-BE49-F238E27FC236}">
                <a16:creationId xmlns:a16="http://schemas.microsoft.com/office/drawing/2014/main" id="{D38874EC-631F-3CC2-5ABA-0DD79D724C4B}"/>
              </a:ext>
            </a:extLst>
          </p:cNvPr>
          <p:cNvSpPr/>
          <p:nvPr/>
        </p:nvSpPr>
        <p:spPr>
          <a:xfrm>
            <a:off x="6726931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1" name="Csoportba foglalás 70">
            <a:extLst>
              <a:ext uri="{FF2B5EF4-FFF2-40B4-BE49-F238E27FC236}">
                <a16:creationId xmlns:a16="http://schemas.microsoft.com/office/drawing/2014/main" id="{0DB19186-33FD-AADC-E94E-AEECE72E1D7C}"/>
              </a:ext>
            </a:extLst>
          </p:cNvPr>
          <p:cNvGrpSpPr/>
          <p:nvPr/>
        </p:nvGrpSpPr>
        <p:grpSpPr>
          <a:xfrm flipH="1">
            <a:off x="6174819" y="4048182"/>
            <a:ext cx="167010" cy="267276"/>
            <a:chOff x="3714334" y="2820709"/>
            <a:chExt cx="313655" cy="597856"/>
          </a:xfrm>
        </p:grpSpPr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83491C3F-90F8-D653-217F-FFC645138EB2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24115B06-33F5-5EFF-2854-7A90F7023CC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0A1E562B-3DF1-55D8-B1D0-C7CF6E3ABB6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B76A8EB1-8A04-AF98-E8F1-4B15762E9AD4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Ellipszis 77">
                <a:extLst>
                  <a:ext uri="{FF2B5EF4-FFF2-40B4-BE49-F238E27FC236}">
                    <a16:creationId xmlns:a16="http://schemas.microsoft.com/office/drawing/2014/main" id="{A23C68A2-172A-5413-773C-3CCA421B252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233A7AEC-F92C-6DAC-15AA-B3DC4C425F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EB7DE714-0F12-28CE-288D-46CC13DA7F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19A77E0F-0535-8E2E-8236-B15A78AA63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263C48BB-9227-BDBE-02E7-386F30F8297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66010914-E2F5-5D03-40C8-D42319E3686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22787A4-7E6E-8895-6235-52A206287E0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BF8BFDE7-47E1-929E-A64B-5807A626C8F7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84" name="Téglalap 83">
            <a:extLst>
              <a:ext uri="{FF2B5EF4-FFF2-40B4-BE49-F238E27FC236}">
                <a16:creationId xmlns:a16="http://schemas.microsoft.com/office/drawing/2014/main" id="{0C1169D7-929F-29D1-2603-3D7FF213E91A}"/>
              </a:ext>
            </a:extLst>
          </p:cNvPr>
          <p:cNvSpPr/>
          <p:nvPr/>
        </p:nvSpPr>
        <p:spPr>
          <a:xfrm>
            <a:off x="6227621" y="3945750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524519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4C6AEA5E-C1A3-C144-3A1A-DD4EC19BD602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93022B6A-E02D-9F14-8AD4-6BE078468CC0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51B01685-33C2-55BC-8916-1138E631EB0F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4642EEEE-A553-52B9-8D58-CB4E8245FDCC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092BBE40-654C-1ACA-76E3-DF6543C53271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F8630C20-9240-998D-B52E-BFBEF224B2F3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0267904D-4CBF-AE8D-F0BD-A5708B596D2A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801BCB74-06AA-6280-1BB7-C5A798D6ABE3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FAB94651-17C2-6123-D52C-FF17D8AF0FB0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A829E660-6CFA-1972-2EE6-5FE5960E8D63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C9F07F70-C6E2-8808-BA42-D6F99DD04602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488AB528-465A-08E6-205D-D45CC8BB2253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03889F63-D377-ABA0-D601-FCB7D62F7A59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3549C268-F0D7-D2E7-C940-9FC3DB22C918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08E03472-3288-F902-CFA8-63E0AE715BFC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A548CDE6-7A76-5622-0C2D-3FB86A03CE63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6A70388B-4692-0AA6-6A11-C11F313F254B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9A1245D8-CA56-348A-6212-E9E4FE42AB54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69B3C01C-157F-2229-83C9-E013C85C9FAC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DEB28377-44FE-3EFA-5B68-E8F4082E087E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81DED388-C964-548B-1E0D-0BB21068ECB0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537170A6-5CC0-DE10-562A-70F5E04FC898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B5897C26-CB0D-5D24-E0EB-1621F03169F2}"/>
              </a:ext>
            </a:extLst>
          </p:cNvPr>
          <p:cNvSpPr/>
          <p:nvPr/>
        </p:nvSpPr>
        <p:spPr>
          <a:xfrm rot="12018732">
            <a:off x="9486628" y="123353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7E61CE64-A2A6-5179-E7D9-8077880CA282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8C5DBB0C-B77B-FC1C-28D3-ED7D5C0404C8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678118A7-1EA6-0616-A702-122F226FB5F9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BFB5EF8B-B9DB-ED46-CB3F-1754312966D5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A7A2DD77-BA74-667C-F18A-3505EC351289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12270196-1086-F3BA-88C0-DDF7D85A7F15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33AF5548-4651-3F7A-34EB-5E0D3F3C29EB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D207383E-B1E0-1EDC-04FA-AF67E0501B1A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EFF3F919-F0A7-1D7B-1306-171E92063E65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BDFE2827-57A1-D3EB-CDCD-7D4562C91CDB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58848EC0-2025-22D1-7281-A35E95370CB7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A3490A38-3E5A-91A7-BDFB-3358F01213E4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86C0821D-8A30-5FE0-9490-2B3EA5572C72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B1A605C3-C7AE-473E-5E1B-88A49431FAC4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360B9B8E-DC32-7A57-94D2-573EF8F70FC8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E8FC79CA-0064-1369-E946-2538DAD9935A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EA1854BF-7F0A-2CC2-76F3-CF4C715BB7D3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E8390C1E-5122-BA88-DA34-FA3F11DD0468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09F1D6B5-211F-16A4-B17D-3013F2DD1A30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9DFDA393-555D-4C6C-7892-D25642DF75C4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58C546DE-7994-ADFF-AADC-3F198AE7828D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A7300D27-9A1C-0720-8DBC-66D2727411D8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EFB27566-E273-FF25-C4C0-F053E3E6E5C0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722EDA53-4D17-4E26-7351-C0A8EF98B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38DF0DA9-7E42-E473-781A-F72AFC578F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895E0450-9475-DE08-E697-227737C6D486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AD059137-C100-9FEE-DE9F-8C93F52ED7CB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A621D8B4-7A9A-7962-0905-BB556CD50348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E8D256FB-AB02-EA42-27AD-9132C02BB72E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19982D15-CEDC-C3B7-1DC5-36BF888DDE08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A5F44E6E-F6A2-F10D-2465-ABB75ED2D178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B6B72ABC-62C0-E077-F4D4-0E8CE6864F71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D1BAF1F9-874B-5153-0896-7450CA824077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B82C66F7-E12C-00B1-C593-B89420821546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75E0D5F7-5AE1-4642-1151-D33A7422A6E4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6AD33030-5D2C-E3A6-7BC8-B4DCD8A2577C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0D7F38A4-1891-60C4-93D1-B3F27646C972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5ED1C82C-05FD-0A01-849E-AB3600B97ED9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1E7DC89F-C09F-2ABF-9A57-7C7F5F6530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7B8C120-B382-484B-617C-A7BDD55A99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E20FA79E-FBF3-15F5-A988-A6B63E0D06F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55415438-4BA3-302E-CB00-47251E79F9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D6B24482-E2C1-50C4-4EE0-68FBC3B2CA8D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33FFE906-7E7B-A0A4-369F-F10F4983E086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70" name="Téglalap 69">
            <a:extLst>
              <a:ext uri="{FF2B5EF4-FFF2-40B4-BE49-F238E27FC236}">
                <a16:creationId xmlns:a16="http://schemas.microsoft.com/office/drawing/2014/main" id="{D209A4DF-3C0B-5451-C826-99A593662415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1" name="Csoportba foglalás 70">
            <a:extLst>
              <a:ext uri="{FF2B5EF4-FFF2-40B4-BE49-F238E27FC236}">
                <a16:creationId xmlns:a16="http://schemas.microsoft.com/office/drawing/2014/main" id="{A2E1B26A-2B4E-CC73-294D-993E908C32C9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CEC55CBF-E78A-8B55-284A-F6C18916BC46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2CD7BF93-272B-7A36-BFA4-F5FAB74A4D3C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EB5AF7BC-0890-7203-E673-511F0DEA3D9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474BE7BA-C4C2-D0C7-6D2E-24021AA43F3D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Ellipszis 77">
                <a:extLst>
                  <a:ext uri="{FF2B5EF4-FFF2-40B4-BE49-F238E27FC236}">
                    <a16:creationId xmlns:a16="http://schemas.microsoft.com/office/drawing/2014/main" id="{BC134C35-A4D2-784C-2F87-3861B51E6A6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8EBAEFBD-1F16-322B-650D-9174E42FE4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1E60D866-FAE8-2AE5-3100-813A873559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49A7165F-2D38-2644-E312-CBFE65040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E7F9988C-936F-EFCF-A29F-E744E452BA1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5D8CDFD0-4441-953A-3E3C-9A75E30F9E0E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50DEB64E-AD51-F6C5-75A2-2D75BF8CB38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677FD335-D94D-FF38-C6BE-1105BEEABF6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84" name="Téglalap 83">
            <a:extLst>
              <a:ext uri="{FF2B5EF4-FFF2-40B4-BE49-F238E27FC236}">
                <a16:creationId xmlns:a16="http://schemas.microsoft.com/office/drawing/2014/main" id="{0F3F8347-7FE1-55D3-EFA9-6A6FD952C5B7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5" name="Csoportba foglalás 84">
            <a:extLst>
              <a:ext uri="{FF2B5EF4-FFF2-40B4-BE49-F238E27FC236}">
                <a16:creationId xmlns:a16="http://schemas.microsoft.com/office/drawing/2014/main" id="{E0591D1E-D0A9-BF48-70CB-A3C469D50C32}"/>
              </a:ext>
            </a:extLst>
          </p:cNvPr>
          <p:cNvGrpSpPr/>
          <p:nvPr/>
        </p:nvGrpSpPr>
        <p:grpSpPr>
          <a:xfrm>
            <a:off x="5965309" y="4046153"/>
            <a:ext cx="152086" cy="265094"/>
            <a:chOff x="-519618" y="3211145"/>
            <a:chExt cx="389120" cy="678258"/>
          </a:xfrm>
        </p:grpSpPr>
        <p:grpSp>
          <p:nvGrpSpPr>
            <p:cNvPr id="86" name="Csoportba foglalás 85">
              <a:extLst>
                <a:ext uri="{FF2B5EF4-FFF2-40B4-BE49-F238E27FC236}">
                  <a16:creationId xmlns:a16="http://schemas.microsoft.com/office/drawing/2014/main" id="{074FAFBF-1F64-6086-8628-5B3A91BF7771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94" name="Henger 93">
                <a:extLst>
                  <a:ext uri="{FF2B5EF4-FFF2-40B4-BE49-F238E27FC236}">
                    <a16:creationId xmlns:a16="http://schemas.microsoft.com/office/drawing/2014/main" id="{EAB545F5-7D4C-E76B-54D4-D120D31EDC37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101C0CEE-FD73-B997-E888-23318BB15515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6" name="Ív 95">
                <a:extLst>
                  <a:ext uri="{FF2B5EF4-FFF2-40B4-BE49-F238E27FC236}">
                    <a16:creationId xmlns:a16="http://schemas.microsoft.com/office/drawing/2014/main" id="{B7FE73DE-8F8E-0EF2-A768-0EA55747FB8B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97" name="Picture 2" descr="Forráskép megtekintése">
                <a:extLst>
                  <a:ext uri="{FF2B5EF4-FFF2-40B4-BE49-F238E27FC236}">
                    <a16:creationId xmlns:a16="http://schemas.microsoft.com/office/drawing/2014/main" id="{945B3CA9-799D-3388-8F77-377D6CFF9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98" name="Téglalap 97">
                <a:extLst>
                  <a:ext uri="{FF2B5EF4-FFF2-40B4-BE49-F238E27FC236}">
                    <a16:creationId xmlns:a16="http://schemas.microsoft.com/office/drawing/2014/main" id="{523DA9C9-4EAF-CE5E-817F-7F7E7734B055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9" name="Csillag: 4 ágú 98">
                <a:extLst>
                  <a:ext uri="{FF2B5EF4-FFF2-40B4-BE49-F238E27FC236}">
                    <a16:creationId xmlns:a16="http://schemas.microsoft.com/office/drawing/2014/main" id="{AA3B9BA0-3295-5C1E-47ED-9F32BBE0991A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Szabadkézi sokszög: alakzat 99">
                <a:extLst>
                  <a:ext uri="{FF2B5EF4-FFF2-40B4-BE49-F238E27FC236}">
                    <a16:creationId xmlns:a16="http://schemas.microsoft.com/office/drawing/2014/main" id="{C0A40BCF-63CD-AC54-4838-99A549D55C21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6A71DF1B-0B6C-23EE-ED3D-71EFAB4B2814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7" name="Ellipszis 86">
              <a:extLst>
                <a:ext uri="{FF2B5EF4-FFF2-40B4-BE49-F238E27FC236}">
                  <a16:creationId xmlns:a16="http://schemas.microsoft.com/office/drawing/2014/main" id="{5C8812D0-F20A-452A-8915-EF17DEA6FD86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78AD88FD-A373-5FA6-8D38-9B8EA7ED52C9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89" name="Egyenes összekötő 88">
              <a:extLst>
                <a:ext uri="{FF2B5EF4-FFF2-40B4-BE49-F238E27FC236}">
                  <a16:creationId xmlns:a16="http://schemas.microsoft.com/office/drawing/2014/main" id="{AAEA37DE-F618-317E-0C05-1A3FFCC9A5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0" name="Ellipszis 89">
              <a:extLst>
                <a:ext uri="{FF2B5EF4-FFF2-40B4-BE49-F238E27FC236}">
                  <a16:creationId xmlns:a16="http://schemas.microsoft.com/office/drawing/2014/main" id="{1B8EA797-70EF-8DC7-03F8-4896FFFE0A47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5F48467C-CE0D-883C-8021-7FD1CA76B657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2" name="Kép 91">
              <a:extLst>
                <a:ext uri="{FF2B5EF4-FFF2-40B4-BE49-F238E27FC236}">
                  <a16:creationId xmlns:a16="http://schemas.microsoft.com/office/drawing/2014/main" id="{67BDAB49-9C81-FA52-02E5-542828CFA61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956BF9B1-2DAA-1110-F2F8-C42E722CC5C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2" name="Téglalap 101">
            <a:extLst>
              <a:ext uri="{FF2B5EF4-FFF2-40B4-BE49-F238E27FC236}">
                <a16:creationId xmlns:a16="http://schemas.microsoft.com/office/drawing/2014/main" id="{25E52802-E08D-AA18-7874-A76523EB1276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981954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4ED6D21E-AD2D-B744-E284-0D5D76FAE67C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EEABC0AB-B051-8D17-C303-C5CA51259F14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5CD051E9-8171-5217-D4BB-BBE0024587BF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5BC7A601-E295-5971-95D1-3E0D197F9972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0E2DE98E-FA61-ACF0-8780-F5246C22CE15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61ABB969-A7D9-ED2B-0004-E4A12036913C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8467212A-F32C-FEEA-5404-AE724F537798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B24B1D10-4B90-C3BD-5361-1A92075CE2B6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9A05C891-7F08-91EB-7DBC-2481DBB05830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CC6BDD1B-27CB-C12A-6015-DE19D52AA93A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26BBC962-03CE-D1B1-2093-89B220F6E2D0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8D98FB0A-D317-D5FD-9AB4-79FFDCB947A3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50B52F16-7365-25D3-9D2F-7267808EBE52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FD141B1A-DF8C-5127-3B27-2E162A556DE4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02441DBF-5278-A525-912D-16F606BA6044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50234609-BF04-07F5-033A-7B65D9DE8D03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DE8C6D4F-DAC5-DB42-4698-430EFF833035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E5BC9213-0C57-197B-B0BE-C1F81CE06941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40D88B50-44B5-FD0A-82F6-E09523F1640F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D8757D78-D181-6713-DE05-F46F8C6F25DE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A27B711B-6598-D145-B2C5-D4284932FFE8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21DC4BE2-1D9D-2005-B1A8-90967389C241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60CEB90B-737E-BD63-659C-A9E2A063772D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5BB2D7D7-F9BA-6718-07B7-A073FFF263AC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E687D355-F175-CE2D-5305-9276BF3E27EB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AE4EBDCA-EE7E-980D-9AD9-AFC81A31EA37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CA6099FB-DAE5-692A-77C3-CB8B0AC82981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6CD9487A-1543-8410-FE48-47094FFC0CF2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89A97ADC-929D-6640-2A9D-30D3F5AD9495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FC5BA11B-6E9E-21FD-A810-9F3DA3049630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76957838-1652-459C-CDE6-2C3C50D27437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41F31A83-07FF-1919-331A-58746AF547C0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CEFE1DD3-46B5-16D9-B87A-CFAB48A106E2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2F823F11-798C-970B-DBF2-8B07B9AD580C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9F9AE41C-93F1-0F58-00D9-0B66AAAA799C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B13BB1E5-B9B7-DA05-EA21-CB84B266AF6F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F74219DC-7EE8-C758-C317-51A1D0F5CD69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BB3A572E-F41D-EC14-617C-25564AFD7712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DEAB8F4D-C262-7003-64B6-6F2CD6D72CFF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4C895830-0D82-D237-A5FA-D38EC07EA31C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8C34F285-798D-809A-0755-C80DEF8ADABE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3A5CAFEF-8E38-5807-D5AE-E20766F93B29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5DEB38E7-BD0C-D7F5-124B-E9BF1077BF7F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840F318B-EED8-F35E-E0C2-E67DBB7BA243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173F8BBC-EDE8-9685-62CE-E39E5023B4A2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7915DA62-E2B3-664D-314A-5CBCEA038C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BA1497E7-2033-BB86-ECC2-5ADA74FA6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C86D3023-1134-7115-A08E-52517D6531A5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B1ADF37F-F9BC-E480-A378-FB71A0064391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BEAF05E1-7DB6-8FA5-6788-7C53D770FF1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A9A236E6-7A24-9896-FD82-94B217D970DD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26678C0E-212E-A31D-91AD-8157A6F8F9C7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30007E2C-4A5F-45DA-52EC-031E9BEDEA48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802F854A-2398-0F78-AC69-9300EFC41A56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B7BED738-3EAF-4AE4-AA44-4FBAD605A180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C541FDDE-BDF5-3C94-D0AE-3D9D5C5070A2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08989C4C-1828-1899-CA48-BCFDE59F5218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A49D112F-B774-D29F-1E01-1D0261D9147E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F1E6E30B-F285-ED06-ADE9-C29935AB28CE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5CA1F134-FB6F-98FC-23AB-57BC76740F2D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73018568-11F6-0A99-9356-D9BF99100A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F907B4B5-4686-3C47-7E20-16FB5E7877A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956646DD-DDF4-18C6-8536-B1AD507981D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D3E2F274-FD3C-0D34-3A5C-3E6AC0F302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8E35A220-B134-EE54-A7D9-5954122B4ED4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C8EEB708-6112-A754-43DC-811052192985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16" name="Csoportba foglalás 115">
            <a:extLst>
              <a:ext uri="{FF2B5EF4-FFF2-40B4-BE49-F238E27FC236}">
                <a16:creationId xmlns:a16="http://schemas.microsoft.com/office/drawing/2014/main" id="{4124A7E2-D781-6240-5F65-2E74C12C0715}"/>
              </a:ext>
            </a:extLst>
          </p:cNvPr>
          <p:cNvGrpSpPr/>
          <p:nvPr/>
        </p:nvGrpSpPr>
        <p:grpSpPr>
          <a:xfrm>
            <a:off x="6899530" y="4005950"/>
            <a:ext cx="188941" cy="291754"/>
            <a:chOff x="6019780" y="4023344"/>
            <a:chExt cx="188941" cy="291754"/>
          </a:xfrm>
        </p:grpSpPr>
        <p:sp>
          <p:nvSpPr>
            <p:cNvPr id="117" name="Henger 116">
              <a:extLst>
                <a:ext uri="{FF2B5EF4-FFF2-40B4-BE49-F238E27FC236}">
                  <a16:creationId xmlns:a16="http://schemas.microsoft.com/office/drawing/2014/main" id="{8FF6C8D8-7DDA-8E9A-49C4-F445C813DA6E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8" name="Csoportba foglalás 117">
              <a:extLst>
                <a:ext uri="{FF2B5EF4-FFF2-40B4-BE49-F238E27FC236}">
                  <a16:creationId xmlns:a16="http://schemas.microsoft.com/office/drawing/2014/main" id="{698BDC32-D72F-4F65-4BF8-A4E73D05F38E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20" name="Ellipszis 119">
                <a:extLst>
                  <a:ext uri="{FF2B5EF4-FFF2-40B4-BE49-F238E27FC236}">
                    <a16:creationId xmlns:a16="http://schemas.microsoft.com/office/drawing/2014/main" id="{468BC4DF-6A48-4F3C-C3E5-1CB5F864FBC1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1" name="Ellipszis 120">
                <a:extLst>
                  <a:ext uri="{FF2B5EF4-FFF2-40B4-BE49-F238E27FC236}">
                    <a16:creationId xmlns:a16="http://schemas.microsoft.com/office/drawing/2014/main" id="{858B5A50-00AE-F67C-23A6-AE675D9BD93B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AEA78983-562F-C29D-EA08-FE06CC7460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9EA3F759-1EE6-40AC-53EB-C07DAC4A9A9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4" name="Egyenes összekötő 123">
                <a:extLst>
                  <a:ext uri="{FF2B5EF4-FFF2-40B4-BE49-F238E27FC236}">
                    <a16:creationId xmlns:a16="http://schemas.microsoft.com/office/drawing/2014/main" id="{5EFEDC16-ADFF-90DC-82CD-17A122620EE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080D492D-C3C2-6609-0EBF-741BF0CC92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6" name="Ellipszis 125">
                <a:extLst>
                  <a:ext uri="{FF2B5EF4-FFF2-40B4-BE49-F238E27FC236}">
                    <a16:creationId xmlns:a16="http://schemas.microsoft.com/office/drawing/2014/main" id="{4273FEED-2164-973F-AFE1-1841A4382BFE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9" name="Téglalap 118">
              <a:extLst>
                <a:ext uri="{FF2B5EF4-FFF2-40B4-BE49-F238E27FC236}">
                  <a16:creationId xmlns:a16="http://schemas.microsoft.com/office/drawing/2014/main" id="{7A48275B-73DA-3F39-0449-8A33C0E8B79B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70" name="Téglalap 69">
            <a:extLst>
              <a:ext uri="{FF2B5EF4-FFF2-40B4-BE49-F238E27FC236}">
                <a16:creationId xmlns:a16="http://schemas.microsoft.com/office/drawing/2014/main" id="{8B0B31D9-ECFD-FA68-E353-52E4359731B1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03690C35-8F4E-B010-667D-21421AB1AF25}"/>
              </a:ext>
            </a:extLst>
          </p:cNvPr>
          <p:cNvSpPr/>
          <p:nvPr/>
        </p:nvSpPr>
        <p:spPr>
          <a:xfrm rot="13985948">
            <a:off x="8786763" y="-286484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1" name="Csoportba foglalás 70">
            <a:extLst>
              <a:ext uri="{FF2B5EF4-FFF2-40B4-BE49-F238E27FC236}">
                <a16:creationId xmlns:a16="http://schemas.microsoft.com/office/drawing/2014/main" id="{7A154A4D-1D07-6C7A-A194-FD500F52B6E1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6A92CE27-5A27-DDC5-4ACE-CCEBE3E8A25F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75" name="Henger 74">
                <a:extLst>
                  <a:ext uri="{FF2B5EF4-FFF2-40B4-BE49-F238E27FC236}">
                    <a16:creationId xmlns:a16="http://schemas.microsoft.com/office/drawing/2014/main" id="{51251B4B-D3F0-01D9-FCE4-7B02945C6F63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8BDD1CBA-B7BC-E33D-58DD-B0A6E031070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5658C0CB-EF2E-8E3A-C976-1E2D46BBEC4C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78" name="Ellipszis 77">
                <a:extLst>
                  <a:ext uri="{FF2B5EF4-FFF2-40B4-BE49-F238E27FC236}">
                    <a16:creationId xmlns:a16="http://schemas.microsoft.com/office/drawing/2014/main" id="{F8595DD7-B81D-9590-33A3-3B9131C33FD1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665523F0-EA05-6101-F387-60859A252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8C4D5991-C6C7-2153-44F0-2D3B28C841A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DB8D5870-4272-C242-4EF1-6377F9B371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EEBA0E76-1688-3E37-2D4D-C92DB265E6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AA4BFBD6-AAC4-486A-A0C6-DF067F4A249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341DE9A8-082C-6C1E-40AC-7FC734FF554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708C09CC-8ABF-2BD5-9D46-31238DDE785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03" name="Csoportba foglalás 102">
            <a:extLst>
              <a:ext uri="{FF2B5EF4-FFF2-40B4-BE49-F238E27FC236}">
                <a16:creationId xmlns:a16="http://schemas.microsoft.com/office/drawing/2014/main" id="{B2FDD4F6-C118-F369-3FF5-F19E03B52D6A}"/>
              </a:ext>
            </a:extLst>
          </p:cNvPr>
          <p:cNvGrpSpPr/>
          <p:nvPr/>
        </p:nvGrpSpPr>
        <p:grpSpPr>
          <a:xfrm flipH="1">
            <a:off x="6443055" y="4048182"/>
            <a:ext cx="167010" cy="267276"/>
            <a:chOff x="3714334" y="2820709"/>
            <a:chExt cx="313655" cy="597856"/>
          </a:xfrm>
        </p:grpSpPr>
        <p:grpSp>
          <p:nvGrpSpPr>
            <p:cNvPr id="104" name="Csoportba foglalás 103">
              <a:extLst>
                <a:ext uri="{FF2B5EF4-FFF2-40B4-BE49-F238E27FC236}">
                  <a16:creationId xmlns:a16="http://schemas.microsoft.com/office/drawing/2014/main" id="{9B08EEC4-D8A1-CB25-227B-CABBE450D41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07" name="Henger 106">
                <a:extLst>
                  <a:ext uri="{FF2B5EF4-FFF2-40B4-BE49-F238E27FC236}">
                    <a16:creationId xmlns:a16="http://schemas.microsoft.com/office/drawing/2014/main" id="{3CD54A08-BFD2-89BE-07F8-E4DE9F74A40F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Ellipszis 107">
                <a:extLst>
                  <a:ext uri="{FF2B5EF4-FFF2-40B4-BE49-F238E27FC236}">
                    <a16:creationId xmlns:a16="http://schemas.microsoft.com/office/drawing/2014/main" id="{272708B1-AF5D-D7D6-DAAE-D5B495406C3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9" name="Téglalap 108">
                <a:extLst>
                  <a:ext uri="{FF2B5EF4-FFF2-40B4-BE49-F238E27FC236}">
                    <a16:creationId xmlns:a16="http://schemas.microsoft.com/office/drawing/2014/main" id="{5D356BC8-B4BA-4A52-338F-EA0D0124E84E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0" name="Ellipszis 109">
                <a:extLst>
                  <a:ext uri="{FF2B5EF4-FFF2-40B4-BE49-F238E27FC236}">
                    <a16:creationId xmlns:a16="http://schemas.microsoft.com/office/drawing/2014/main" id="{140FE87B-293B-27F9-1EAA-8C0616A970E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1" name="Egyenes összekötő 110">
                <a:extLst>
                  <a:ext uri="{FF2B5EF4-FFF2-40B4-BE49-F238E27FC236}">
                    <a16:creationId xmlns:a16="http://schemas.microsoft.com/office/drawing/2014/main" id="{8EB66E72-45EB-2489-E5CF-83D63A3D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B0B109E4-F7F5-FEF1-98A8-F8B248C4A07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3" name="Egyenes összekötő 112">
                <a:extLst>
                  <a:ext uri="{FF2B5EF4-FFF2-40B4-BE49-F238E27FC236}">
                    <a16:creationId xmlns:a16="http://schemas.microsoft.com/office/drawing/2014/main" id="{75454FB5-F54F-C6E8-7A25-87C3C5B097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4" name="Egyenes összekötő 113">
                <a:extLst>
                  <a:ext uri="{FF2B5EF4-FFF2-40B4-BE49-F238E27FC236}">
                    <a16:creationId xmlns:a16="http://schemas.microsoft.com/office/drawing/2014/main" id="{460075CE-B1A8-7AFB-30F0-A5070F11E4E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15" name="Ellipszis 114">
                <a:extLst>
                  <a:ext uri="{FF2B5EF4-FFF2-40B4-BE49-F238E27FC236}">
                    <a16:creationId xmlns:a16="http://schemas.microsoft.com/office/drawing/2014/main" id="{5661F1F4-F9F8-ACBB-573E-5A2226ADC28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05" name="Egyenes összekötő 104">
              <a:extLst>
                <a:ext uri="{FF2B5EF4-FFF2-40B4-BE49-F238E27FC236}">
                  <a16:creationId xmlns:a16="http://schemas.microsoft.com/office/drawing/2014/main" id="{5995273C-F9A9-0E6C-D61B-F2E659010CD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6" name="Egyenes összekötő 105">
              <a:extLst>
                <a:ext uri="{FF2B5EF4-FFF2-40B4-BE49-F238E27FC236}">
                  <a16:creationId xmlns:a16="http://schemas.microsoft.com/office/drawing/2014/main" id="{410362A6-2B89-667A-50C5-DAD8C08DED43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84" name="Téglalap 83">
            <a:extLst>
              <a:ext uri="{FF2B5EF4-FFF2-40B4-BE49-F238E27FC236}">
                <a16:creationId xmlns:a16="http://schemas.microsoft.com/office/drawing/2014/main" id="{56C2EE79-06BA-0793-E77E-8138ADD92FE6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5" name="Csoportba foglalás 84">
            <a:extLst>
              <a:ext uri="{FF2B5EF4-FFF2-40B4-BE49-F238E27FC236}">
                <a16:creationId xmlns:a16="http://schemas.microsoft.com/office/drawing/2014/main" id="{ED773421-E520-EFA6-46F3-AFBD3821A09A}"/>
              </a:ext>
            </a:extLst>
          </p:cNvPr>
          <p:cNvGrpSpPr/>
          <p:nvPr/>
        </p:nvGrpSpPr>
        <p:grpSpPr>
          <a:xfrm>
            <a:off x="5997059" y="4046153"/>
            <a:ext cx="152086" cy="265094"/>
            <a:chOff x="-519618" y="3211145"/>
            <a:chExt cx="389120" cy="678258"/>
          </a:xfrm>
        </p:grpSpPr>
        <p:grpSp>
          <p:nvGrpSpPr>
            <p:cNvPr id="86" name="Csoportba foglalás 85">
              <a:extLst>
                <a:ext uri="{FF2B5EF4-FFF2-40B4-BE49-F238E27FC236}">
                  <a16:creationId xmlns:a16="http://schemas.microsoft.com/office/drawing/2014/main" id="{2499698B-C711-18FF-BB71-F366741A1B9E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94" name="Henger 93">
                <a:extLst>
                  <a:ext uri="{FF2B5EF4-FFF2-40B4-BE49-F238E27FC236}">
                    <a16:creationId xmlns:a16="http://schemas.microsoft.com/office/drawing/2014/main" id="{FA50E950-EF19-3483-25C5-1FCD27F28A11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CEF9B38C-C7CF-B5A7-91CF-92E1BA8B5DA8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6" name="Ív 95">
                <a:extLst>
                  <a:ext uri="{FF2B5EF4-FFF2-40B4-BE49-F238E27FC236}">
                    <a16:creationId xmlns:a16="http://schemas.microsoft.com/office/drawing/2014/main" id="{C205F726-9962-F297-80ED-37C03A77BE29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97" name="Picture 2" descr="Forráskép megtekintése">
                <a:extLst>
                  <a:ext uri="{FF2B5EF4-FFF2-40B4-BE49-F238E27FC236}">
                    <a16:creationId xmlns:a16="http://schemas.microsoft.com/office/drawing/2014/main" id="{974B9882-48FD-51A5-2656-D14584BA4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98" name="Téglalap 97">
                <a:extLst>
                  <a:ext uri="{FF2B5EF4-FFF2-40B4-BE49-F238E27FC236}">
                    <a16:creationId xmlns:a16="http://schemas.microsoft.com/office/drawing/2014/main" id="{F8B71319-B54B-852E-0D83-E04E0B5FA264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9" name="Csillag: 4 ágú 98">
                <a:extLst>
                  <a:ext uri="{FF2B5EF4-FFF2-40B4-BE49-F238E27FC236}">
                    <a16:creationId xmlns:a16="http://schemas.microsoft.com/office/drawing/2014/main" id="{9D94EB35-693D-CE07-1E5E-06DDEE6051BC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Szabadkézi sokszög: alakzat 99">
                <a:extLst>
                  <a:ext uri="{FF2B5EF4-FFF2-40B4-BE49-F238E27FC236}">
                    <a16:creationId xmlns:a16="http://schemas.microsoft.com/office/drawing/2014/main" id="{4A87CC06-7270-A1D0-F0F9-67A387FE9846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75793DA0-7F39-6BA2-9BBC-09CBA951ED04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7" name="Ellipszis 86">
              <a:extLst>
                <a:ext uri="{FF2B5EF4-FFF2-40B4-BE49-F238E27FC236}">
                  <a16:creationId xmlns:a16="http://schemas.microsoft.com/office/drawing/2014/main" id="{220BCBAB-F1FA-57AC-EA2D-A0459EBD67A8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>
              <a:extLst>
                <a:ext uri="{FF2B5EF4-FFF2-40B4-BE49-F238E27FC236}">
                  <a16:creationId xmlns:a16="http://schemas.microsoft.com/office/drawing/2014/main" id="{3A5FF9F2-01E9-2903-513C-8A0E1B9A4D3D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89" name="Egyenes összekötő 88">
              <a:extLst>
                <a:ext uri="{FF2B5EF4-FFF2-40B4-BE49-F238E27FC236}">
                  <a16:creationId xmlns:a16="http://schemas.microsoft.com/office/drawing/2014/main" id="{6594318F-B5EA-A718-A58F-5BDAA254BF8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0" name="Ellipszis 89">
              <a:extLst>
                <a:ext uri="{FF2B5EF4-FFF2-40B4-BE49-F238E27FC236}">
                  <a16:creationId xmlns:a16="http://schemas.microsoft.com/office/drawing/2014/main" id="{F3480616-8E3B-D9B2-5610-9B5FB13A7BB3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1" name="Ellipszis 90">
              <a:extLst>
                <a:ext uri="{FF2B5EF4-FFF2-40B4-BE49-F238E27FC236}">
                  <a16:creationId xmlns:a16="http://schemas.microsoft.com/office/drawing/2014/main" id="{0F88F1CE-5B15-E601-B743-F5ACD25E0FF3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92" name="Kép 91">
              <a:extLst>
                <a:ext uri="{FF2B5EF4-FFF2-40B4-BE49-F238E27FC236}">
                  <a16:creationId xmlns:a16="http://schemas.microsoft.com/office/drawing/2014/main" id="{3A902EA0-CD0A-7765-4954-0EFEB1A5CC8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93" name="Egyenes összekötő 92">
              <a:extLst>
                <a:ext uri="{FF2B5EF4-FFF2-40B4-BE49-F238E27FC236}">
                  <a16:creationId xmlns:a16="http://schemas.microsoft.com/office/drawing/2014/main" id="{A1ED1AC2-CBC6-9879-8AE7-0A1EE5CF0C6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2" name="Téglalap 101">
            <a:extLst>
              <a:ext uri="{FF2B5EF4-FFF2-40B4-BE49-F238E27FC236}">
                <a16:creationId xmlns:a16="http://schemas.microsoft.com/office/drawing/2014/main" id="{4A50B992-8E07-4E71-99B9-9D2B4B494375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512766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9B0C2FD2-E8C5-E06B-1D04-EEF105B0FEEE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AEE9FB65-E5A0-4916-C633-1D2D82E609B3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8F7AD991-8B14-3281-5928-96F4E8FBC914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5F409782-7A1F-900B-13E7-D56AFA771E00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23BDC93B-BD2B-3B93-B0ED-FAE33F99FAC3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716F8220-190B-B0D0-7606-E13C9D0D255C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9EC92023-94B2-2BA8-166E-354DFEAF7404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A3C3DFF9-E4E1-1247-830F-AC0CAC6F2BFD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78E22E77-DD12-5610-6954-3DF590E62888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197B2615-54A2-8C5B-5439-61BF30B4DCE9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1BDDB7D2-1551-AF9B-95DA-F43CFCE8F11D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C4296FE5-B40E-D94D-D8CB-7F4DA1637035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2FBE2D0B-A868-C554-86F4-9444E7A73AF6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FDF00514-3027-4851-9901-16331EB0C59E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E004482F-9C57-293A-7209-1BADF70FD2DA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B7B07BF9-3B62-BD3C-FC5E-0BA2AA1DCC68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C9A8DE30-41DD-70DC-0973-AD1A8BC0F72B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A3B2D0CA-E779-36EF-68DD-E8993468B12C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232149F3-FFB2-9273-04FE-9A5DFC32A05D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4C48AEA5-2B75-6ADC-0D75-CAC311CDDD7C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ADA7E42D-FAAE-12FF-F005-AC9977C752C0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D01185FE-6C78-3BB1-97A4-33A02751A189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1A81C064-B859-CE83-4ADE-32F7D2B8D333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DC8F02DF-EC94-39BD-2873-3CF84B5C2216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00AE47E4-0925-7679-4E56-E73C78592E98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A4CBCC08-75B1-48DC-822E-15440910C62C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3EFB0059-52CB-2FA8-5C81-5E8244166674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8DF2E4FB-402D-9308-CFAB-0D6F6EC33EB5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13234D23-6807-C95E-1FFE-A2477CAE55AD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EA60A7FB-48FA-7866-4A07-8861C5B416D4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17DDE34A-37CC-ADAF-7ED5-2A5384EB64D9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16F720E3-DA8D-346E-8AF9-8EFA58F51BD6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1BFDA6C3-734A-4512-5145-19A895BCF782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D8F933E3-2E20-1808-74E3-A24B68E2DC36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7A400E69-5B71-8E04-431A-283FFD9A0608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91A73ADE-406A-C8F7-5415-6BE51E77DA57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9F481F4E-2DA2-B374-BA53-DC3959040C29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0854BDC7-0632-8A81-5BD4-8CB6E54123D8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683AA2BD-0135-5D9F-5B61-5E426CB3BBBD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BD11F7C0-7AE6-3AF3-F127-FAAFAF91F371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3E7F8AA5-969F-125C-EDBE-0F27D1DFF137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4A313ACA-0B0F-9A56-A4B0-4CB72674B0F8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6BE84C08-F8B5-1DEB-A8D0-09B49241A406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88818362-DBF8-1EE3-DE59-E3F8957C843C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EB27AB91-877D-3702-17A8-21FCAE263F31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799B643E-2E3F-2ECF-03D0-3B2C5F8443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6978D9A0-2835-9C7D-BBCC-7E078ADA03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AF41BE1E-BBE0-C815-D932-E0E5C231A5FD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9E962E97-FE0E-CA9F-289A-0D3B296C8D48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8FB9FACA-8B73-9938-49F7-B0E6EECEA3A1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4E4D03DC-65B7-229C-37BE-E7122229BDF7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AC75982D-DBB1-030A-D202-C30751519B60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801E39A1-C072-86BC-C471-F50557191BBE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7A1FAA7B-BCC9-98C8-8A49-5194B7762CA5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BC72CF1D-925D-989E-011B-9851B00B14E7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8ECD4E07-3254-BD3B-B5C2-652300D6CD22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4639316A-1C40-5EA6-E3A7-5955438121EF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89339A91-394D-87BD-D16F-0038E62BCEA2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470C328F-1046-E352-2558-18019A6C83CA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73271B51-681F-2DCC-7D8D-1382484C32A2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8F5AAEEA-D8B2-3752-C16B-34DCEE20AD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2788E31-F764-F3CD-35EC-F871B5512B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F43D59BC-4D44-6875-9EEA-094727F6A8D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9A3A8BAA-E642-90A7-4CCE-C2721EE1F8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FD5D58B9-E6F3-1CA9-B315-0A54497B4BF3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1DB77EF7-8596-4856-71AA-DF3230EE6CA1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70" name="Csoportba foglalás 69">
            <a:extLst>
              <a:ext uri="{FF2B5EF4-FFF2-40B4-BE49-F238E27FC236}">
                <a16:creationId xmlns:a16="http://schemas.microsoft.com/office/drawing/2014/main" id="{C9AE97EF-C642-417A-5B87-DA6FBB7F3752}"/>
              </a:ext>
            </a:extLst>
          </p:cNvPr>
          <p:cNvGrpSpPr/>
          <p:nvPr/>
        </p:nvGrpSpPr>
        <p:grpSpPr>
          <a:xfrm>
            <a:off x="6959912" y="4005950"/>
            <a:ext cx="188941" cy="291754"/>
            <a:chOff x="6019780" y="4023344"/>
            <a:chExt cx="188941" cy="291754"/>
          </a:xfrm>
        </p:grpSpPr>
        <p:sp>
          <p:nvSpPr>
            <p:cNvPr id="71" name="Henger 70">
              <a:extLst>
                <a:ext uri="{FF2B5EF4-FFF2-40B4-BE49-F238E27FC236}">
                  <a16:creationId xmlns:a16="http://schemas.microsoft.com/office/drawing/2014/main" id="{7E9977FB-D194-223F-571D-120D3AC82167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594C7418-F9B6-1983-5B39-C2FED653F119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4" name="Ellipszis 73">
                <a:extLst>
                  <a:ext uri="{FF2B5EF4-FFF2-40B4-BE49-F238E27FC236}">
                    <a16:creationId xmlns:a16="http://schemas.microsoft.com/office/drawing/2014/main" id="{08329181-166F-CE61-5D23-DD6D72881360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Ellipszis 74">
                <a:extLst>
                  <a:ext uri="{FF2B5EF4-FFF2-40B4-BE49-F238E27FC236}">
                    <a16:creationId xmlns:a16="http://schemas.microsoft.com/office/drawing/2014/main" id="{63DC7FA5-6DF8-452C-CCDF-67B4DD55012E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434F7C66-ADB4-E212-AEB7-5C9B818BF4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7" name="Egyenes összekötő 76">
                <a:extLst>
                  <a:ext uri="{FF2B5EF4-FFF2-40B4-BE49-F238E27FC236}">
                    <a16:creationId xmlns:a16="http://schemas.microsoft.com/office/drawing/2014/main" id="{C34D976D-DEF6-A201-CE5C-542F869F182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1419C9FB-9F81-5F9E-45CD-B8E8C2EF78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B86B29DE-0D85-4210-1A80-034E8A421F2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5B8815B8-46A2-76F1-EDFA-26F111E58909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3" name="Téglalap 72">
              <a:extLst>
                <a:ext uri="{FF2B5EF4-FFF2-40B4-BE49-F238E27FC236}">
                  <a16:creationId xmlns:a16="http://schemas.microsoft.com/office/drawing/2014/main" id="{1E9B5AFF-92C8-116F-8CEE-55C0F88E772D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81" name="Téglalap 80">
            <a:extLst>
              <a:ext uri="{FF2B5EF4-FFF2-40B4-BE49-F238E27FC236}">
                <a16:creationId xmlns:a16="http://schemas.microsoft.com/office/drawing/2014/main" id="{FBFFF7FA-7558-2CA8-A75E-1F539B93F8A7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2" name="Csoportba foglalás 81">
            <a:extLst>
              <a:ext uri="{FF2B5EF4-FFF2-40B4-BE49-F238E27FC236}">
                <a16:creationId xmlns:a16="http://schemas.microsoft.com/office/drawing/2014/main" id="{B49F57D6-4F53-5BB6-42C8-6597F62900E9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83" name="Csoportba foglalás 82">
              <a:extLst>
                <a:ext uri="{FF2B5EF4-FFF2-40B4-BE49-F238E27FC236}">
                  <a16:creationId xmlns:a16="http://schemas.microsoft.com/office/drawing/2014/main" id="{260AC55C-992F-FE74-64AC-A2BD827BB4F0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86" name="Henger 85">
                <a:extLst>
                  <a:ext uri="{FF2B5EF4-FFF2-40B4-BE49-F238E27FC236}">
                    <a16:creationId xmlns:a16="http://schemas.microsoft.com/office/drawing/2014/main" id="{8BCC6862-AB03-624F-6E04-3CE14D584B6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4C4C7035-CAC9-D352-3CBE-C1BF5BC9E04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8" name="Téglalap 87">
                <a:extLst>
                  <a:ext uri="{FF2B5EF4-FFF2-40B4-BE49-F238E27FC236}">
                    <a16:creationId xmlns:a16="http://schemas.microsoft.com/office/drawing/2014/main" id="{7C356E9A-1FD0-7FB7-A72B-20A89A0903E2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9" name="Ellipszis 88">
                <a:extLst>
                  <a:ext uri="{FF2B5EF4-FFF2-40B4-BE49-F238E27FC236}">
                    <a16:creationId xmlns:a16="http://schemas.microsoft.com/office/drawing/2014/main" id="{24EA5C81-4FFD-FACD-5EFA-44D38238A7C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7690C17B-2900-17EB-7236-1F5B1812AE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2BB16D2B-373A-64E1-6F68-4742678104A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DC22784C-3C1B-1F5B-549B-45D1AD974B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3" name="Egyenes összekötő 92">
                <a:extLst>
                  <a:ext uri="{FF2B5EF4-FFF2-40B4-BE49-F238E27FC236}">
                    <a16:creationId xmlns:a16="http://schemas.microsoft.com/office/drawing/2014/main" id="{455B397B-80CE-0345-E9C6-D0F7071C63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2BDCDEB2-C350-B082-7B83-4EB195469952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D10132EE-3044-8AA0-CE6E-28E7278B21E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5" name="Egyenes összekötő 84">
              <a:extLst>
                <a:ext uri="{FF2B5EF4-FFF2-40B4-BE49-F238E27FC236}">
                  <a16:creationId xmlns:a16="http://schemas.microsoft.com/office/drawing/2014/main" id="{D93F51CB-7FCA-625A-8F33-661429CCAD10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BA7677EF-81D0-7347-A17B-BE5E0CD736E5}"/>
              </a:ext>
            </a:extLst>
          </p:cNvPr>
          <p:cNvGrpSpPr/>
          <p:nvPr/>
        </p:nvGrpSpPr>
        <p:grpSpPr>
          <a:xfrm flipH="1">
            <a:off x="6512063" y="4048182"/>
            <a:ext cx="167010" cy="267276"/>
            <a:chOff x="3714334" y="2820709"/>
            <a:chExt cx="313655" cy="597856"/>
          </a:xfrm>
        </p:grpSpPr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F6148225-0C1E-0310-3645-28C69B942F37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99" name="Henger 98">
                <a:extLst>
                  <a:ext uri="{FF2B5EF4-FFF2-40B4-BE49-F238E27FC236}">
                    <a16:creationId xmlns:a16="http://schemas.microsoft.com/office/drawing/2014/main" id="{0010FB98-8065-6B15-0F0E-A4ECE74E03E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1A8F5A9E-38C1-239A-F32A-FDCD4C8907E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1" name="Téglalap 100">
                <a:extLst>
                  <a:ext uri="{FF2B5EF4-FFF2-40B4-BE49-F238E27FC236}">
                    <a16:creationId xmlns:a16="http://schemas.microsoft.com/office/drawing/2014/main" id="{5B6EF482-5492-25BE-794A-C0C3E3DA34D2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016508DF-CC69-2C66-0E7B-1C2E9B11E89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3" name="Egyenes összekötő 102">
                <a:extLst>
                  <a:ext uri="{FF2B5EF4-FFF2-40B4-BE49-F238E27FC236}">
                    <a16:creationId xmlns:a16="http://schemas.microsoft.com/office/drawing/2014/main" id="{3261463B-3A43-7CD6-4F50-F834CF2103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4" name="Egyenes összekötő 103">
                <a:extLst>
                  <a:ext uri="{FF2B5EF4-FFF2-40B4-BE49-F238E27FC236}">
                    <a16:creationId xmlns:a16="http://schemas.microsoft.com/office/drawing/2014/main" id="{7C1546DA-DBE2-EC61-FAEE-27A7A942EE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004D6140-93C3-B69E-EC72-7A8F3BD2C8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8B140BB0-CC82-AB40-0709-6F57D666AB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06FB72F0-FAEF-2465-0F5B-73568C7D0B9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BCF062BA-DA1A-158B-FD51-8B17A73A66A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EFF35033-F0E0-1589-CB34-22532AF1278F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8" name="Téglalap 107">
            <a:extLst>
              <a:ext uri="{FF2B5EF4-FFF2-40B4-BE49-F238E27FC236}">
                <a16:creationId xmlns:a16="http://schemas.microsoft.com/office/drawing/2014/main" id="{47C13428-3180-6F3C-F76B-EE73418E8626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9" name="Csoportba foglalás 108">
            <a:extLst>
              <a:ext uri="{FF2B5EF4-FFF2-40B4-BE49-F238E27FC236}">
                <a16:creationId xmlns:a16="http://schemas.microsoft.com/office/drawing/2014/main" id="{1355F34A-3E68-F6EE-4A5A-D60059628478}"/>
              </a:ext>
            </a:extLst>
          </p:cNvPr>
          <p:cNvGrpSpPr/>
          <p:nvPr/>
        </p:nvGrpSpPr>
        <p:grpSpPr>
          <a:xfrm>
            <a:off x="6057441" y="4046153"/>
            <a:ext cx="152086" cy="265094"/>
            <a:chOff x="-519618" y="3211145"/>
            <a:chExt cx="389120" cy="678258"/>
          </a:xfrm>
        </p:grpSpPr>
        <p:grpSp>
          <p:nvGrpSpPr>
            <p:cNvPr id="110" name="Csoportba foglalás 109">
              <a:extLst>
                <a:ext uri="{FF2B5EF4-FFF2-40B4-BE49-F238E27FC236}">
                  <a16:creationId xmlns:a16="http://schemas.microsoft.com/office/drawing/2014/main" id="{714A817A-FC2E-55EE-0CBA-A1C96C03BF27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18" name="Henger 117">
                <a:extLst>
                  <a:ext uri="{FF2B5EF4-FFF2-40B4-BE49-F238E27FC236}">
                    <a16:creationId xmlns:a16="http://schemas.microsoft.com/office/drawing/2014/main" id="{2F454812-518C-71F9-92AC-0C634FE6BFC4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1C28D003-FAED-C31D-4BFA-1C23B50F603C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0" name="Ív 119">
                <a:extLst>
                  <a:ext uri="{FF2B5EF4-FFF2-40B4-BE49-F238E27FC236}">
                    <a16:creationId xmlns:a16="http://schemas.microsoft.com/office/drawing/2014/main" id="{C52FC8D7-4F21-9543-973C-09EF1E12CC57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21" name="Picture 2" descr="Forráskép megtekintése">
                <a:extLst>
                  <a:ext uri="{FF2B5EF4-FFF2-40B4-BE49-F238E27FC236}">
                    <a16:creationId xmlns:a16="http://schemas.microsoft.com/office/drawing/2014/main" id="{EA7C45CA-A57E-1B51-45E3-0966CA265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2" name="Téglalap 121">
                <a:extLst>
                  <a:ext uri="{FF2B5EF4-FFF2-40B4-BE49-F238E27FC236}">
                    <a16:creationId xmlns:a16="http://schemas.microsoft.com/office/drawing/2014/main" id="{881BF307-0D81-D4B9-A498-01AB56D77E69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3" name="Csillag: 4 ágú 122">
                <a:extLst>
                  <a:ext uri="{FF2B5EF4-FFF2-40B4-BE49-F238E27FC236}">
                    <a16:creationId xmlns:a16="http://schemas.microsoft.com/office/drawing/2014/main" id="{47485E1A-E38B-0429-2684-8BACABE74C46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Szabadkézi sokszög: alakzat 123">
                <a:extLst>
                  <a:ext uri="{FF2B5EF4-FFF2-40B4-BE49-F238E27FC236}">
                    <a16:creationId xmlns:a16="http://schemas.microsoft.com/office/drawing/2014/main" id="{BBCAE2FB-ECCC-9617-BFDB-1BEE5F7078E6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5" name="Ellipszis 124">
                <a:extLst>
                  <a:ext uri="{FF2B5EF4-FFF2-40B4-BE49-F238E27FC236}">
                    <a16:creationId xmlns:a16="http://schemas.microsoft.com/office/drawing/2014/main" id="{A54E799D-652C-E363-8410-CF90F0468938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064AF175-716C-9D6E-0CF5-91D1CE41A24D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2" name="Ellipszis 111">
              <a:extLst>
                <a:ext uri="{FF2B5EF4-FFF2-40B4-BE49-F238E27FC236}">
                  <a16:creationId xmlns:a16="http://schemas.microsoft.com/office/drawing/2014/main" id="{9B17FB54-BB86-E721-D145-5BDF1151F3E6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13" name="Egyenes összekötő 112">
              <a:extLst>
                <a:ext uri="{FF2B5EF4-FFF2-40B4-BE49-F238E27FC236}">
                  <a16:creationId xmlns:a16="http://schemas.microsoft.com/office/drawing/2014/main" id="{AA3A7330-628A-570C-8186-2EE186A914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4" name="Ellipszis 113">
              <a:extLst>
                <a:ext uri="{FF2B5EF4-FFF2-40B4-BE49-F238E27FC236}">
                  <a16:creationId xmlns:a16="http://schemas.microsoft.com/office/drawing/2014/main" id="{90BDE5BB-C9B7-0072-0F1D-00E3BE8306F7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Ellipszis 114">
              <a:extLst>
                <a:ext uri="{FF2B5EF4-FFF2-40B4-BE49-F238E27FC236}">
                  <a16:creationId xmlns:a16="http://schemas.microsoft.com/office/drawing/2014/main" id="{EADB59C2-176C-D088-6642-151B8093961A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6" name="Kép 115">
              <a:extLst>
                <a:ext uri="{FF2B5EF4-FFF2-40B4-BE49-F238E27FC236}">
                  <a16:creationId xmlns:a16="http://schemas.microsoft.com/office/drawing/2014/main" id="{FCCE6E91-76A1-607D-6ECB-15394255C28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E27895A5-65C9-C83D-0BB5-4F9540660F5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44A2D25E-A4BC-3692-0649-4000947A558C}"/>
              </a:ext>
            </a:extLst>
          </p:cNvPr>
          <p:cNvSpPr/>
          <p:nvPr/>
        </p:nvSpPr>
        <p:spPr>
          <a:xfrm rot="15730156">
            <a:off x="8572247" y="-963651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7C63A668-4D49-B714-538D-79DF410A680C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5713954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B98FF3BE-8A68-41C4-13C1-DF92C34344C9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DC8C193E-8ED7-1E88-D6AA-A07E61B3860F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69CEA87D-C470-1D1F-EC54-44FDEF932F75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6AE8E639-2E9F-4017-A911-A0E5239BCF02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B0C38017-4F25-47B5-706D-C1F4253253FE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D8C443FD-4CC0-8D75-B2AC-8BAFBD26B5C4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36DB30A4-DCEB-0804-BD6F-0DFCB95A6E70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D4C67492-F30A-F6A6-2C14-0380B508C95F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0A233908-2502-CD84-B263-89550EBDE4A5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AF308EA9-EEF9-E37B-E2B0-A16A3CBEE53A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ECF73D7C-9074-8A3E-3DAA-656B6A894066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DA33BF5C-E31C-BCA2-FD46-17AADA8E8CFA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92C1E1A7-E576-FAF1-DB84-E5AF46990866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E1D6466B-B203-900B-43A3-D76EC2DCF288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E5E7F898-BE60-FD72-A1ED-6012CBE745E0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D552ED46-B336-CBE1-2E48-152C1148EF6B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3F9D31F9-5CDA-A75B-AD73-47FF696C3FBA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399DF7F7-4F61-4A3E-7CCF-619A80E49857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74C1BB32-C464-007A-8D5D-E4F99B04B3DF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C7D89B31-E70B-DC42-5E05-87F44C9F4CDC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05861DDA-4E24-8217-9B99-7BD9978BC775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9BE21F56-F9C9-C8CD-393F-108BD984160D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53DBF075-A105-E971-E40B-19961FCC4514}"/>
              </a:ext>
            </a:extLst>
          </p:cNvPr>
          <p:cNvSpPr/>
          <p:nvPr/>
        </p:nvSpPr>
        <p:spPr>
          <a:xfrm rot="18769611">
            <a:off x="8867003" y="-2128718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724125C2-A5E5-185C-CA55-DCE4C64E3BEE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36B4CA6B-2448-0EB0-BA9E-34504F029E82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2FEF2791-F2CA-3093-D753-40EAD444CF9F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902770DD-3B1C-83D5-02EB-C2303E70C26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BCFD829B-93BD-A1E4-EC5A-CC779B9F16BA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A750FF24-BED0-DA9D-EC69-152F8BD73A2F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7C18C542-0E45-BDAC-1086-50765179450C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9D3A9CD5-EA23-B168-5FB2-1C00E67C02A1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2974D7B3-7755-6736-6B26-43A0348BFF65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2226AFDF-E03C-2D78-44E3-C38A5251E4BA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240F41A2-357A-42A7-D2D7-19EBCE2DB038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26579442-5957-6808-9418-0233DF8FA167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D8A450CA-F026-DC9E-36CC-FB87A2AB07FD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4E51A6B2-0D1E-5F74-CF13-54DF92D7706C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B63EFA38-BF4E-F0BE-0F0C-244BCDD67657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D6D26EE6-9D9D-CB38-3772-8543800D6B4F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8590F7FA-035B-1E3E-4532-7729B8FE88C8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8CD103FC-082E-36B1-7080-B65975522F28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EE9EB5BC-74D2-62D0-6040-987B0C22D20C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5EAD6E21-4022-F03C-4B7C-29E833D9E8A4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E24BF35A-8AA7-0136-84CE-564E1CACDDCA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42AB9AA9-FD09-6425-8B8A-16BE8F2C04FC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16539DAF-C274-1CC8-DBA7-E4BA44063790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C1A00DC1-BA23-AAEF-6B2C-381A575A44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90A0E9B8-7A14-9665-9DBC-EAEA97E65A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5B14EF29-847B-49F5-583C-658F8F43A7C8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2F1E15B7-B455-DD4D-E66B-693142E7984D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E05E3B3F-76D7-BAD3-E35E-DF4C11866092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5328C181-E462-5549-EE74-3FDA3DD98C1C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70199C27-65E7-8028-61AD-0F61357A691C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FD338EBA-3B8B-0C2F-B000-B8A5785B2A2D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5104A524-6EA4-83D2-7DA6-7C78731885B5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F8AA56C0-1E61-3446-A57C-2B866BE77636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5F4E07CB-DBAD-30FE-6DD8-4B4F319A87C9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CE3AEB01-38EF-4628-5A3F-C7C2E63991B7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03D757B6-2A08-94BA-1460-FB414880B48E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8E639282-0055-27E0-4DB1-D543CF581FB4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9C6A7C39-BE59-86BD-2E90-CD9B668AB6DE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4D737DC2-8D4C-F398-7265-7493220BF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3F9A8ADA-204D-7B7B-1576-18F60ADE0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49873E14-E862-3166-8FEC-11E13D4B9F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7EEB957-B829-AD1F-01E1-97DE72C3B6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F0917917-5841-1A23-BF13-958B5B53C42F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707CDF0F-F73C-42A9-42B3-5C7DDDD75249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70" name="Csoportba foglalás 69">
            <a:extLst>
              <a:ext uri="{FF2B5EF4-FFF2-40B4-BE49-F238E27FC236}">
                <a16:creationId xmlns:a16="http://schemas.microsoft.com/office/drawing/2014/main" id="{B52EDC59-4133-85C6-B665-B158A632C2DE}"/>
              </a:ext>
            </a:extLst>
          </p:cNvPr>
          <p:cNvGrpSpPr/>
          <p:nvPr/>
        </p:nvGrpSpPr>
        <p:grpSpPr>
          <a:xfrm>
            <a:off x="7063429" y="4005950"/>
            <a:ext cx="188941" cy="291754"/>
            <a:chOff x="6019780" y="4023344"/>
            <a:chExt cx="188941" cy="291754"/>
          </a:xfrm>
        </p:grpSpPr>
        <p:sp>
          <p:nvSpPr>
            <p:cNvPr id="71" name="Henger 70">
              <a:extLst>
                <a:ext uri="{FF2B5EF4-FFF2-40B4-BE49-F238E27FC236}">
                  <a16:creationId xmlns:a16="http://schemas.microsoft.com/office/drawing/2014/main" id="{41EE2B7D-7CB7-7D85-D6EF-336B0A81F16E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9F723A70-E812-2C51-7235-34CEB7549B29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4" name="Ellipszis 73">
                <a:extLst>
                  <a:ext uri="{FF2B5EF4-FFF2-40B4-BE49-F238E27FC236}">
                    <a16:creationId xmlns:a16="http://schemas.microsoft.com/office/drawing/2014/main" id="{EFBAFD34-CEFE-1F04-4B2F-84510B318E60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Ellipszis 74">
                <a:extLst>
                  <a:ext uri="{FF2B5EF4-FFF2-40B4-BE49-F238E27FC236}">
                    <a16:creationId xmlns:a16="http://schemas.microsoft.com/office/drawing/2014/main" id="{4E67DD0F-AD98-0EBE-C0D0-B0B1A8718474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6AE9AAEF-E2C5-164D-90DE-A163ACDF8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7" name="Egyenes összekötő 76">
                <a:extLst>
                  <a:ext uri="{FF2B5EF4-FFF2-40B4-BE49-F238E27FC236}">
                    <a16:creationId xmlns:a16="http://schemas.microsoft.com/office/drawing/2014/main" id="{3C830793-3C70-D35F-4659-9335F378F5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2FA3DDE7-0DA1-6CEE-FF97-33B49D1191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0694CEB7-EBD1-CAF9-4EE9-497F7AD937E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94E615F0-DE0E-C0E2-B75E-5C7FB3AE608B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3" name="Téglalap 72">
              <a:extLst>
                <a:ext uri="{FF2B5EF4-FFF2-40B4-BE49-F238E27FC236}">
                  <a16:creationId xmlns:a16="http://schemas.microsoft.com/office/drawing/2014/main" id="{1B4356B7-D4C7-773A-FC76-C2EA80BF129A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81" name="Téglalap 80">
            <a:extLst>
              <a:ext uri="{FF2B5EF4-FFF2-40B4-BE49-F238E27FC236}">
                <a16:creationId xmlns:a16="http://schemas.microsoft.com/office/drawing/2014/main" id="{5C86AAD8-7061-A395-8ED6-7BA32DB5C979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2" name="Csoportba foglalás 81">
            <a:extLst>
              <a:ext uri="{FF2B5EF4-FFF2-40B4-BE49-F238E27FC236}">
                <a16:creationId xmlns:a16="http://schemas.microsoft.com/office/drawing/2014/main" id="{EA800CBB-ADF5-A8BA-9FF9-7CD88E97E1ED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83" name="Csoportba foglalás 82">
              <a:extLst>
                <a:ext uri="{FF2B5EF4-FFF2-40B4-BE49-F238E27FC236}">
                  <a16:creationId xmlns:a16="http://schemas.microsoft.com/office/drawing/2014/main" id="{88F264EB-8D9E-86A8-BE95-B34755283188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86" name="Henger 85">
                <a:extLst>
                  <a:ext uri="{FF2B5EF4-FFF2-40B4-BE49-F238E27FC236}">
                    <a16:creationId xmlns:a16="http://schemas.microsoft.com/office/drawing/2014/main" id="{A37C8D8A-4170-2132-AA42-A0BDE850386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C0D1CE69-7C4C-731B-7FCB-6C8748B3B13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8" name="Téglalap 87">
                <a:extLst>
                  <a:ext uri="{FF2B5EF4-FFF2-40B4-BE49-F238E27FC236}">
                    <a16:creationId xmlns:a16="http://schemas.microsoft.com/office/drawing/2014/main" id="{CE162794-6557-0A6A-CB43-6AA681FADAC8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9" name="Ellipszis 88">
                <a:extLst>
                  <a:ext uri="{FF2B5EF4-FFF2-40B4-BE49-F238E27FC236}">
                    <a16:creationId xmlns:a16="http://schemas.microsoft.com/office/drawing/2014/main" id="{79752D7F-3F0B-08D8-A4BF-FA3453CD675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CA6C4019-AC29-109F-F0CF-C42B199122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096F394E-71E8-E2B7-863F-87DC437D9C3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8442B06F-FA06-3512-1E09-A8C7395566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3" name="Egyenes összekötő 92">
                <a:extLst>
                  <a:ext uri="{FF2B5EF4-FFF2-40B4-BE49-F238E27FC236}">
                    <a16:creationId xmlns:a16="http://schemas.microsoft.com/office/drawing/2014/main" id="{3C661099-0327-0408-EF86-0ABC35FE990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F66C27AE-CC61-979C-D538-6D2521DA10C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6FB42B51-0B0B-404D-C3E6-CC9E0162F11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5" name="Egyenes összekötő 84">
              <a:extLst>
                <a:ext uri="{FF2B5EF4-FFF2-40B4-BE49-F238E27FC236}">
                  <a16:creationId xmlns:a16="http://schemas.microsoft.com/office/drawing/2014/main" id="{6148939A-1ED9-07EF-8F7B-4E4995E5C67C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43074F58-8CBA-41C2-660D-9E9A3EC0E61F}"/>
              </a:ext>
            </a:extLst>
          </p:cNvPr>
          <p:cNvGrpSpPr/>
          <p:nvPr/>
        </p:nvGrpSpPr>
        <p:grpSpPr>
          <a:xfrm flipH="1">
            <a:off x="6581071" y="4048182"/>
            <a:ext cx="167010" cy="267276"/>
            <a:chOff x="3714334" y="2820709"/>
            <a:chExt cx="313655" cy="597856"/>
          </a:xfrm>
        </p:grpSpPr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DD6D98D2-E866-3175-99D7-FDB5668B4A5B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99" name="Henger 98">
                <a:extLst>
                  <a:ext uri="{FF2B5EF4-FFF2-40B4-BE49-F238E27FC236}">
                    <a16:creationId xmlns:a16="http://schemas.microsoft.com/office/drawing/2014/main" id="{C13A5583-C2C0-3D5E-BD0F-BD1B81171D07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ED31DDBE-9482-5CB5-A658-D9357B4BFF0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1" name="Téglalap 100">
                <a:extLst>
                  <a:ext uri="{FF2B5EF4-FFF2-40B4-BE49-F238E27FC236}">
                    <a16:creationId xmlns:a16="http://schemas.microsoft.com/office/drawing/2014/main" id="{162072E2-F715-E9B3-A459-604BBAB66296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90E0D6A6-4A76-2516-68E8-88E8296FD96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3" name="Egyenes összekötő 102">
                <a:extLst>
                  <a:ext uri="{FF2B5EF4-FFF2-40B4-BE49-F238E27FC236}">
                    <a16:creationId xmlns:a16="http://schemas.microsoft.com/office/drawing/2014/main" id="{3B367DE2-72A0-CFDB-E0B2-FB9C5EA7F0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4" name="Egyenes összekötő 103">
                <a:extLst>
                  <a:ext uri="{FF2B5EF4-FFF2-40B4-BE49-F238E27FC236}">
                    <a16:creationId xmlns:a16="http://schemas.microsoft.com/office/drawing/2014/main" id="{1BE444DC-E229-5EC0-EBD5-F847066C09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CA5EA971-11C2-DA2E-CAF3-4C68A4B376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F7195F7B-A851-2772-9F45-33353161DD4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F645CC70-DA7C-C990-7465-B1D53D7E942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3DACA5D7-C0D7-A786-0305-EF7F52AFC7F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AEEA3855-8B3F-C3C8-C1B4-60ECF6B863C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8" name="Téglalap 107">
            <a:extLst>
              <a:ext uri="{FF2B5EF4-FFF2-40B4-BE49-F238E27FC236}">
                <a16:creationId xmlns:a16="http://schemas.microsoft.com/office/drawing/2014/main" id="{6F23EFBA-BF3E-EB30-D406-2316FACEE749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9" name="Csoportba foglalás 108">
            <a:extLst>
              <a:ext uri="{FF2B5EF4-FFF2-40B4-BE49-F238E27FC236}">
                <a16:creationId xmlns:a16="http://schemas.microsoft.com/office/drawing/2014/main" id="{9EB28928-88B1-8A21-416F-7EDA2AF19109}"/>
              </a:ext>
            </a:extLst>
          </p:cNvPr>
          <p:cNvGrpSpPr/>
          <p:nvPr/>
        </p:nvGrpSpPr>
        <p:grpSpPr>
          <a:xfrm>
            <a:off x="6100571" y="4046153"/>
            <a:ext cx="152086" cy="265094"/>
            <a:chOff x="-519618" y="3211145"/>
            <a:chExt cx="389120" cy="678258"/>
          </a:xfrm>
        </p:grpSpPr>
        <p:grpSp>
          <p:nvGrpSpPr>
            <p:cNvPr id="110" name="Csoportba foglalás 109">
              <a:extLst>
                <a:ext uri="{FF2B5EF4-FFF2-40B4-BE49-F238E27FC236}">
                  <a16:creationId xmlns:a16="http://schemas.microsoft.com/office/drawing/2014/main" id="{4F4AF522-2B91-2C15-679E-3268E963B56D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18" name="Henger 117">
                <a:extLst>
                  <a:ext uri="{FF2B5EF4-FFF2-40B4-BE49-F238E27FC236}">
                    <a16:creationId xmlns:a16="http://schemas.microsoft.com/office/drawing/2014/main" id="{81831354-6587-9529-6471-5F8DF7569113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7AA4A587-1D32-C0D5-61CC-AE2FE0965C05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0" name="Ív 119">
                <a:extLst>
                  <a:ext uri="{FF2B5EF4-FFF2-40B4-BE49-F238E27FC236}">
                    <a16:creationId xmlns:a16="http://schemas.microsoft.com/office/drawing/2014/main" id="{0BD306F2-38B6-72E3-BBA3-8EE658A6E9C5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21" name="Picture 2" descr="Forráskép megtekintése">
                <a:extLst>
                  <a:ext uri="{FF2B5EF4-FFF2-40B4-BE49-F238E27FC236}">
                    <a16:creationId xmlns:a16="http://schemas.microsoft.com/office/drawing/2014/main" id="{E3D73686-5450-3DE6-1C26-475C8B284C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2" name="Téglalap 121">
                <a:extLst>
                  <a:ext uri="{FF2B5EF4-FFF2-40B4-BE49-F238E27FC236}">
                    <a16:creationId xmlns:a16="http://schemas.microsoft.com/office/drawing/2014/main" id="{8DA6E2CE-16CF-8543-A600-4F22AA095A4C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3" name="Csillag: 4 ágú 122">
                <a:extLst>
                  <a:ext uri="{FF2B5EF4-FFF2-40B4-BE49-F238E27FC236}">
                    <a16:creationId xmlns:a16="http://schemas.microsoft.com/office/drawing/2014/main" id="{2946DF05-2462-C85E-A9BE-FC73C64C8AB8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Szabadkézi sokszög: alakzat 123">
                <a:extLst>
                  <a:ext uri="{FF2B5EF4-FFF2-40B4-BE49-F238E27FC236}">
                    <a16:creationId xmlns:a16="http://schemas.microsoft.com/office/drawing/2014/main" id="{81378815-B243-CB26-BC56-A6D8CB19B6DF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5" name="Ellipszis 124">
                <a:extLst>
                  <a:ext uri="{FF2B5EF4-FFF2-40B4-BE49-F238E27FC236}">
                    <a16:creationId xmlns:a16="http://schemas.microsoft.com/office/drawing/2014/main" id="{069DCEE5-C6D2-8396-F41C-34927598F59D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589990C6-D9D6-8D73-89EE-D922935E85DF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2" name="Ellipszis 111">
              <a:extLst>
                <a:ext uri="{FF2B5EF4-FFF2-40B4-BE49-F238E27FC236}">
                  <a16:creationId xmlns:a16="http://schemas.microsoft.com/office/drawing/2014/main" id="{FBEE450B-A7DC-A4EB-0D6F-3075F098DFD1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13" name="Egyenes összekötő 112">
              <a:extLst>
                <a:ext uri="{FF2B5EF4-FFF2-40B4-BE49-F238E27FC236}">
                  <a16:creationId xmlns:a16="http://schemas.microsoft.com/office/drawing/2014/main" id="{77618C72-ACDA-A451-E801-A246CB2E7A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4" name="Ellipszis 113">
              <a:extLst>
                <a:ext uri="{FF2B5EF4-FFF2-40B4-BE49-F238E27FC236}">
                  <a16:creationId xmlns:a16="http://schemas.microsoft.com/office/drawing/2014/main" id="{0B9A027D-958F-A497-85CC-0E8663272EA1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Ellipszis 114">
              <a:extLst>
                <a:ext uri="{FF2B5EF4-FFF2-40B4-BE49-F238E27FC236}">
                  <a16:creationId xmlns:a16="http://schemas.microsoft.com/office/drawing/2014/main" id="{75FFAB42-A723-4197-D0F8-AC97D1005FF7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6" name="Kép 115">
              <a:extLst>
                <a:ext uri="{FF2B5EF4-FFF2-40B4-BE49-F238E27FC236}">
                  <a16:creationId xmlns:a16="http://schemas.microsoft.com/office/drawing/2014/main" id="{772CE50A-021B-5362-F6EC-00D8CFAA7B2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FB47741E-485B-AD71-7FE9-00BC6F6A6D8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6" name="Téglalap 125">
            <a:extLst>
              <a:ext uri="{FF2B5EF4-FFF2-40B4-BE49-F238E27FC236}">
                <a16:creationId xmlns:a16="http://schemas.microsoft.com/office/drawing/2014/main" id="{C71A6A4F-C316-C1B2-08F4-1E841BE1DA50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F156C000-F212-D0F2-6C28-82FF169BC38A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7246021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D28E9A4B-DE26-8C43-D441-F7EB13A48426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31557E1B-C354-A964-C09D-D84A414271E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AEC28D25-3E1B-1377-7B14-416D98738050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F05C4005-2B9D-E1D9-99E9-6E12F0CDB537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C380C3AD-40B9-0704-B01A-1C61E26DB9B8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BBE4C95E-9138-A0D3-81A9-31DC1374B211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593822A2-738E-2288-A81B-288C9787AAA6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C9673A58-37CF-1680-A879-EF7ADEB3A6E9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DCC79885-F952-4CA8-2FA6-8123450EC37F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E7898822-923D-9F4E-B3F5-D030937837B9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DCC3C321-2771-DC1F-CB49-CBFA7E34A633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FB0460C9-2069-B1A1-CB00-0491A2ADC607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BD4B6C5C-C7B4-7F2F-52C7-7ACA21C61ED7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5B116F60-2461-5470-0178-741D218907AA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E0EA1656-B35C-15AA-3FF6-D14183E0A133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303BC977-B400-0FDB-2CB7-3AB24BD60CE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B593D1B1-F962-2677-95E7-7BC6865A9C39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A9D1A02B-4245-F5C4-44D3-0309A98D2C09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C7800578-2BD7-439D-44C2-59EDC5515D23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686E4FCE-A229-23D1-AB92-3ED11E97834F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CE261394-F29A-14DD-1CAF-987B4BA6F703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162414FD-E601-09C3-7A22-186664876749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11642D21-9AD8-B90E-C905-BDCA272CC30F}"/>
              </a:ext>
            </a:extLst>
          </p:cNvPr>
          <p:cNvSpPr/>
          <p:nvPr/>
        </p:nvSpPr>
        <p:spPr>
          <a:xfrm rot="21433109">
            <a:off x="9900139" y="-2502613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CE7E248C-33A2-DA16-7800-A12F9648887B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21BD69E1-D460-9A95-8962-7675B7FB109A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6138D700-DF09-FAC5-C99B-DEA118E888AE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4577B15E-F5A0-D916-0093-81B91EA97392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A47CC8C0-5361-6849-385C-7B3CC75717B6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51530C31-1EDA-6B62-E2C3-487F550D3096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5BB2D015-3D3C-B8EA-4F15-95611ED0217C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F60BE10F-7F38-53DA-2601-9C3B4637F167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E8BFCBD1-B7C1-CAFA-423B-6C80B81CA378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0A961A9C-CD38-E3DE-7C9C-3226928E85A7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44AC9F8B-3D7C-DE8F-E237-8CE809995C55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DC96C519-E81A-154A-75E2-493BB7BE6464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68357BF4-5D7D-CA25-8EC8-608277AF53FD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2AA943AC-7BBC-8312-BAA1-784407BA5D21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58703551-CE87-93C9-1920-D6585B880A8E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E997A04C-BE39-21C2-7159-24A2435C7E58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DA5E195D-F869-A86B-B2B4-69ADBCD0A77A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5EB3F1EB-70C3-3634-6C3E-6944ACB3E797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938BE31E-E6B9-35F7-E4D7-FC669711BB4A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3F91AF51-5111-7A26-6FED-AC0D2EA2162C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BD9A957D-EB65-2EC5-6A80-BAE561F8A26F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65A34779-963B-19FC-5A28-D89889E30757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0C9F0EC4-987A-ADFA-0854-732AA9EE17E2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22D7DFD1-6DF5-928E-00CD-DD9869B93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ABC13C29-8A4F-753E-1466-F0D59C2A18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2AF7554B-53E7-F1B5-517E-8478B332C4B7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3A5062E9-E1EA-94FC-6D58-62C779342520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521E4385-A5A6-1B41-99D5-C078A80BCFD7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940D17A0-92A6-3F15-853A-4929D54769D0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4B75ABFC-7E3E-6CFC-51DE-957F1C839C8D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C59BCC07-2EB7-74CD-42A0-4174A94139F6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150211DD-3005-0E24-558A-E4D210BD421D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9873C5E8-E0E5-0732-18A9-91C9BC9FF237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BE512365-DAEC-3358-7687-6DA965275063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77D2659E-939D-6184-AE1F-1C5BAD3D0C46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54CA972C-28FE-78E9-B818-598BDBEA2B31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8F92DC2D-91B6-3879-557E-EFD6D55889DB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509B7828-756B-8AB3-0935-6B74C0F7003A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17BFC944-709C-5197-FD3A-CC92B1A5C8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B363179D-8032-5919-F281-10B1DAA8FF0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F5D0023E-6B9F-BECA-945B-220DD48702B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84F9AC17-95BB-D4F3-BD35-E27E230EE73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CC914955-6A04-3AD0-694D-50D51A593E13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0B79151D-36AA-1E7B-890A-B888218636D5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70" name="Csoportba foglalás 69">
            <a:extLst>
              <a:ext uri="{FF2B5EF4-FFF2-40B4-BE49-F238E27FC236}">
                <a16:creationId xmlns:a16="http://schemas.microsoft.com/office/drawing/2014/main" id="{8D34BDC5-47A9-4D20-2507-97C2B4B1841E}"/>
              </a:ext>
            </a:extLst>
          </p:cNvPr>
          <p:cNvGrpSpPr/>
          <p:nvPr/>
        </p:nvGrpSpPr>
        <p:grpSpPr>
          <a:xfrm>
            <a:off x="7123811" y="4005950"/>
            <a:ext cx="188941" cy="291754"/>
            <a:chOff x="6019780" y="4023344"/>
            <a:chExt cx="188941" cy="291754"/>
          </a:xfrm>
        </p:grpSpPr>
        <p:sp>
          <p:nvSpPr>
            <p:cNvPr id="71" name="Henger 70">
              <a:extLst>
                <a:ext uri="{FF2B5EF4-FFF2-40B4-BE49-F238E27FC236}">
                  <a16:creationId xmlns:a16="http://schemas.microsoft.com/office/drawing/2014/main" id="{D9D28D35-DFCE-0B3C-296D-597245AEDE82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673D947E-9267-19BD-186D-E34D3E2AB0B1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4" name="Ellipszis 73">
                <a:extLst>
                  <a:ext uri="{FF2B5EF4-FFF2-40B4-BE49-F238E27FC236}">
                    <a16:creationId xmlns:a16="http://schemas.microsoft.com/office/drawing/2014/main" id="{A1056784-89D9-15F5-B817-407C9B278D8A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Ellipszis 74">
                <a:extLst>
                  <a:ext uri="{FF2B5EF4-FFF2-40B4-BE49-F238E27FC236}">
                    <a16:creationId xmlns:a16="http://schemas.microsoft.com/office/drawing/2014/main" id="{46990209-57FE-4F07-15CB-209D137A094B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660DF069-9220-CF49-7096-B7E75BA5F2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7" name="Egyenes összekötő 76">
                <a:extLst>
                  <a:ext uri="{FF2B5EF4-FFF2-40B4-BE49-F238E27FC236}">
                    <a16:creationId xmlns:a16="http://schemas.microsoft.com/office/drawing/2014/main" id="{222381BE-B8B7-05DF-9BF7-E649196297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AB343B33-D438-C2A6-E752-C0AA80D978C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9110BC42-A7B2-AEBD-5EFF-F3412C52D2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C5ABC734-4F49-123D-C0A4-A2CCF95F7272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3" name="Téglalap 72">
              <a:extLst>
                <a:ext uri="{FF2B5EF4-FFF2-40B4-BE49-F238E27FC236}">
                  <a16:creationId xmlns:a16="http://schemas.microsoft.com/office/drawing/2014/main" id="{45B684EA-81CA-C734-71B1-6209A692DB20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2A02AA06-29C3-C7F9-1F4E-8551ADB8330F}"/>
              </a:ext>
            </a:extLst>
          </p:cNvPr>
          <p:cNvGrpSpPr/>
          <p:nvPr/>
        </p:nvGrpSpPr>
        <p:grpSpPr>
          <a:xfrm flipH="1">
            <a:off x="6650079" y="4048182"/>
            <a:ext cx="167010" cy="267276"/>
            <a:chOff x="3714334" y="2820709"/>
            <a:chExt cx="313655" cy="597856"/>
          </a:xfrm>
        </p:grpSpPr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2411F959-A188-B9F2-A2EE-CBE8811C7313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99" name="Henger 98">
                <a:extLst>
                  <a:ext uri="{FF2B5EF4-FFF2-40B4-BE49-F238E27FC236}">
                    <a16:creationId xmlns:a16="http://schemas.microsoft.com/office/drawing/2014/main" id="{937BF3A7-9FF4-340B-A570-8E9B7231B1F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D07F55B3-A9A5-7385-ABD6-A527EC4136B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1" name="Téglalap 100">
                <a:extLst>
                  <a:ext uri="{FF2B5EF4-FFF2-40B4-BE49-F238E27FC236}">
                    <a16:creationId xmlns:a16="http://schemas.microsoft.com/office/drawing/2014/main" id="{9D537AA0-036D-4CE7-6606-D4D126EC1627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47171EED-CDA6-0126-9CA9-6A71A561D99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3" name="Egyenes összekötő 102">
                <a:extLst>
                  <a:ext uri="{FF2B5EF4-FFF2-40B4-BE49-F238E27FC236}">
                    <a16:creationId xmlns:a16="http://schemas.microsoft.com/office/drawing/2014/main" id="{AD710A16-24D4-596C-94B9-0AA73013D0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4" name="Egyenes összekötő 103">
                <a:extLst>
                  <a:ext uri="{FF2B5EF4-FFF2-40B4-BE49-F238E27FC236}">
                    <a16:creationId xmlns:a16="http://schemas.microsoft.com/office/drawing/2014/main" id="{0C05B8BE-622A-6BBA-35C9-ABD96625903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5FD0A829-0CE1-CD0F-220B-8D7AE1AD02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7D045D9B-BEB8-2C97-97C0-5ABC385E51A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901BCCDF-185A-DA32-A9A5-2D2E78DDB3F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537D0322-8E4D-EC48-BF9B-659C29DCD6D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9435C7E3-20D8-F177-DFB2-2CDF624C361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81" name="Téglalap 80">
            <a:extLst>
              <a:ext uri="{FF2B5EF4-FFF2-40B4-BE49-F238E27FC236}">
                <a16:creationId xmlns:a16="http://schemas.microsoft.com/office/drawing/2014/main" id="{7CA73F61-28B7-D667-AD37-8BAFCD699D2B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2" name="Csoportba foglalás 81">
            <a:extLst>
              <a:ext uri="{FF2B5EF4-FFF2-40B4-BE49-F238E27FC236}">
                <a16:creationId xmlns:a16="http://schemas.microsoft.com/office/drawing/2014/main" id="{3596B43F-2649-AF67-F9DF-AECE64140A67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83" name="Csoportba foglalás 82">
              <a:extLst>
                <a:ext uri="{FF2B5EF4-FFF2-40B4-BE49-F238E27FC236}">
                  <a16:creationId xmlns:a16="http://schemas.microsoft.com/office/drawing/2014/main" id="{4034BB5A-B2BA-888A-77CC-4C1FE59D6337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86" name="Henger 85">
                <a:extLst>
                  <a:ext uri="{FF2B5EF4-FFF2-40B4-BE49-F238E27FC236}">
                    <a16:creationId xmlns:a16="http://schemas.microsoft.com/office/drawing/2014/main" id="{385E1F2D-8A35-8B39-CE29-3322997F7A52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7B63F6BF-B83F-E287-A822-0B9A06F13569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8" name="Téglalap 87">
                <a:extLst>
                  <a:ext uri="{FF2B5EF4-FFF2-40B4-BE49-F238E27FC236}">
                    <a16:creationId xmlns:a16="http://schemas.microsoft.com/office/drawing/2014/main" id="{AAF316A0-5437-0BF8-F97A-1583C1ADBC36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9" name="Ellipszis 88">
                <a:extLst>
                  <a:ext uri="{FF2B5EF4-FFF2-40B4-BE49-F238E27FC236}">
                    <a16:creationId xmlns:a16="http://schemas.microsoft.com/office/drawing/2014/main" id="{1BF58CF2-0B3B-86A5-11AE-BC0F04CE5978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21C634F8-2C7C-2875-6549-09922F0695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8B295511-F5AB-7C8A-7D97-EBF67DE626A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3AE3E766-A3E1-37CB-F95B-53CE4040A8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3" name="Egyenes összekötő 92">
                <a:extLst>
                  <a:ext uri="{FF2B5EF4-FFF2-40B4-BE49-F238E27FC236}">
                    <a16:creationId xmlns:a16="http://schemas.microsoft.com/office/drawing/2014/main" id="{7F9BD74A-4FFB-E90D-ABD2-BD33AD32D5F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5769400E-FBDB-B057-38D1-812F45B63A3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FC3E0EDB-09F7-841B-B0D0-E935BD3C02D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5" name="Egyenes összekötő 84">
              <a:extLst>
                <a:ext uri="{FF2B5EF4-FFF2-40B4-BE49-F238E27FC236}">
                  <a16:creationId xmlns:a16="http://schemas.microsoft.com/office/drawing/2014/main" id="{3C244668-37BE-1376-C580-4C3D9B020AB7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09" name="Csoportba foglalás 108">
            <a:extLst>
              <a:ext uri="{FF2B5EF4-FFF2-40B4-BE49-F238E27FC236}">
                <a16:creationId xmlns:a16="http://schemas.microsoft.com/office/drawing/2014/main" id="{F311B910-1415-83CA-EAA0-1667E62A13D0}"/>
              </a:ext>
            </a:extLst>
          </p:cNvPr>
          <p:cNvGrpSpPr/>
          <p:nvPr/>
        </p:nvGrpSpPr>
        <p:grpSpPr>
          <a:xfrm>
            <a:off x="6160953" y="4046153"/>
            <a:ext cx="152086" cy="265094"/>
            <a:chOff x="-519618" y="3211145"/>
            <a:chExt cx="389120" cy="678258"/>
          </a:xfrm>
        </p:grpSpPr>
        <p:grpSp>
          <p:nvGrpSpPr>
            <p:cNvPr id="110" name="Csoportba foglalás 109">
              <a:extLst>
                <a:ext uri="{FF2B5EF4-FFF2-40B4-BE49-F238E27FC236}">
                  <a16:creationId xmlns:a16="http://schemas.microsoft.com/office/drawing/2014/main" id="{F57AAE5D-495E-E2B6-D3AE-0EAEA7EB6D07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18" name="Henger 117">
                <a:extLst>
                  <a:ext uri="{FF2B5EF4-FFF2-40B4-BE49-F238E27FC236}">
                    <a16:creationId xmlns:a16="http://schemas.microsoft.com/office/drawing/2014/main" id="{55DA0D66-643C-20F5-0940-225C91897C6E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74710064-D576-5A88-83D6-8C2D97579D40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0" name="Ív 119">
                <a:extLst>
                  <a:ext uri="{FF2B5EF4-FFF2-40B4-BE49-F238E27FC236}">
                    <a16:creationId xmlns:a16="http://schemas.microsoft.com/office/drawing/2014/main" id="{45B2B2AB-1281-CAD5-53C8-FB37D7923802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21" name="Picture 2" descr="Forráskép megtekintése">
                <a:extLst>
                  <a:ext uri="{FF2B5EF4-FFF2-40B4-BE49-F238E27FC236}">
                    <a16:creationId xmlns:a16="http://schemas.microsoft.com/office/drawing/2014/main" id="{28F37D6B-ABEA-9CE0-CA72-37A95086C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2" name="Téglalap 121">
                <a:extLst>
                  <a:ext uri="{FF2B5EF4-FFF2-40B4-BE49-F238E27FC236}">
                    <a16:creationId xmlns:a16="http://schemas.microsoft.com/office/drawing/2014/main" id="{23D82681-C26A-DB7F-3C93-7A2E4A5350D2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3" name="Csillag: 4 ágú 122">
                <a:extLst>
                  <a:ext uri="{FF2B5EF4-FFF2-40B4-BE49-F238E27FC236}">
                    <a16:creationId xmlns:a16="http://schemas.microsoft.com/office/drawing/2014/main" id="{2B6D72A6-4C3F-5265-201D-192014F63E0C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Szabadkézi sokszög: alakzat 123">
                <a:extLst>
                  <a:ext uri="{FF2B5EF4-FFF2-40B4-BE49-F238E27FC236}">
                    <a16:creationId xmlns:a16="http://schemas.microsoft.com/office/drawing/2014/main" id="{2FD9B5BF-0BB6-C01A-760F-E48F430D3BBF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5" name="Ellipszis 124">
                <a:extLst>
                  <a:ext uri="{FF2B5EF4-FFF2-40B4-BE49-F238E27FC236}">
                    <a16:creationId xmlns:a16="http://schemas.microsoft.com/office/drawing/2014/main" id="{C8796923-3FD3-3CB0-E588-6FD230CA1D95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5BC737F0-AAEC-B19A-B7D6-A9221A15CBAE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2" name="Ellipszis 111">
              <a:extLst>
                <a:ext uri="{FF2B5EF4-FFF2-40B4-BE49-F238E27FC236}">
                  <a16:creationId xmlns:a16="http://schemas.microsoft.com/office/drawing/2014/main" id="{100359B0-F161-E402-80B3-878BE849E08B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13" name="Egyenes összekötő 112">
              <a:extLst>
                <a:ext uri="{FF2B5EF4-FFF2-40B4-BE49-F238E27FC236}">
                  <a16:creationId xmlns:a16="http://schemas.microsoft.com/office/drawing/2014/main" id="{DEAA6265-70E1-684E-D8E1-A3FDE46B1A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4" name="Ellipszis 113">
              <a:extLst>
                <a:ext uri="{FF2B5EF4-FFF2-40B4-BE49-F238E27FC236}">
                  <a16:creationId xmlns:a16="http://schemas.microsoft.com/office/drawing/2014/main" id="{161EE612-2297-F459-2F8E-D668A52511FF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Ellipszis 114">
              <a:extLst>
                <a:ext uri="{FF2B5EF4-FFF2-40B4-BE49-F238E27FC236}">
                  <a16:creationId xmlns:a16="http://schemas.microsoft.com/office/drawing/2014/main" id="{B4E84A73-4E70-B9F3-E287-905A23275E88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6" name="Kép 115">
              <a:extLst>
                <a:ext uri="{FF2B5EF4-FFF2-40B4-BE49-F238E27FC236}">
                  <a16:creationId xmlns:a16="http://schemas.microsoft.com/office/drawing/2014/main" id="{30EBFC0D-6FF1-81EC-94FA-E53473F1E0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BB2A6BDB-3424-C366-5094-525FDC1A50F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8" name="Téglalap 107">
            <a:extLst>
              <a:ext uri="{FF2B5EF4-FFF2-40B4-BE49-F238E27FC236}">
                <a16:creationId xmlns:a16="http://schemas.microsoft.com/office/drawing/2014/main" id="{F1FF9EAD-D817-B582-06A4-4796546E310C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74B4F82F-FCE5-1420-D3C8-3C4356A76F37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FA61B9DA-8C4F-66A3-F8F2-165C00772844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4118986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DAB953CA-C8C4-A395-14BC-D1077CC7BC56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9769E9C5-C580-C24D-E73D-3F376A907453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BE86C688-9DA4-2741-C00A-8E40E7CE20D4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7EC831E9-B01F-A56D-E182-E137031366A7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EE7B6F07-3E98-5E7D-85C1-7E644C739A66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0D62C3C4-BEBB-6295-0521-2A3A265820BE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7E3C5F06-1A25-E94E-7BEF-2F0672E7D0D2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58E1AD68-91A1-7115-08BD-1A16F7C5D9F6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02000FB0-645F-2A87-5AD2-3C9C78985026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A3DF761E-E3A5-DD6C-84E9-69DE72AFD26F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C75637DE-6442-B407-278E-0B6A0FFA62F7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D5DFA251-FD14-65CF-315D-3C2A6C622AF7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0701B3CC-35E0-0064-3933-4CBA7BF69DF2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A677CE24-37D4-BDD4-6DD5-31F4314BF03B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20804B8F-D84D-8C66-D20E-7439D2E296EE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AED40B60-6B34-B022-62E7-C65A64ADE90E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25DDF0F3-6AC9-2B8B-6028-A67C532BDCA4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DA2CF000-027E-50D3-3388-0F276FF1C515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DB0081DD-E41E-D365-3BF4-F36987AC0532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EEA3E7A1-23C7-5077-449D-C7A444C178DC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4F780DEC-9291-698B-6342-9F83D53E164A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5BF7585C-FBDE-5A29-86FA-3C2FA2360B6B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794A8EEE-F27A-E596-9DF8-D5CD231D2664}"/>
              </a:ext>
            </a:extLst>
          </p:cNvPr>
          <p:cNvSpPr/>
          <p:nvPr/>
        </p:nvSpPr>
        <p:spPr>
          <a:xfrm rot="2347806">
            <a:off x="10845693" y="-2263339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B9998193-BDA3-EB09-6112-7B0EE8921605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A4453ADE-6457-E337-6308-D1ED6E52AE5B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4405587E-EDF6-7647-ABE7-30BF96AD63D3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7616D203-B82C-62F0-102D-E0BA81B69E04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C111EFB8-A39D-95BE-7E16-D8926DFCEF23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2D5DC7E5-986D-FDA4-B019-46E72AC90CB7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F19F1FBC-30C9-1B0D-517C-483645242883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BF0BD8E2-FD71-BD2C-963A-8833503628B6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13DC7FB0-58E8-AC02-C96C-9F5881932B97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6283CDA8-1C84-5188-E966-D30746B3C421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88042AE6-2B3F-A92F-4F7F-B849EA8D2B5C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66996D04-5486-C0B5-38AD-BB9C5B3E95F0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4D0B7498-0A39-3B60-ECC5-13EDC0AF9E23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893832FB-B5D9-3444-221E-DEECBC7DAA65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873E11E0-E152-B1D3-2CD9-ED0E9A5321A4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9641486C-04E9-F0A9-1962-3BFFE2EB0D91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DCDDEF42-D6B3-E526-4924-E7EBB39B2682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2693F90D-CC8E-F93A-2083-E6799ADCBE49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F0DB737D-C3C8-DC3A-870B-55488F3017DF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5F313084-BC4D-2388-64AC-0DE665BE2EB5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27D588A6-F6B0-068F-AF4F-9A805C251358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64ED1233-A91C-BEA8-83A7-A9450466FD29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B9099ADD-DEA7-FE53-96EA-FE8EE4DDF4E5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BE996BEA-253C-011C-4EF8-E7E7EC59C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B7BFB29C-1595-4C22-148B-21CA114896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32A27B83-191F-7258-E95B-C4403133F118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F0C69D6E-EF8A-8247-EC2D-ED20551E9AD3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5C2FAD7A-902C-5181-B75A-3F8652C740F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C6850B4B-67C9-FCBA-A0D2-7CA27C897FD2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771F2BDD-AC4E-5E65-9F4D-D4F200500B6C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97B26DBE-A727-564A-59DE-687963CCBA43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AD7E898B-B171-1F87-1395-2DDA9D95792D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8273FBC4-01F7-6287-5FA6-A5C290574DE4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643CC941-0031-82D5-1D83-46C1CBA700A3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8969AA25-5A1C-756A-8E79-9578718AF31B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251B183D-CFAF-CAE6-23D4-FD54BD4555FF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75557306-A76A-9D55-76FA-0E5B6B2706C5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73F54300-CC73-2A0C-E5F5-24B82C782CAE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3B6935B8-4208-EAC2-2EF0-F2A148E402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E9207C65-AE41-6F98-F003-D5854A22CE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FFB25F06-7ADB-B09F-CD9C-1B1831FF26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0F75380D-D3EB-6ADA-F641-15DD29000F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DE1551B2-2073-93E2-218E-A5118DEFE96E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E3AC4C2F-D8D0-3485-E919-0EF6050A26D3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70" name="Csoportba foglalás 69">
            <a:extLst>
              <a:ext uri="{FF2B5EF4-FFF2-40B4-BE49-F238E27FC236}">
                <a16:creationId xmlns:a16="http://schemas.microsoft.com/office/drawing/2014/main" id="{B51FFD15-3176-2C2C-6CA6-4BD1C6B1D107}"/>
              </a:ext>
            </a:extLst>
          </p:cNvPr>
          <p:cNvGrpSpPr/>
          <p:nvPr/>
        </p:nvGrpSpPr>
        <p:grpSpPr>
          <a:xfrm>
            <a:off x="7235949" y="4005950"/>
            <a:ext cx="188941" cy="291754"/>
            <a:chOff x="6019780" y="4023344"/>
            <a:chExt cx="188941" cy="291754"/>
          </a:xfrm>
        </p:grpSpPr>
        <p:sp>
          <p:nvSpPr>
            <p:cNvPr id="71" name="Henger 70">
              <a:extLst>
                <a:ext uri="{FF2B5EF4-FFF2-40B4-BE49-F238E27FC236}">
                  <a16:creationId xmlns:a16="http://schemas.microsoft.com/office/drawing/2014/main" id="{BAFBA53B-F8E7-1ECA-2CA3-F46B46C79FE8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29DCFD02-1282-7E9A-F2F4-AA58BA3B3497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4" name="Ellipszis 73">
                <a:extLst>
                  <a:ext uri="{FF2B5EF4-FFF2-40B4-BE49-F238E27FC236}">
                    <a16:creationId xmlns:a16="http://schemas.microsoft.com/office/drawing/2014/main" id="{A1FD793B-4CBB-6EBE-596F-1FC56FC83B4F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Ellipszis 74">
                <a:extLst>
                  <a:ext uri="{FF2B5EF4-FFF2-40B4-BE49-F238E27FC236}">
                    <a16:creationId xmlns:a16="http://schemas.microsoft.com/office/drawing/2014/main" id="{53483CA3-8F10-9335-ADC4-4CE8EE879691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B6917ABC-172F-2BA2-5C0C-BC158272E9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7" name="Egyenes összekötő 76">
                <a:extLst>
                  <a:ext uri="{FF2B5EF4-FFF2-40B4-BE49-F238E27FC236}">
                    <a16:creationId xmlns:a16="http://schemas.microsoft.com/office/drawing/2014/main" id="{EF04A61B-C5F7-8D8E-4EBA-DC53D48987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20C5597F-C17A-2789-D5EA-E4B19CCE202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0E20BD0F-7461-355D-4E6A-DDCD037520D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B6C6DEB3-8A46-5AC5-731D-EEB1AFDE06F4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3" name="Téglalap 72">
              <a:extLst>
                <a:ext uri="{FF2B5EF4-FFF2-40B4-BE49-F238E27FC236}">
                  <a16:creationId xmlns:a16="http://schemas.microsoft.com/office/drawing/2014/main" id="{3D46EEF5-8E47-833B-2C5E-B05E5F32F1C2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1" name="Csoportba foglalás 80">
            <a:extLst>
              <a:ext uri="{FF2B5EF4-FFF2-40B4-BE49-F238E27FC236}">
                <a16:creationId xmlns:a16="http://schemas.microsoft.com/office/drawing/2014/main" id="{78433071-FB3D-AC72-9BF7-19BDE01496F2}"/>
              </a:ext>
            </a:extLst>
          </p:cNvPr>
          <p:cNvGrpSpPr/>
          <p:nvPr/>
        </p:nvGrpSpPr>
        <p:grpSpPr>
          <a:xfrm flipH="1">
            <a:off x="6727713" y="4048182"/>
            <a:ext cx="167010" cy="267276"/>
            <a:chOff x="3714334" y="2820709"/>
            <a:chExt cx="313655" cy="597856"/>
          </a:xfrm>
        </p:grpSpPr>
        <p:grpSp>
          <p:nvGrpSpPr>
            <p:cNvPr id="82" name="Csoportba foglalás 81">
              <a:extLst>
                <a:ext uri="{FF2B5EF4-FFF2-40B4-BE49-F238E27FC236}">
                  <a16:creationId xmlns:a16="http://schemas.microsoft.com/office/drawing/2014/main" id="{0926E9AF-9D41-2294-8337-EAD2293357ED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85" name="Henger 84">
                <a:extLst>
                  <a:ext uri="{FF2B5EF4-FFF2-40B4-BE49-F238E27FC236}">
                    <a16:creationId xmlns:a16="http://schemas.microsoft.com/office/drawing/2014/main" id="{A7F35133-DF49-1D51-8636-4B2E6165CA77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Ellipszis 85">
                <a:extLst>
                  <a:ext uri="{FF2B5EF4-FFF2-40B4-BE49-F238E27FC236}">
                    <a16:creationId xmlns:a16="http://schemas.microsoft.com/office/drawing/2014/main" id="{3573573C-77C3-A0F2-7B30-ECB51493B9D5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7" name="Téglalap 86">
                <a:extLst>
                  <a:ext uri="{FF2B5EF4-FFF2-40B4-BE49-F238E27FC236}">
                    <a16:creationId xmlns:a16="http://schemas.microsoft.com/office/drawing/2014/main" id="{954C232C-C81F-9D53-749E-F5FBC751988B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EDC82697-F052-DFC8-BC6D-5DE65DC01E8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29070ED0-49D7-4FE8-9974-DE977A82CB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177CEF2E-1F44-6076-2961-E2F1124174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1650CB5C-3E23-FCD1-AF14-31F3EB26C5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0525B3CA-055E-4CBA-F017-C7BF6D68E6D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59499D75-A1FD-3431-9294-F6ABA1E4BC9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3" name="Egyenes összekötő 82">
              <a:extLst>
                <a:ext uri="{FF2B5EF4-FFF2-40B4-BE49-F238E27FC236}">
                  <a16:creationId xmlns:a16="http://schemas.microsoft.com/office/drawing/2014/main" id="{90245761-B67F-7B91-E8C7-F46D5F8DF3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71CB6A1B-1768-0029-0604-487A2C69E460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94" name="Téglalap 93">
            <a:extLst>
              <a:ext uri="{FF2B5EF4-FFF2-40B4-BE49-F238E27FC236}">
                <a16:creationId xmlns:a16="http://schemas.microsoft.com/office/drawing/2014/main" id="{F415168D-7658-A25B-8FA4-E3A1C7D7B950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1F3D01BA-A99D-5692-A00A-425A6C974353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04B87A91-AF71-7C6D-E1CC-E7E0D8553BF8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99" name="Henger 98">
                <a:extLst>
                  <a:ext uri="{FF2B5EF4-FFF2-40B4-BE49-F238E27FC236}">
                    <a16:creationId xmlns:a16="http://schemas.microsoft.com/office/drawing/2014/main" id="{E39F53D7-AE18-BC26-0156-BB3A062D1499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13CFF9A0-ABBB-BDDA-D651-A1FECA4989E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1" name="Téglalap 100">
                <a:extLst>
                  <a:ext uri="{FF2B5EF4-FFF2-40B4-BE49-F238E27FC236}">
                    <a16:creationId xmlns:a16="http://schemas.microsoft.com/office/drawing/2014/main" id="{E1328506-4FF8-1160-A147-554358509EBA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82CAF43F-3587-E01A-D3A3-E1B9B51BEA5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3" name="Egyenes összekötő 102">
                <a:extLst>
                  <a:ext uri="{FF2B5EF4-FFF2-40B4-BE49-F238E27FC236}">
                    <a16:creationId xmlns:a16="http://schemas.microsoft.com/office/drawing/2014/main" id="{888F5B4F-398C-BE46-1EBF-266DD8763E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4" name="Egyenes összekötő 103">
                <a:extLst>
                  <a:ext uri="{FF2B5EF4-FFF2-40B4-BE49-F238E27FC236}">
                    <a16:creationId xmlns:a16="http://schemas.microsoft.com/office/drawing/2014/main" id="{CB57B0D0-3935-CE80-9110-30A51F011A1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B37FA2F6-D36A-B2F7-9171-7E1429E4F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5788A415-202D-8659-D36F-51C8FE5DFBD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16F46542-1C85-8139-7969-F110B680FED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8026187B-0EE9-D614-B972-30DF72E09D6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196F7EBD-C655-8D38-029F-1E22B6D0E153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08" name="Csoportba foglalás 107">
            <a:extLst>
              <a:ext uri="{FF2B5EF4-FFF2-40B4-BE49-F238E27FC236}">
                <a16:creationId xmlns:a16="http://schemas.microsoft.com/office/drawing/2014/main" id="{7E899C6C-A59D-073C-F68A-196A89F4EE48}"/>
              </a:ext>
            </a:extLst>
          </p:cNvPr>
          <p:cNvGrpSpPr/>
          <p:nvPr/>
        </p:nvGrpSpPr>
        <p:grpSpPr>
          <a:xfrm>
            <a:off x="6229961" y="4046153"/>
            <a:ext cx="152086" cy="265094"/>
            <a:chOff x="-519618" y="3211145"/>
            <a:chExt cx="389120" cy="678258"/>
          </a:xfrm>
        </p:grpSpPr>
        <p:grpSp>
          <p:nvGrpSpPr>
            <p:cNvPr id="109" name="Csoportba foglalás 108">
              <a:extLst>
                <a:ext uri="{FF2B5EF4-FFF2-40B4-BE49-F238E27FC236}">
                  <a16:creationId xmlns:a16="http://schemas.microsoft.com/office/drawing/2014/main" id="{C8038092-D5B1-63D3-3923-DF02C6A95B5E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17" name="Henger 116">
                <a:extLst>
                  <a:ext uri="{FF2B5EF4-FFF2-40B4-BE49-F238E27FC236}">
                    <a16:creationId xmlns:a16="http://schemas.microsoft.com/office/drawing/2014/main" id="{5EA74FFC-EBFB-8A1B-BEE9-AFD85A42C0E9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61BB8BC4-6061-76FE-4284-4676551E5B41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Ív 118">
                <a:extLst>
                  <a:ext uri="{FF2B5EF4-FFF2-40B4-BE49-F238E27FC236}">
                    <a16:creationId xmlns:a16="http://schemas.microsoft.com/office/drawing/2014/main" id="{095BF143-1CE0-927F-A496-2B5A76E52988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20" name="Picture 2" descr="Forráskép megtekintése">
                <a:extLst>
                  <a:ext uri="{FF2B5EF4-FFF2-40B4-BE49-F238E27FC236}">
                    <a16:creationId xmlns:a16="http://schemas.microsoft.com/office/drawing/2014/main" id="{4A73C759-12D1-5485-12F9-362DA37735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06C2A5A5-7990-82C2-4D8B-5D2D1A111374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Csillag: 4 ágú 121">
                <a:extLst>
                  <a:ext uri="{FF2B5EF4-FFF2-40B4-BE49-F238E27FC236}">
                    <a16:creationId xmlns:a16="http://schemas.microsoft.com/office/drawing/2014/main" id="{AA3E49C7-1228-D3FD-4138-0460E4E60B8B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3" name="Szabadkézi sokszög: alakzat 122">
                <a:extLst>
                  <a:ext uri="{FF2B5EF4-FFF2-40B4-BE49-F238E27FC236}">
                    <a16:creationId xmlns:a16="http://schemas.microsoft.com/office/drawing/2014/main" id="{34999610-1B2F-F424-ACB4-8E052099D1C9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BFB0CB10-9404-FAFB-C6D7-4278AB01082C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0" name="Ellipszis 109">
              <a:extLst>
                <a:ext uri="{FF2B5EF4-FFF2-40B4-BE49-F238E27FC236}">
                  <a16:creationId xmlns:a16="http://schemas.microsoft.com/office/drawing/2014/main" id="{0C01C797-633B-DFA8-67BF-6F7A1B260DA1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29DD7108-D436-02BC-6B2F-8755670966CA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12" name="Egyenes összekötő 111">
              <a:extLst>
                <a:ext uri="{FF2B5EF4-FFF2-40B4-BE49-F238E27FC236}">
                  <a16:creationId xmlns:a16="http://schemas.microsoft.com/office/drawing/2014/main" id="{DCF87C6C-0596-BE33-56B0-2CF8A74B0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3" name="Ellipszis 112">
              <a:extLst>
                <a:ext uri="{FF2B5EF4-FFF2-40B4-BE49-F238E27FC236}">
                  <a16:creationId xmlns:a16="http://schemas.microsoft.com/office/drawing/2014/main" id="{49EA3996-903D-E0E4-9BA5-262368C8AF25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Ellipszis 113">
              <a:extLst>
                <a:ext uri="{FF2B5EF4-FFF2-40B4-BE49-F238E27FC236}">
                  <a16:creationId xmlns:a16="http://schemas.microsoft.com/office/drawing/2014/main" id="{5B798678-0DED-CBB7-18E7-E41403ADF94C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5" name="Kép 114">
              <a:extLst>
                <a:ext uri="{FF2B5EF4-FFF2-40B4-BE49-F238E27FC236}">
                  <a16:creationId xmlns:a16="http://schemas.microsoft.com/office/drawing/2014/main" id="{2C15FD6C-CB34-A3C3-4086-67F32CA8B64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16" name="Egyenes összekötő 115">
              <a:extLst>
                <a:ext uri="{FF2B5EF4-FFF2-40B4-BE49-F238E27FC236}">
                  <a16:creationId xmlns:a16="http://schemas.microsoft.com/office/drawing/2014/main" id="{109691A8-6FE0-8D3D-7BA3-F76AB560A8E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BDCAE026-6108-E272-D251-29058E1DAD5F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B5391E83-3550-6B47-5166-DC0C1171C7C3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688761B7-C185-DE04-C293-C47D04E0535C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456342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CB408AAD-6AA4-D7FF-8051-3FE473FE938A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0DAF3A41-D751-1109-2F58-088FE0BE607C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57CD7C28-DF80-5AD8-3D62-74C5AEE37B9F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E8AFF64A-36E5-E490-4E1C-1A7DF896A749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E483689C-636D-5F23-C701-0ADBDD4C08A0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B901D8BC-FAA1-42B1-4F54-EE8CF529CF59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81576D88-E27F-62F3-8A92-02A87766121F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8F368FD2-EA8D-0177-0806-F680E6610DB4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D0B83326-0DB6-19A0-39E6-412B43414BB5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000E19FD-4B35-7C6E-9DB2-775CF33D55F8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526207F6-57CA-C0A5-B24C-953ED4F8CAA6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FB97A4A2-310A-0E71-B9D8-D1DA2E1A05BB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AF05DDB0-A3F8-61CE-8734-C07869FA9B4C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D87573D5-141C-EF64-E7ED-F1528227270E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5A7804C4-6565-F94A-87D7-69411A4D9463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550907DD-1D34-BA1F-0561-8F5BAB7B9B59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46D66C03-FDBF-8C3B-FA24-5DB394FE0FF9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144F587B-6772-435A-2A04-0AAE4011D072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198CA778-FBDB-F73E-DBF5-6EE5FDCC1C42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25870427-6AA3-2C98-38FD-1AF06C4A63EC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280FFE76-7A69-16CD-5B8B-18121EE392FD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E48DA183-4208-A0D5-885E-963B92EADD4A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A94C5818-A57C-CD5C-C58F-357621114643}"/>
              </a:ext>
            </a:extLst>
          </p:cNvPr>
          <p:cNvSpPr/>
          <p:nvPr/>
        </p:nvSpPr>
        <p:spPr>
          <a:xfrm rot="4637837">
            <a:off x="11320474" y="-1493816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0E2FF2F9-D559-0260-B942-C71BD443611C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027AA6E8-D5DF-6E98-BE65-1524A9008EFE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96068045-D18B-FEEA-926F-4F8B697A3E6E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5EA9EF11-F899-1208-AE57-CFF334FB2B23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BD828439-F041-CD56-FC60-0224400F52C2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5FD10127-4FE4-630A-B25D-3A52D1943DB3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9872A6C5-4E6E-4AC6-476E-E1CE9B62891A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F8DEBC61-E60B-1AC9-4A55-51D0C3290750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4B4E722C-D1F2-0FCD-A7BA-F61122CACD1D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AE860F9A-179F-1EAE-B03E-B968A90326F5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D5E9F680-8785-3F1B-C9A7-434ADE61BBD4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66BF337E-83D2-9B3A-3D08-8AF8767C3DBD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83484118-B5AE-2FB4-340C-BD6FBAF69035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009BF1CE-3982-8D27-D4E3-A0C215069A16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A7EF252F-40D1-9CE9-D6E7-2050AB487C14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717B8698-A2B5-D43D-86AA-EEF8265CA03D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BCCC0884-AF7D-1C95-C45D-008374E8EE02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24D98A8B-47D1-A1CC-F631-0E3D0DE3DCF1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C479747B-FA52-1D3F-65BB-8BF36BFD4F59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A2E229AA-66E0-EC99-61AD-F955B00803BD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FA8789D6-B668-C5B2-353F-35B4A0D013AC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5A73A072-51E7-F88D-C1D3-F4D781DAE7A8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04329E60-5E1F-58B0-D3D0-38419A78DB11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0BF818ED-C3DC-96DC-EBE2-FECCBEF293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4A92F555-5EEF-B333-C39A-6368279DBB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80EE9D74-8A3D-A03C-AB66-3AC57DCBA40C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CF6641D5-6AFF-328D-2B4F-8D4B5F2D7542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995968B6-4279-1638-17BB-4E1AFC4129DA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80DEA121-B92F-A85B-9661-B8C94242364F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34E3362B-5103-9B03-FB8F-94906494CC66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D28A926D-9E35-8B77-7D58-E4C3DAFB8389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E3562E82-8144-CB33-BDA2-BD5182FD0701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F82E203F-0A20-1B0A-E9B9-88CEA6532198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33806DA3-D639-0EA8-C033-162507545097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DE4826E5-263D-2E81-7DCF-76A78BE7590E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E62235EA-2B09-2BFD-B2DC-7FCB4E09E53A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9AB6A3AB-16DD-41EE-F46A-DAD55C109E08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DB55A311-3B8E-A89E-9A5D-F873F5B56D46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1C9B8318-6248-16BC-3086-C13F3AF017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A69FECB2-3553-4275-B1E5-53B448592F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F832E81F-2DC0-F3E8-55AA-C56B8FE682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DB32AFC4-8166-E90D-8763-75038D0E23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E8C27D31-EE34-3B56-A336-51CF1CBB8343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235690F4-2F1E-86E3-2582-693ED4A16A87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70" name="Csoportba foglalás 69">
            <a:extLst>
              <a:ext uri="{FF2B5EF4-FFF2-40B4-BE49-F238E27FC236}">
                <a16:creationId xmlns:a16="http://schemas.microsoft.com/office/drawing/2014/main" id="{323FF2B3-CDE1-E0EB-1B0B-77F8D6A9037B}"/>
              </a:ext>
            </a:extLst>
          </p:cNvPr>
          <p:cNvGrpSpPr/>
          <p:nvPr/>
        </p:nvGrpSpPr>
        <p:grpSpPr>
          <a:xfrm>
            <a:off x="7373971" y="4005950"/>
            <a:ext cx="188941" cy="291754"/>
            <a:chOff x="6019780" y="4023344"/>
            <a:chExt cx="188941" cy="291754"/>
          </a:xfrm>
        </p:grpSpPr>
        <p:sp>
          <p:nvSpPr>
            <p:cNvPr id="71" name="Henger 70">
              <a:extLst>
                <a:ext uri="{FF2B5EF4-FFF2-40B4-BE49-F238E27FC236}">
                  <a16:creationId xmlns:a16="http://schemas.microsoft.com/office/drawing/2014/main" id="{CC51D34E-D101-5EE4-5263-06300DC2FAD6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9A14E24B-A6B6-7779-AB45-37677C64A011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4" name="Ellipszis 73">
                <a:extLst>
                  <a:ext uri="{FF2B5EF4-FFF2-40B4-BE49-F238E27FC236}">
                    <a16:creationId xmlns:a16="http://schemas.microsoft.com/office/drawing/2014/main" id="{1D102236-AC54-E552-4149-27B98B6F9D4A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Ellipszis 74">
                <a:extLst>
                  <a:ext uri="{FF2B5EF4-FFF2-40B4-BE49-F238E27FC236}">
                    <a16:creationId xmlns:a16="http://schemas.microsoft.com/office/drawing/2014/main" id="{EAE9639C-6471-7427-B868-43CE4B3E04DE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7F1345AF-A9C6-ECC7-BE3B-F8212D8B0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7" name="Egyenes összekötő 76">
                <a:extLst>
                  <a:ext uri="{FF2B5EF4-FFF2-40B4-BE49-F238E27FC236}">
                    <a16:creationId xmlns:a16="http://schemas.microsoft.com/office/drawing/2014/main" id="{7D27FD45-C4A8-C3CE-16AC-674600EDD48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28F77F98-D5AD-2062-B5F1-BCBAC43EC5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CB659290-6AD2-24C6-8D9E-2570E2B71C0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E273CFD4-0189-31F1-5BB5-F40B6F7F5BB9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3" name="Téglalap 72">
              <a:extLst>
                <a:ext uri="{FF2B5EF4-FFF2-40B4-BE49-F238E27FC236}">
                  <a16:creationId xmlns:a16="http://schemas.microsoft.com/office/drawing/2014/main" id="{E8FA1EF7-A966-69F3-9B15-FA72D89D856C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1" name="Csoportba foglalás 80">
            <a:extLst>
              <a:ext uri="{FF2B5EF4-FFF2-40B4-BE49-F238E27FC236}">
                <a16:creationId xmlns:a16="http://schemas.microsoft.com/office/drawing/2014/main" id="{F8AF9879-E8FF-F07D-B578-72B77250FF83}"/>
              </a:ext>
            </a:extLst>
          </p:cNvPr>
          <p:cNvGrpSpPr/>
          <p:nvPr/>
        </p:nvGrpSpPr>
        <p:grpSpPr>
          <a:xfrm flipH="1">
            <a:off x="6917491" y="4048182"/>
            <a:ext cx="167010" cy="267276"/>
            <a:chOff x="3714334" y="2820709"/>
            <a:chExt cx="313655" cy="597856"/>
          </a:xfrm>
        </p:grpSpPr>
        <p:grpSp>
          <p:nvGrpSpPr>
            <p:cNvPr id="82" name="Csoportba foglalás 81">
              <a:extLst>
                <a:ext uri="{FF2B5EF4-FFF2-40B4-BE49-F238E27FC236}">
                  <a16:creationId xmlns:a16="http://schemas.microsoft.com/office/drawing/2014/main" id="{2723F94D-353C-8423-25BF-0B27A4A55CE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85" name="Henger 84">
                <a:extLst>
                  <a:ext uri="{FF2B5EF4-FFF2-40B4-BE49-F238E27FC236}">
                    <a16:creationId xmlns:a16="http://schemas.microsoft.com/office/drawing/2014/main" id="{E0401B63-5986-9023-BBB7-9541BC14D58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Ellipszis 85">
                <a:extLst>
                  <a:ext uri="{FF2B5EF4-FFF2-40B4-BE49-F238E27FC236}">
                    <a16:creationId xmlns:a16="http://schemas.microsoft.com/office/drawing/2014/main" id="{F3CC008C-626F-8C91-85D1-23F54C2E6FA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7" name="Téglalap 86">
                <a:extLst>
                  <a:ext uri="{FF2B5EF4-FFF2-40B4-BE49-F238E27FC236}">
                    <a16:creationId xmlns:a16="http://schemas.microsoft.com/office/drawing/2014/main" id="{2BE79EEB-D1DC-6636-D285-3104768FC1F6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C7DB2E66-CC08-E2EC-653D-2E3F62680E0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30DD6C0A-0B47-EB68-096A-12D64CC0DC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A82D4B92-5D53-E1A3-A648-B91C3D3893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B4FCBE59-8157-3BC8-FE58-54D26FA5E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C3527581-032E-055D-FFEF-0E9C97F918E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B9107011-1594-29F2-4179-D749C5B41B4D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3" name="Egyenes összekötő 82">
              <a:extLst>
                <a:ext uri="{FF2B5EF4-FFF2-40B4-BE49-F238E27FC236}">
                  <a16:creationId xmlns:a16="http://schemas.microsoft.com/office/drawing/2014/main" id="{4E0D7498-505F-F1E3-CEF7-D9F13E965A1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0CB9D674-11D3-D6DF-42A5-C1FB0B74827C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94" name="Téglalap 93">
            <a:extLst>
              <a:ext uri="{FF2B5EF4-FFF2-40B4-BE49-F238E27FC236}">
                <a16:creationId xmlns:a16="http://schemas.microsoft.com/office/drawing/2014/main" id="{107BA7DC-7735-0667-7209-9A0B79925FB6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0FBB382A-D4C5-B33A-8365-1268036AF2F7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87918CDA-2CBF-5453-20B9-703E3ED4AD4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99" name="Henger 98">
                <a:extLst>
                  <a:ext uri="{FF2B5EF4-FFF2-40B4-BE49-F238E27FC236}">
                    <a16:creationId xmlns:a16="http://schemas.microsoft.com/office/drawing/2014/main" id="{7DFD7885-B2C2-5E8C-41EF-81F4E00CC593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FE9A334F-A141-2066-D58F-0386BC96BE0A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1" name="Téglalap 100">
                <a:extLst>
                  <a:ext uri="{FF2B5EF4-FFF2-40B4-BE49-F238E27FC236}">
                    <a16:creationId xmlns:a16="http://schemas.microsoft.com/office/drawing/2014/main" id="{D112CBAF-593E-3B97-924B-B98039BAE014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15F2CE57-563D-3662-DC35-C67B51DA28E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3" name="Egyenes összekötő 102">
                <a:extLst>
                  <a:ext uri="{FF2B5EF4-FFF2-40B4-BE49-F238E27FC236}">
                    <a16:creationId xmlns:a16="http://schemas.microsoft.com/office/drawing/2014/main" id="{21D893D7-4E7E-1F46-0362-2052E9E360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4" name="Egyenes összekötő 103">
                <a:extLst>
                  <a:ext uri="{FF2B5EF4-FFF2-40B4-BE49-F238E27FC236}">
                    <a16:creationId xmlns:a16="http://schemas.microsoft.com/office/drawing/2014/main" id="{DA90F5FA-8EF4-32A4-8C76-70F4D5C7287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07D2B049-7C7F-D362-2885-036583A155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41D34FED-2B20-BA32-0332-E16EE4AFB87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0E00D625-09A5-2368-718E-03805A2D1583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DD5AEEDD-8DA7-7065-6FC4-CD55E549982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8265E58D-B780-DBA6-84DB-D110ED47853E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08" name="Csoportba foglalás 107">
            <a:extLst>
              <a:ext uri="{FF2B5EF4-FFF2-40B4-BE49-F238E27FC236}">
                <a16:creationId xmlns:a16="http://schemas.microsoft.com/office/drawing/2014/main" id="{8D4EC527-0117-174F-778F-2BB0AE95383A}"/>
              </a:ext>
            </a:extLst>
          </p:cNvPr>
          <p:cNvGrpSpPr/>
          <p:nvPr/>
        </p:nvGrpSpPr>
        <p:grpSpPr>
          <a:xfrm>
            <a:off x="6445623" y="4046153"/>
            <a:ext cx="152086" cy="265094"/>
            <a:chOff x="-519618" y="3211145"/>
            <a:chExt cx="389120" cy="678258"/>
          </a:xfrm>
        </p:grpSpPr>
        <p:grpSp>
          <p:nvGrpSpPr>
            <p:cNvPr id="109" name="Csoportba foglalás 108">
              <a:extLst>
                <a:ext uri="{FF2B5EF4-FFF2-40B4-BE49-F238E27FC236}">
                  <a16:creationId xmlns:a16="http://schemas.microsoft.com/office/drawing/2014/main" id="{E3674DCE-8719-19ED-02E6-31D23E8F72F3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17" name="Henger 116">
                <a:extLst>
                  <a:ext uri="{FF2B5EF4-FFF2-40B4-BE49-F238E27FC236}">
                    <a16:creationId xmlns:a16="http://schemas.microsoft.com/office/drawing/2014/main" id="{57B52E0D-4189-D162-A3B8-072CE9188F7C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5CD51920-A57C-DAD5-869B-660040FF5A7F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Ív 118">
                <a:extLst>
                  <a:ext uri="{FF2B5EF4-FFF2-40B4-BE49-F238E27FC236}">
                    <a16:creationId xmlns:a16="http://schemas.microsoft.com/office/drawing/2014/main" id="{88150652-C365-C345-5903-915923CB2958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20" name="Picture 2" descr="Forráskép megtekintése">
                <a:extLst>
                  <a:ext uri="{FF2B5EF4-FFF2-40B4-BE49-F238E27FC236}">
                    <a16:creationId xmlns:a16="http://schemas.microsoft.com/office/drawing/2014/main" id="{178D8B1C-D205-2369-2CCC-91C9D2F26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98E88CBA-B887-DAC8-A6B6-3B7E30129670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Csillag: 4 ágú 121">
                <a:extLst>
                  <a:ext uri="{FF2B5EF4-FFF2-40B4-BE49-F238E27FC236}">
                    <a16:creationId xmlns:a16="http://schemas.microsoft.com/office/drawing/2014/main" id="{ED84E31B-3AF6-58ED-CBC9-012F678B3D10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3" name="Szabadkézi sokszög: alakzat 122">
                <a:extLst>
                  <a:ext uri="{FF2B5EF4-FFF2-40B4-BE49-F238E27FC236}">
                    <a16:creationId xmlns:a16="http://schemas.microsoft.com/office/drawing/2014/main" id="{BE280071-F4B1-60A8-6A0C-26A1A7F2963C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113692B5-6849-2415-7279-52CA892C64D7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0" name="Ellipszis 109">
              <a:extLst>
                <a:ext uri="{FF2B5EF4-FFF2-40B4-BE49-F238E27FC236}">
                  <a16:creationId xmlns:a16="http://schemas.microsoft.com/office/drawing/2014/main" id="{483288E6-76E2-C7E2-4841-44A8A3B4F848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39103893-0150-73FC-3BF4-C99575F0CC3C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12" name="Egyenes összekötő 111">
              <a:extLst>
                <a:ext uri="{FF2B5EF4-FFF2-40B4-BE49-F238E27FC236}">
                  <a16:creationId xmlns:a16="http://schemas.microsoft.com/office/drawing/2014/main" id="{CF7B7B9A-D682-9309-41B6-8FF8F089FB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3" name="Ellipszis 112">
              <a:extLst>
                <a:ext uri="{FF2B5EF4-FFF2-40B4-BE49-F238E27FC236}">
                  <a16:creationId xmlns:a16="http://schemas.microsoft.com/office/drawing/2014/main" id="{F7081331-7357-1286-6DD4-7BD38BDC2E96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Ellipszis 113">
              <a:extLst>
                <a:ext uri="{FF2B5EF4-FFF2-40B4-BE49-F238E27FC236}">
                  <a16:creationId xmlns:a16="http://schemas.microsoft.com/office/drawing/2014/main" id="{EBF651D4-95C9-5C7B-B46D-5289B5AF875B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5" name="Kép 114">
              <a:extLst>
                <a:ext uri="{FF2B5EF4-FFF2-40B4-BE49-F238E27FC236}">
                  <a16:creationId xmlns:a16="http://schemas.microsoft.com/office/drawing/2014/main" id="{2964216A-FDD4-056B-6DCF-FC89C43DDF7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16" name="Egyenes összekötő 115">
              <a:extLst>
                <a:ext uri="{FF2B5EF4-FFF2-40B4-BE49-F238E27FC236}">
                  <a16:creationId xmlns:a16="http://schemas.microsoft.com/office/drawing/2014/main" id="{E948F0F5-9E7E-6111-3789-8362C2A37DB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31101BF6-94EC-9A46-693B-96E5B528293A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B0F35115-0CA9-15E2-8660-89479CACF844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60843817-16BC-A6BA-0C51-14FD54C1EA31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0145317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6306BC43-1EC6-19FC-DFCE-3ADD6CEB40C6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697971CD-FA57-1ADE-D36F-53AC4B7B2F04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FBC63226-1245-24C5-CBFE-892D7C807F71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8A53A100-BE9A-60C5-A165-BEF537A2AF85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E77042BF-D386-CEFD-142D-02BDACE0C7F5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37A1D892-25D2-2DDA-DF13-2A18343FD2AD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8CB44EFC-5A3E-BADF-C5DC-BD2D5E2693D9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54E4C936-A833-10B6-AA40-E66DF6AFCB51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F1571BCB-6261-6E10-309C-8CCAB0E759A9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E7E82E2D-D9B7-3ADD-6634-5168690777C4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4EC3CDF0-B168-5EC1-8006-D6FBFBBFE04D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5D114DA5-D55C-756F-2F5A-B8D1DC6859CD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786E595F-92E7-BEBC-074C-58DBD148B046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88629275-B222-1A95-0895-5AA6BC55D585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2FA1CBDE-85F2-616B-5AE4-74F0FA69A520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19704B7C-EB0F-D8B8-986D-9CB8C3891BF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926E0D10-300C-463A-9959-3450D1096B95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5023D42C-B3F5-AD69-ACD4-96487F7E287D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56F26F16-0336-1E76-2D10-F9C0335FD4C2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0F379FD5-D8B0-929D-9B75-42E53C0EB924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5460C683-A183-1DE9-5AB5-39D53C514193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D8572E29-BB11-C7C1-138D-83FCFBB20BB2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BFB9D9BB-6EDA-C68A-1B5A-4D9462F56F6F}"/>
              </a:ext>
            </a:extLst>
          </p:cNvPr>
          <p:cNvSpPr/>
          <p:nvPr/>
        </p:nvSpPr>
        <p:spPr>
          <a:xfrm rot="6373712">
            <a:off x="11329438" y="-69797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A21DFFA1-F7C5-60AD-9FC0-5002C0816825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C750D9D9-B6C5-ED94-88AF-678F78F55C77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22F055F0-81E8-6ADB-C0C3-DDC30FEBF231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398F1DEB-D593-5AC0-7ECE-8B1B10CEC2CA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73230C56-A19B-A71C-657A-873414233873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EBDA3A16-E078-3EA6-EE93-BDC59B8EE895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14F58E75-A0BF-77BE-DCE2-F5241E460B39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474DE302-BC0E-1DC7-55EE-9B89C726DC6B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E3E2EA40-411A-FF7C-7D3B-E1874E239DE1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569A3ACE-FBBB-A5E9-DDB8-1EA7D0204325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076E8DE0-2D86-772D-B50A-3062901FFF5A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5CD2F844-5450-B411-1DD1-25132818ED1D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5FC74DE0-CF8B-B71E-5888-5D5B1A5B8039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C4CE440D-608B-599C-824D-DA63EA8E6D6E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8EF080BD-F6F6-E8C0-981E-85A2FD905DB8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B673F8A9-3A02-EFEC-AFD6-5A24970E5725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F00557A5-FE44-A47D-DC34-80FD84AE8B1E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18792611-520F-BA15-3B98-0FFA245E9F2C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2B272C66-D961-3363-426A-55DD12BE27D0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38813880-A47F-9BF3-5A6E-5B4649EE425F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DD1C4E8E-8E02-C9BD-35D3-FC5911DF23B0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A4836A96-AC0A-B53E-545C-378314183990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2A9B741C-2C1B-CD5D-5B9A-70126CA34CF0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697E739A-344D-9CDA-C16D-C074EAE7AF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F9E19392-3883-E5AF-96C9-C5E322F724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EE334C7E-13F4-F391-31C7-CE08D27D86C2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F7FAE6D0-AE36-349A-54DB-067DBBF9A456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125064EA-B95A-9178-9F5F-229DCB5E8D9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6186DE3E-9118-ACB8-CF80-25A62E48C933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7592D77F-4287-46F6-2057-59A376A4FBE3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A5BCF6C2-C32C-5BBF-A8E0-9FD6F67D2FD9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E5CF04F2-F70C-765D-18DA-49A6F83B9CB0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032D9C72-954F-0E54-B2BB-CC02F58C56ED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38626C96-8B88-1AC4-095E-05C87476EF1B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DCE0B59B-3FD7-5AE4-8564-5C114605EB32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E275F2FC-011F-9AFB-73C0-FBA8405889B6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4B4889BD-97BF-789B-C1E7-DC8F0B0DA278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6C57492B-7028-1484-5142-EA323D9620A0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B9811016-8A18-F727-F6F4-5E50B7AA98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EDA5166-2EE8-299C-5179-7339DA56F32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CEB2DAAD-A83A-4878-B37D-D150321B5B4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EE780107-15C3-39E0-AB51-D305B7A9EF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095D71EC-9D2E-467E-BE14-8721A2E4C3DB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0A04FA9F-8277-ED41-EC9D-85F5B06ED8EE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70" name="Csoportba foglalás 69">
            <a:extLst>
              <a:ext uri="{FF2B5EF4-FFF2-40B4-BE49-F238E27FC236}">
                <a16:creationId xmlns:a16="http://schemas.microsoft.com/office/drawing/2014/main" id="{0442BDAE-4DD5-7EA2-7FFE-B5FD000C2DA6}"/>
              </a:ext>
            </a:extLst>
          </p:cNvPr>
          <p:cNvGrpSpPr/>
          <p:nvPr/>
        </p:nvGrpSpPr>
        <p:grpSpPr>
          <a:xfrm>
            <a:off x="7451605" y="4005950"/>
            <a:ext cx="188941" cy="291754"/>
            <a:chOff x="6019780" y="4023344"/>
            <a:chExt cx="188941" cy="291754"/>
          </a:xfrm>
        </p:grpSpPr>
        <p:sp>
          <p:nvSpPr>
            <p:cNvPr id="71" name="Henger 70">
              <a:extLst>
                <a:ext uri="{FF2B5EF4-FFF2-40B4-BE49-F238E27FC236}">
                  <a16:creationId xmlns:a16="http://schemas.microsoft.com/office/drawing/2014/main" id="{845910C8-1761-5C7D-0BB6-D291AD6E00E9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D4BDD409-742E-4E7C-054A-45FBF0457A0D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4" name="Ellipszis 73">
                <a:extLst>
                  <a:ext uri="{FF2B5EF4-FFF2-40B4-BE49-F238E27FC236}">
                    <a16:creationId xmlns:a16="http://schemas.microsoft.com/office/drawing/2014/main" id="{CF22DFAA-CEF0-8F97-2601-67573812BA70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Ellipszis 74">
                <a:extLst>
                  <a:ext uri="{FF2B5EF4-FFF2-40B4-BE49-F238E27FC236}">
                    <a16:creationId xmlns:a16="http://schemas.microsoft.com/office/drawing/2014/main" id="{2571A11B-CA4A-C01E-A687-1AA830D1D09B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4A9A5C7B-F81D-FF1F-B57A-30C8D59457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7" name="Egyenes összekötő 76">
                <a:extLst>
                  <a:ext uri="{FF2B5EF4-FFF2-40B4-BE49-F238E27FC236}">
                    <a16:creationId xmlns:a16="http://schemas.microsoft.com/office/drawing/2014/main" id="{BAC56A09-28DE-E0C7-F603-20E0B076A1C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FABCD3B8-2389-F941-8555-8FF235B0DAA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5D77382D-0541-C8FD-8DDC-FA488E6D6E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0C23AFE5-32AD-E545-40C2-E93F8A1DD13F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3" name="Téglalap 72">
              <a:extLst>
                <a:ext uri="{FF2B5EF4-FFF2-40B4-BE49-F238E27FC236}">
                  <a16:creationId xmlns:a16="http://schemas.microsoft.com/office/drawing/2014/main" id="{696D0BE8-F57C-8A5F-E3EB-AE7F8EFDCE92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1" name="Csoportba foglalás 80">
            <a:extLst>
              <a:ext uri="{FF2B5EF4-FFF2-40B4-BE49-F238E27FC236}">
                <a16:creationId xmlns:a16="http://schemas.microsoft.com/office/drawing/2014/main" id="{8E8B48FB-DB3E-DB9A-0941-EFCA001D6ABC}"/>
              </a:ext>
            </a:extLst>
          </p:cNvPr>
          <p:cNvGrpSpPr/>
          <p:nvPr/>
        </p:nvGrpSpPr>
        <p:grpSpPr>
          <a:xfrm flipH="1">
            <a:off x="6977873" y="4048182"/>
            <a:ext cx="167010" cy="267276"/>
            <a:chOff x="3714334" y="2820709"/>
            <a:chExt cx="313655" cy="597856"/>
          </a:xfrm>
        </p:grpSpPr>
        <p:grpSp>
          <p:nvGrpSpPr>
            <p:cNvPr id="82" name="Csoportba foglalás 81">
              <a:extLst>
                <a:ext uri="{FF2B5EF4-FFF2-40B4-BE49-F238E27FC236}">
                  <a16:creationId xmlns:a16="http://schemas.microsoft.com/office/drawing/2014/main" id="{F8753F9D-A868-D264-AFA4-2C2711A0CC27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85" name="Henger 84">
                <a:extLst>
                  <a:ext uri="{FF2B5EF4-FFF2-40B4-BE49-F238E27FC236}">
                    <a16:creationId xmlns:a16="http://schemas.microsoft.com/office/drawing/2014/main" id="{FDE5AB89-DF2C-6A25-A90D-3FAB57942E5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Ellipszis 85">
                <a:extLst>
                  <a:ext uri="{FF2B5EF4-FFF2-40B4-BE49-F238E27FC236}">
                    <a16:creationId xmlns:a16="http://schemas.microsoft.com/office/drawing/2014/main" id="{624FE283-1100-9153-4073-A206639EC59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7" name="Téglalap 86">
                <a:extLst>
                  <a:ext uri="{FF2B5EF4-FFF2-40B4-BE49-F238E27FC236}">
                    <a16:creationId xmlns:a16="http://schemas.microsoft.com/office/drawing/2014/main" id="{4E115C08-2572-1CD9-8B05-68FF54954599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0FB09CE3-636D-643E-1041-C83E0D81D78B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D43A27F9-66A5-5160-7C4D-0113FE880D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D4EF2516-9919-28FD-3F81-5367997EA1F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00443F3C-3832-061E-82B4-2B70169382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0FF96534-C87C-D233-3277-15D6757904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BA358529-EEBA-7BEB-C808-0F92585991A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3" name="Egyenes összekötő 82">
              <a:extLst>
                <a:ext uri="{FF2B5EF4-FFF2-40B4-BE49-F238E27FC236}">
                  <a16:creationId xmlns:a16="http://schemas.microsoft.com/office/drawing/2014/main" id="{D0369968-2EBD-C91C-2756-90625F0E6DF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40EF431E-B7F9-2938-D928-26149DED68B6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94" name="Téglalap 93">
            <a:extLst>
              <a:ext uri="{FF2B5EF4-FFF2-40B4-BE49-F238E27FC236}">
                <a16:creationId xmlns:a16="http://schemas.microsoft.com/office/drawing/2014/main" id="{A2F095FD-426F-F000-3078-943B002BA11B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8870ACBD-814A-3DFB-866E-08D75A13E4FB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6C789D8F-1B7A-307B-7375-96745593E959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99" name="Henger 98">
                <a:extLst>
                  <a:ext uri="{FF2B5EF4-FFF2-40B4-BE49-F238E27FC236}">
                    <a16:creationId xmlns:a16="http://schemas.microsoft.com/office/drawing/2014/main" id="{1604EC99-7AEB-77F2-7487-496A1F991BE9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618087F9-28A2-4B65-4CA0-3D081C54F55F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1" name="Téglalap 100">
                <a:extLst>
                  <a:ext uri="{FF2B5EF4-FFF2-40B4-BE49-F238E27FC236}">
                    <a16:creationId xmlns:a16="http://schemas.microsoft.com/office/drawing/2014/main" id="{36BCF460-401C-829E-E912-4F7234D2912A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45A07C3D-D3C9-AC18-70DC-121ABA1F172C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3" name="Egyenes összekötő 102">
                <a:extLst>
                  <a:ext uri="{FF2B5EF4-FFF2-40B4-BE49-F238E27FC236}">
                    <a16:creationId xmlns:a16="http://schemas.microsoft.com/office/drawing/2014/main" id="{55252DB6-00AE-7EE6-140A-AA3814BF3D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4" name="Egyenes összekötő 103">
                <a:extLst>
                  <a:ext uri="{FF2B5EF4-FFF2-40B4-BE49-F238E27FC236}">
                    <a16:creationId xmlns:a16="http://schemas.microsoft.com/office/drawing/2014/main" id="{1BA36575-C667-C9F5-A425-6F0E0DBDFF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775BFC76-7A88-B055-86A2-0699F4AA65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130D7F20-79AD-4870-EB1C-7F4CB25749A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E3D8B4B0-7F5C-13D3-06AD-EA888CA184C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78E15466-C653-C5A1-6154-5811A4D279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65A249DC-D494-B34F-E8FF-D18E279FA7D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08" name="Csoportba foglalás 107">
            <a:extLst>
              <a:ext uri="{FF2B5EF4-FFF2-40B4-BE49-F238E27FC236}">
                <a16:creationId xmlns:a16="http://schemas.microsoft.com/office/drawing/2014/main" id="{2C4DFE38-E6AA-5F12-B61F-6D7998AAE809}"/>
              </a:ext>
            </a:extLst>
          </p:cNvPr>
          <p:cNvGrpSpPr/>
          <p:nvPr/>
        </p:nvGrpSpPr>
        <p:grpSpPr>
          <a:xfrm>
            <a:off x="6514631" y="4046153"/>
            <a:ext cx="152086" cy="265094"/>
            <a:chOff x="-519618" y="3211145"/>
            <a:chExt cx="389120" cy="678258"/>
          </a:xfrm>
        </p:grpSpPr>
        <p:grpSp>
          <p:nvGrpSpPr>
            <p:cNvPr id="109" name="Csoportba foglalás 108">
              <a:extLst>
                <a:ext uri="{FF2B5EF4-FFF2-40B4-BE49-F238E27FC236}">
                  <a16:creationId xmlns:a16="http://schemas.microsoft.com/office/drawing/2014/main" id="{4295592D-3849-E8C4-CFCD-C2A39A5379F7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17" name="Henger 116">
                <a:extLst>
                  <a:ext uri="{FF2B5EF4-FFF2-40B4-BE49-F238E27FC236}">
                    <a16:creationId xmlns:a16="http://schemas.microsoft.com/office/drawing/2014/main" id="{7DA13F06-A99B-484B-D252-DF18FE495B7E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86EC4F5C-C6BA-DEE8-1561-976C7F75C248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Ív 118">
                <a:extLst>
                  <a:ext uri="{FF2B5EF4-FFF2-40B4-BE49-F238E27FC236}">
                    <a16:creationId xmlns:a16="http://schemas.microsoft.com/office/drawing/2014/main" id="{32194AD5-E81F-796E-C211-8588ED3EDC82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20" name="Picture 2" descr="Forráskép megtekintése">
                <a:extLst>
                  <a:ext uri="{FF2B5EF4-FFF2-40B4-BE49-F238E27FC236}">
                    <a16:creationId xmlns:a16="http://schemas.microsoft.com/office/drawing/2014/main" id="{8FDE231E-824F-DADC-7ED0-F5B5E28F9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F7850EF3-2B1C-5768-142C-649930F1C9B8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Csillag: 4 ágú 121">
                <a:extLst>
                  <a:ext uri="{FF2B5EF4-FFF2-40B4-BE49-F238E27FC236}">
                    <a16:creationId xmlns:a16="http://schemas.microsoft.com/office/drawing/2014/main" id="{235F1246-3845-6E8D-1998-414FABE6F597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3" name="Szabadkézi sokszög: alakzat 122">
                <a:extLst>
                  <a:ext uri="{FF2B5EF4-FFF2-40B4-BE49-F238E27FC236}">
                    <a16:creationId xmlns:a16="http://schemas.microsoft.com/office/drawing/2014/main" id="{D42EB119-AC3A-B86A-4997-82B61065E284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AFD4C4B3-062C-B6B0-931E-F4C6247E7EDD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0" name="Ellipszis 109">
              <a:extLst>
                <a:ext uri="{FF2B5EF4-FFF2-40B4-BE49-F238E27FC236}">
                  <a16:creationId xmlns:a16="http://schemas.microsoft.com/office/drawing/2014/main" id="{D0DF3175-5839-A285-F70B-EA7AAD2397EC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1C9759A4-EF1D-4549-6399-D9BD9029877D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12" name="Egyenes összekötő 111">
              <a:extLst>
                <a:ext uri="{FF2B5EF4-FFF2-40B4-BE49-F238E27FC236}">
                  <a16:creationId xmlns:a16="http://schemas.microsoft.com/office/drawing/2014/main" id="{65576823-CFDE-4F39-1643-850EEF6A14E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3" name="Ellipszis 112">
              <a:extLst>
                <a:ext uri="{FF2B5EF4-FFF2-40B4-BE49-F238E27FC236}">
                  <a16:creationId xmlns:a16="http://schemas.microsoft.com/office/drawing/2014/main" id="{DE9C1B2A-CFE1-3268-1ACC-5FE2DCCF7FA3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Ellipszis 113">
              <a:extLst>
                <a:ext uri="{FF2B5EF4-FFF2-40B4-BE49-F238E27FC236}">
                  <a16:creationId xmlns:a16="http://schemas.microsoft.com/office/drawing/2014/main" id="{E37BEEAD-4722-F876-9B0A-E417E6FE1832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5" name="Kép 114">
              <a:extLst>
                <a:ext uri="{FF2B5EF4-FFF2-40B4-BE49-F238E27FC236}">
                  <a16:creationId xmlns:a16="http://schemas.microsoft.com/office/drawing/2014/main" id="{08D5D0FC-D7FB-58AD-D26A-FE15EF6FBF8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16" name="Egyenes összekötő 115">
              <a:extLst>
                <a:ext uri="{FF2B5EF4-FFF2-40B4-BE49-F238E27FC236}">
                  <a16:creationId xmlns:a16="http://schemas.microsoft.com/office/drawing/2014/main" id="{7B86B623-8D0C-8C97-1300-19D777DBD84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C3E9C92D-64B1-B70F-3361-6FE01059E0EC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77BCE3AB-057C-99B9-43E5-7A204270CCF4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6678ED61-8070-9629-0887-A8C0FA3857A9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8860102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3CFB4F78-8D6F-E63C-657B-607D9FF097ED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167914C1-F1FD-9437-1D09-ADFF74DB1726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D3EB1D44-5260-CA1D-5C6A-687A857DDCF7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893172FB-2B03-A794-B08B-80F7C501AC77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826689A6-DA64-88E0-E71E-7B24FA3C249C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C90D7D09-4DDC-2751-FD06-3FEB2A8C678D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0F3C3E82-9AD4-0B82-746F-7C9C9F710681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FBBF111C-3090-C8A0-27AD-BE155BB70905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776A17BB-867F-6936-102F-0959E7665AD8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F05891FD-4FBB-9CB1-9994-8ADEB7B28AAB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3EDF84E0-CB5B-1946-54D5-117B497FF6CF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092BE5CB-8A58-C016-A0F7-C23611A6A5B6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C1928C7D-1F02-1695-7423-4D8E2BD26C16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C695DA60-1BD6-027D-BAAA-C4C9DAFD79AC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CB7020E2-E50A-1939-723A-0E66F76C4185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212D3360-9A4E-8FB5-1F86-677FAEF9F0E3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2FFDC0C9-579E-A1F6-94AB-5E396FB90045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41AF885F-B82D-F834-0C56-4ACCDCA854E8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7B67AFB9-B058-5D99-62D3-E164F04A6D4B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2A889AAB-DB59-92FB-38D6-C9FF9D003929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809AD333-4A62-3752-B6D2-FAC8FD747C1F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42FC3376-A557-CCDB-D890-D2E45A371FCF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369EA6E1-1508-3EB0-7A07-505DA2896E97}"/>
              </a:ext>
            </a:extLst>
          </p:cNvPr>
          <p:cNvSpPr/>
          <p:nvPr/>
        </p:nvSpPr>
        <p:spPr>
          <a:xfrm rot="8127401">
            <a:off x="10942184" y="-106033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6A463288-CE86-025C-3772-42832476E8E6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B8AEC4D5-4ECC-2C0A-7231-A07F679B07FC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E7C0C6A6-DB70-EEBF-E5F5-319981A3ED9C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A63EAD3C-0E93-8D72-7780-10C7959A2023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9C845FE1-8A4E-AC77-5B30-69FE7B6BDA36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E3D2F1D8-DF8F-79A6-7B46-43B7D2977F1B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CC35CA10-1B2D-EA62-A3EE-768D6BD5A73A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CACEBC34-7817-5444-B5CC-DF1748B6D0F7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6C181D44-5F48-680E-E2AC-5FEA351AE777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275595F1-1C01-B231-0502-D77752F829C5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A29D1A23-A43D-FF67-C207-81678179E279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6CF17931-E6B0-EAF5-6180-14BA923D45E6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6EBA6088-F073-7E71-A615-50987D564819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293A2AC0-B765-9288-BD6D-BBF9EBD79F50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C644F054-C5B3-F351-1CA2-4A5E2BD9E6B9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66FE2C78-F699-96AF-A786-5810E1431AD9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DF1A9D29-AAF7-2EA2-7251-8A573E3D3148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F10C04D8-77EB-0227-886F-972AF094B329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C5F51009-F8C1-3B84-21AB-13ED799A1E84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678354AC-462F-22AE-5340-C5A60C96CB0A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40CDA8E1-BF84-6867-00B9-26D4934BC1DA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F4BAB487-1852-D9CB-87B2-6510B1797997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50011A04-7EA6-B37C-DBF1-9C2BF4DABC72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94B91128-AD9A-1A67-7EFB-7764EEE70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B6490BA2-58ED-4A17-7A59-3B33024841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CB825D4B-76D4-7F04-A6B4-5B97F82DEB25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101457EC-56E7-2DB7-CFD8-ADF34C31A51F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2BCC4A3B-725B-DC15-D8E7-78046894AC5A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AB8467F9-6A08-7041-1659-D990B70F42ED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D5518B00-9473-FBEF-0985-90D9EFEA737A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41BDCF6A-9F67-CB76-2FAA-2CFD78655C31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F8D65788-3EC8-FEF0-46AE-3FE39B9DBB70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27A8175C-9E75-4A8D-9980-8C122DC84776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1D79EEAF-C345-54FC-8F4A-939109373747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4E5979BE-0D56-E9CA-286D-3834D0BFF7FC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78E47F97-9E8F-7977-6E77-BCB37824F706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25EC7D9B-FBA1-0ACB-CC3E-49C773E1A3F4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8B6B9ED4-2297-5FAB-FF62-E269BE57839E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9E70C124-F6D8-A189-6FA1-41CCCB28D4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A22AAE46-0D28-ABA8-E465-8532DB9E06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6D218F77-AC08-9DDC-842C-C37D6897F4F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56CCA9EC-5BF2-B0C0-B39A-D1ABFAE077C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3413C8FC-1F61-5436-20BE-A17DC3666815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8E2B7CC6-0CE9-CDDB-12C6-56F6EEEE00BF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70" name="Csoportba foglalás 69">
            <a:extLst>
              <a:ext uri="{FF2B5EF4-FFF2-40B4-BE49-F238E27FC236}">
                <a16:creationId xmlns:a16="http://schemas.microsoft.com/office/drawing/2014/main" id="{AE152FE4-A37E-F666-6D78-2BEFAD62F382}"/>
              </a:ext>
            </a:extLst>
          </p:cNvPr>
          <p:cNvGrpSpPr/>
          <p:nvPr/>
        </p:nvGrpSpPr>
        <p:grpSpPr>
          <a:xfrm>
            <a:off x="7503361" y="4005950"/>
            <a:ext cx="188941" cy="291754"/>
            <a:chOff x="6019780" y="4023344"/>
            <a:chExt cx="188941" cy="291754"/>
          </a:xfrm>
        </p:grpSpPr>
        <p:sp>
          <p:nvSpPr>
            <p:cNvPr id="71" name="Henger 70">
              <a:extLst>
                <a:ext uri="{FF2B5EF4-FFF2-40B4-BE49-F238E27FC236}">
                  <a16:creationId xmlns:a16="http://schemas.microsoft.com/office/drawing/2014/main" id="{74562D27-B9F7-E6D2-D6B5-A6CDCBF50FF7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1CF929D1-D049-B1F4-0277-85F64AA24E0C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4" name="Ellipszis 73">
                <a:extLst>
                  <a:ext uri="{FF2B5EF4-FFF2-40B4-BE49-F238E27FC236}">
                    <a16:creationId xmlns:a16="http://schemas.microsoft.com/office/drawing/2014/main" id="{A7B077F4-F10D-30E5-F807-75B59BDE9F68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Ellipszis 74">
                <a:extLst>
                  <a:ext uri="{FF2B5EF4-FFF2-40B4-BE49-F238E27FC236}">
                    <a16:creationId xmlns:a16="http://schemas.microsoft.com/office/drawing/2014/main" id="{304AEBF6-C87C-57BB-2566-9F4F649BF863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25CD7D43-06C5-F469-39B1-4D943E6208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7" name="Egyenes összekötő 76">
                <a:extLst>
                  <a:ext uri="{FF2B5EF4-FFF2-40B4-BE49-F238E27FC236}">
                    <a16:creationId xmlns:a16="http://schemas.microsoft.com/office/drawing/2014/main" id="{6F324764-D22E-DB76-4EEC-59B6E6EB96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7AF94F7D-8857-C2E0-ED82-B01AEC09B64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659B4209-4AAA-A6B8-4182-2AAF8D98F5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E5672F48-E99C-8A16-5E5A-8E8B10D581FC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3" name="Téglalap 72">
              <a:extLst>
                <a:ext uri="{FF2B5EF4-FFF2-40B4-BE49-F238E27FC236}">
                  <a16:creationId xmlns:a16="http://schemas.microsoft.com/office/drawing/2014/main" id="{A26DF5F8-8A82-7E40-22C9-1B63ED740034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1" name="Csoportba foglalás 80">
            <a:extLst>
              <a:ext uri="{FF2B5EF4-FFF2-40B4-BE49-F238E27FC236}">
                <a16:creationId xmlns:a16="http://schemas.microsoft.com/office/drawing/2014/main" id="{2136C7E5-8B22-BBD5-A1BD-BCEF0D1FD782}"/>
              </a:ext>
            </a:extLst>
          </p:cNvPr>
          <p:cNvGrpSpPr/>
          <p:nvPr/>
        </p:nvGrpSpPr>
        <p:grpSpPr>
          <a:xfrm flipH="1">
            <a:off x="7029629" y="4048182"/>
            <a:ext cx="167010" cy="267276"/>
            <a:chOff x="3714334" y="2820709"/>
            <a:chExt cx="313655" cy="597856"/>
          </a:xfrm>
        </p:grpSpPr>
        <p:grpSp>
          <p:nvGrpSpPr>
            <p:cNvPr id="82" name="Csoportba foglalás 81">
              <a:extLst>
                <a:ext uri="{FF2B5EF4-FFF2-40B4-BE49-F238E27FC236}">
                  <a16:creationId xmlns:a16="http://schemas.microsoft.com/office/drawing/2014/main" id="{37730CCE-6256-FF19-4A14-9A3B5A0C75AE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85" name="Henger 84">
                <a:extLst>
                  <a:ext uri="{FF2B5EF4-FFF2-40B4-BE49-F238E27FC236}">
                    <a16:creationId xmlns:a16="http://schemas.microsoft.com/office/drawing/2014/main" id="{B8064270-B8A0-B86F-73DA-0F35C58AE7AF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Ellipszis 85">
                <a:extLst>
                  <a:ext uri="{FF2B5EF4-FFF2-40B4-BE49-F238E27FC236}">
                    <a16:creationId xmlns:a16="http://schemas.microsoft.com/office/drawing/2014/main" id="{04131618-57C2-AE69-8A33-65F4609EE71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7" name="Téglalap 86">
                <a:extLst>
                  <a:ext uri="{FF2B5EF4-FFF2-40B4-BE49-F238E27FC236}">
                    <a16:creationId xmlns:a16="http://schemas.microsoft.com/office/drawing/2014/main" id="{4F4A1C84-43D6-761F-A9BE-43566E6D515A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72EEB908-79B7-F9A2-BA6A-FEA86B1BF82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631DDC86-F0EE-A52C-4A94-291BFA2143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90692297-F8AF-3915-EF4F-E308281978A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C0573C8D-C687-1BF9-3B0D-CE5CC16603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083F12C8-486B-11E9-1C79-A324D93E298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98AE32A2-7D71-CED9-05D8-F3AE9BC3D0FE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3" name="Egyenes összekötő 82">
              <a:extLst>
                <a:ext uri="{FF2B5EF4-FFF2-40B4-BE49-F238E27FC236}">
                  <a16:creationId xmlns:a16="http://schemas.microsoft.com/office/drawing/2014/main" id="{33098D71-4234-7A92-BB8A-B5ADCC6A012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D5D31F09-A839-3089-21CE-1DC93C18E59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94" name="Téglalap 93">
            <a:extLst>
              <a:ext uri="{FF2B5EF4-FFF2-40B4-BE49-F238E27FC236}">
                <a16:creationId xmlns:a16="http://schemas.microsoft.com/office/drawing/2014/main" id="{A4FE2EC7-DC8A-F915-1BEF-E1924C583C80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D6B281C0-8B47-1050-356C-B7D2E0B69BC4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68687457-32ED-2BCF-86D1-7D21ED9D92FA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99" name="Henger 98">
                <a:extLst>
                  <a:ext uri="{FF2B5EF4-FFF2-40B4-BE49-F238E27FC236}">
                    <a16:creationId xmlns:a16="http://schemas.microsoft.com/office/drawing/2014/main" id="{2D2B1AF9-5D87-7007-1960-56341DAFB6B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B66540B5-87C1-6504-FCDC-2A4BCE5CBA48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1" name="Téglalap 100">
                <a:extLst>
                  <a:ext uri="{FF2B5EF4-FFF2-40B4-BE49-F238E27FC236}">
                    <a16:creationId xmlns:a16="http://schemas.microsoft.com/office/drawing/2014/main" id="{A3688BB7-CB9A-B023-4684-27EB871E71A0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06FA0FDA-BD67-8E87-D73A-E191B1350FD3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3" name="Egyenes összekötő 102">
                <a:extLst>
                  <a:ext uri="{FF2B5EF4-FFF2-40B4-BE49-F238E27FC236}">
                    <a16:creationId xmlns:a16="http://schemas.microsoft.com/office/drawing/2014/main" id="{E9C37ECD-063C-BCA7-4A4D-075742A25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4" name="Egyenes összekötő 103">
                <a:extLst>
                  <a:ext uri="{FF2B5EF4-FFF2-40B4-BE49-F238E27FC236}">
                    <a16:creationId xmlns:a16="http://schemas.microsoft.com/office/drawing/2014/main" id="{04DDC750-CFAC-4FAF-98F8-9EB9ED3BAA1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41DE5B3B-9B1A-401E-508F-DD2C30495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83558489-8BB9-83E3-F4A7-188CC66A27F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08099D27-F948-EC7B-842B-392B6EB53B56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BC3FB0FD-0E00-515C-0E00-97045C4404C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9AED7866-0EDD-A1A2-5EF6-067110A1662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08" name="Csoportba foglalás 107">
            <a:extLst>
              <a:ext uri="{FF2B5EF4-FFF2-40B4-BE49-F238E27FC236}">
                <a16:creationId xmlns:a16="http://schemas.microsoft.com/office/drawing/2014/main" id="{EBED6C46-3111-DD9E-8F35-81BB4C787F1F}"/>
              </a:ext>
            </a:extLst>
          </p:cNvPr>
          <p:cNvGrpSpPr/>
          <p:nvPr/>
        </p:nvGrpSpPr>
        <p:grpSpPr>
          <a:xfrm>
            <a:off x="6557761" y="4046153"/>
            <a:ext cx="152086" cy="265094"/>
            <a:chOff x="-519618" y="3211145"/>
            <a:chExt cx="389120" cy="678258"/>
          </a:xfrm>
        </p:grpSpPr>
        <p:grpSp>
          <p:nvGrpSpPr>
            <p:cNvPr id="109" name="Csoportba foglalás 108">
              <a:extLst>
                <a:ext uri="{FF2B5EF4-FFF2-40B4-BE49-F238E27FC236}">
                  <a16:creationId xmlns:a16="http://schemas.microsoft.com/office/drawing/2014/main" id="{42ED54AF-8AE9-E8E6-E86C-B1E23291950B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17" name="Henger 116">
                <a:extLst>
                  <a:ext uri="{FF2B5EF4-FFF2-40B4-BE49-F238E27FC236}">
                    <a16:creationId xmlns:a16="http://schemas.microsoft.com/office/drawing/2014/main" id="{30E3A901-97F9-2C30-6A56-55FAF4C3D119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EDD2E91-42EF-EE5C-896A-72F291BAFC55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Ív 118">
                <a:extLst>
                  <a:ext uri="{FF2B5EF4-FFF2-40B4-BE49-F238E27FC236}">
                    <a16:creationId xmlns:a16="http://schemas.microsoft.com/office/drawing/2014/main" id="{84523589-FB11-3ABB-1A69-040FD7C392E3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20" name="Picture 2" descr="Forráskép megtekintése">
                <a:extLst>
                  <a:ext uri="{FF2B5EF4-FFF2-40B4-BE49-F238E27FC236}">
                    <a16:creationId xmlns:a16="http://schemas.microsoft.com/office/drawing/2014/main" id="{C6C781F1-BF6A-718D-62A5-B2427CDB1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85BE484A-179C-0D2E-EAE7-B1B69DD42745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Csillag: 4 ágú 121">
                <a:extLst>
                  <a:ext uri="{FF2B5EF4-FFF2-40B4-BE49-F238E27FC236}">
                    <a16:creationId xmlns:a16="http://schemas.microsoft.com/office/drawing/2014/main" id="{39EED91F-0BEB-536D-7E8B-77982E824826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3" name="Szabadkézi sokszög: alakzat 122">
                <a:extLst>
                  <a:ext uri="{FF2B5EF4-FFF2-40B4-BE49-F238E27FC236}">
                    <a16:creationId xmlns:a16="http://schemas.microsoft.com/office/drawing/2014/main" id="{A8854C78-2266-5D05-3575-515A552C96B6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0E987E31-5E29-D65B-EF83-8DD88240C207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0" name="Ellipszis 109">
              <a:extLst>
                <a:ext uri="{FF2B5EF4-FFF2-40B4-BE49-F238E27FC236}">
                  <a16:creationId xmlns:a16="http://schemas.microsoft.com/office/drawing/2014/main" id="{12BB998B-0F26-3AAD-210C-9F0237D6DEED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0E9B0E68-9DD1-1B06-B18D-A687B1F3E39C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12" name="Egyenes összekötő 111">
              <a:extLst>
                <a:ext uri="{FF2B5EF4-FFF2-40B4-BE49-F238E27FC236}">
                  <a16:creationId xmlns:a16="http://schemas.microsoft.com/office/drawing/2014/main" id="{CE75ECBE-B76B-8837-1D24-6FFAE144BA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3" name="Ellipszis 112">
              <a:extLst>
                <a:ext uri="{FF2B5EF4-FFF2-40B4-BE49-F238E27FC236}">
                  <a16:creationId xmlns:a16="http://schemas.microsoft.com/office/drawing/2014/main" id="{2079E397-E24C-4B3A-9B23-BD6B105B1A92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Ellipszis 113">
              <a:extLst>
                <a:ext uri="{FF2B5EF4-FFF2-40B4-BE49-F238E27FC236}">
                  <a16:creationId xmlns:a16="http://schemas.microsoft.com/office/drawing/2014/main" id="{4009D517-CBD1-DA45-6D35-90EDB65AD419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5" name="Kép 114">
              <a:extLst>
                <a:ext uri="{FF2B5EF4-FFF2-40B4-BE49-F238E27FC236}">
                  <a16:creationId xmlns:a16="http://schemas.microsoft.com/office/drawing/2014/main" id="{2F6BC54B-D05A-2097-7ABC-7F70B8AC321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16" name="Egyenes összekötő 115">
              <a:extLst>
                <a:ext uri="{FF2B5EF4-FFF2-40B4-BE49-F238E27FC236}">
                  <a16:creationId xmlns:a16="http://schemas.microsoft.com/office/drawing/2014/main" id="{DEF9FD05-2B9C-2358-BB3E-A7A5CCC19F1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25D18BA9-2323-54AD-A9F8-C486D5D551CC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BDFDF1BA-B707-872F-09B1-FBC1BDD6FA28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7CA4ED61-1ABA-5A16-28E1-E28A71F44663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3194967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98589AAC-C4CE-7C28-FE23-9901879A23A5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CF037743-D3EB-F97B-E5C9-0C56F3BDC6A5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8DF499CF-FD37-55F1-D1A7-C50FABDB1976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CBCB95E3-E9C3-021F-4741-154B925B3FC3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384FAB20-D6C1-9EEF-3607-41958D99B6BA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4F934BFC-D7C5-DF8B-74FA-7C650B58A8C6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AC9BAFC9-9E5F-74D1-792B-FD9CFF7AABC4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D85BD1EB-5C45-A99D-69B9-F352863604CE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3E16BFB2-2124-F2B7-36BA-C5017607170C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EAF73D28-A0AB-3C83-7729-63D980FBEBC4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D5805195-BD80-6A48-7FE8-FA7D66104FD4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00278DDC-48EC-904B-A626-527B49BC8596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FBA101A1-8738-FEF2-F88E-31A60CC84B17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8B4A538C-703E-748E-FB65-D9746A1E975E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8545C388-840A-8754-DF8B-06E9762B249E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FACA730D-5CC1-B6DA-C04E-48BEC49C62E6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35522AEB-5167-DA9E-627A-11F2FC818B26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15D95651-26BE-B3CA-1386-C1ADD2AF3DE5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AB785B12-A03C-BD29-729E-07C3E71E8848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3DDB4B2E-6EAE-3DA5-C242-84EEFB6B42BD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5A1C4451-D5DF-C59D-BDD3-3D4EF54D7E29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CC57BAEF-5E54-67B4-A444-DCA916A7A47E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7C7E0712-31B7-517C-C4EA-FBD6DD80F352}"/>
              </a:ext>
            </a:extLst>
          </p:cNvPr>
          <p:cNvSpPr/>
          <p:nvPr/>
        </p:nvSpPr>
        <p:spPr>
          <a:xfrm rot="9260764">
            <a:off x="10586333" y="18929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3F177503-B405-E0C9-F7DD-8E5611EA6376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4DFB5B53-2AAD-4278-F576-933879C33928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7439CBB7-846F-F30B-A8E2-4D804EE7BA78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58404AAB-76AD-9057-FF37-053D3914ED09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A21E0D0F-89F2-B21C-FD79-3A799B01C8D6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555BB83C-4C1F-102F-5757-42C89DADCFC4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AC5EC193-304F-9C13-F86A-B012C5DC09DE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BBF426E0-BA3C-17E0-A8F0-AB1DA8326E06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7FECBD99-9D8E-06E6-1C9E-A8AD8B57E2E1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3A071AB4-E6BE-38A7-1F3B-98562CB6A065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94472945-4438-D94C-4E07-B27EC6A6ED35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75B7463F-635C-7C95-E038-2C759438AC6A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A621E7BC-F9D9-9790-1676-D890E4B9A2D2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37465EF6-8F00-6C1D-EAF8-BDD5D5FB6765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E220AE62-0D93-F426-E38E-348E6D158642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C04CBF09-4701-C4DF-CC81-10CB80123789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CB2B883D-F844-1102-3AB0-2DF54CC5BE6A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52BC61AD-3B5C-E516-164C-F8EA174B177C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B1C5977A-82CE-FE63-34E2-E861DE53FB7F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21891203-53EF-BDA0-AD06-E2C12C367C9F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0FCD4188-EA23-67D0-7A56-A051A9BF78EC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93D8E73B-E566-8566-7412-20F2BD61058B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37600BA5-A3B5-6834-89AA-6328CFCEC48D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6523C3BA-91E3-67CA-18D4-8BBF0DA908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D74AE640-4462-5AEC-E3FA-177ABA9582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324725E7-0512-67CC-836C-3F42F4B5B61F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19D2B67C-4855-C006-EE93-9A5F1D131F55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B2277586-7F51-23A6-058C-2126A4B29F92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DDB5FB8E-D283-7ECB-7906-4AF95FDC62EA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7A5B75AB-3EC9-D601-28B1-841685B5A0CB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2FB758FE-C5E6-27E1-9B27-CA3EC744BB36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87D2384A-F0FF-E90C-A381-58CF88B25690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8" name="Téglalap 57">
            <a:extLst>
              <a:ext uri="{FF2B5EF4-FFF2-40B4-BE49-F238E27FC236}">
                <a16:creationId xmlns:a16="http://schemas.microsoft.com/office/drawing/2014/main" id="{45411BB2-2A14-74A1-1496-EEABA355519E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63014750-47FD-B141-BF06-5D130ECAD71E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F0EE8970-45E4-579A-69E7-8D7319EF1B04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E8568607-F26D-EDD3-C102-93898B1ADAF4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3E94A337-CC9D-7F2F-866E-786E4BC7C2BA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598D7183-2FFD-F01D-045B-E75A9C8A3C66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E39E2EC3-9FCE-83C8-0989-33C36A4B9A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A5323748-D74F-B8DE-B96B-D86E83B243B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D0C2A6F8-6A4D-C3EE-7F4F-269619056F9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760E2203-0EA6-24D5-39B8-A5731E8ADE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43B4EBA8-AA82-998E-CFD6-7D7198FFDFBD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E2650E8C-969E-A27D-1D8C-21040EA919EA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70" name="Csoportba foglalás 69">
            <a:extLst>
              <a:ext uri="{FF2B5EF4-FFF2-40B4-BE49-F238E27FC236}">
                <a16:creationId xmlns:a16="http://schemas.microsoft.com/office/drawing/2014/main" id="{98E26676-B8EC-FBBE-C8E6-240701DF4CCF}"/>
              </a:ext>
            </a:extLst>
          </p:cNvPr>
          <p:cNvGrpSpPr/>
          <p:nvPr/>
        </p:nvGrpSpPr>
        <p:grpSpPr>
          <a:xfrm>
            <a:off x="7589623" y="4005950"/>
            <a:ext cx="188941" cy="291754"/>
            <a:chOff x="6019780" y="4023344"/>
            <a:chExt cx="188941" cy="291754"/>
          </a:xfrm>
        </p:grpSpPr>
        <p:sp>
          <p:nvSpPr>
            <p:cNvPr id="71" name="Henger 70">
              <a:extLst>
                <a:ext uri="{FF2B5EF4-FFF2-40B4-BE49-F238E27FC236}">
                  <a16:creationId xmlns:a16="http://schemas.microsoft.com/office/drawing/2014/main" id="{D418EEC3-7762-7CDD-BD77-D0374E948163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99E78AA2-AE9E-26B2-3FFE-F3CE822F5D9D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4" name="Ellipszis 73">
                <a:extLst>
                  <a:ext uri="{FF2B5EF4-FFF2-40B4-BE49-F238E27FC236}">
                    <a16:creationId xmlns:a16="http://schemas.microsoft.com/office/drawing/2014/main" id="{4810FFF6-C54A-6D9C-74B2-450E11B1E990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Ellipszis 74">
                <a:extLst>
                  <a:ext uri="{FF2B5EF4-FFF2-40B4-BE49-F238E27FC236}">
                    <a16:creationId xmlns:a16="http://schemas.microsoft.com/office/drawing/2014/main" id="{8DB380F4-DAF2-2AC5-D6BE-121A094C4106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6A72DE45-44A8-2EDE-33E8-AF5AEBB206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7" name="Egyenes összekötő 76">
                <a:extLst>
                  <a:ext uri="{FF2B5EF4-FFF2-40B4-BE49-F238E27FC236}">
                    <a16:creationId xmlns:a16="http://schemas.microsoft.com/office/drawing/2014/main" id="{2CCCF859-95C3-5CBB-75AE-4BE0CFE2EB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21550C77-C0BB-407C-0EAB-A0DFD6B141A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4EC3A61A-AD4C-2FEC-A864-EEC702D99B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367712CA-FDAD-EBEC-79C6-BF75574799CA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3" name="Téglalap 72">
              <a:extLst>
                <a:ext uri="{FF2B5EF4-FFF2-40B4-BE49-F238E27FC236}">
                  <a16:creationId xmlns:a16="http://schemas.microsoft.com/office/drawing/2014/main" id="{948ACB42-6A80-0985-20E8-CD0144EFC969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1" name="Csoportba foglalás 80">
            <a:extLst>
              <a:ext uri="{FF2B5EF4-FFF2-40B4-BE49-F238E27FC236}">
                <a16:creationId xmlns:a16="http://schemas.microsoft.com/office/drawing/2014/main" id="{22610223-FFC0-FBB4-ED16-44AB00DD0B01}"/>
              </a:ext>
            </a:extLst>
          </p:cNvPr>
          <p:cNvGrpSpPr/>
          <p:nvPr/>
        </p:nvGrpSpPr>
        <p:grpSpPr>
          <a:xfrm flipH="1">
            <a:off x="7107263" y="4048182"/>
            <a:ext cx="167010" cy="267276"/>
            <a:chOff x="3714334" y="2820709"/>
            <a:chExt cx="313655" cy="597856"/>
          </a:xfrm>
        </p:grpSpPr>
        <p:grpSp>
          <p:nvGrpSpPr>
            <p:cNvPr id="82" name="Csoportba foglalás 81">
              <a:extLst>
                <a:ext uri="{FF2B5EF4-FFF2-40B4-BE49-F238E27FC236}">
                  <a16:creationId xmlns:a16="http://schemas.microsoft.com/office/drawing/2014/main" id="{8B3D5558-3450-D23C-3A0A-D7EF9B85FB1B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85" name="Henger 84">
                <a:extLst>
                  <a:ext uri="{FF2B5EF4-FFF2-40B4-BE49-F238E27FC236}">
                    <a16:creationId xmlns:a16="http://schemas.microsoft.com/office/drawing/2014/main" id="{77341DDC-1CB0-AC07-8400-6660134D849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Ellipszis 85">
                <a:extLst>
                  <a:ext uri="{FF2B5EF4-FFF2-40B4-BE49-F238E27FC236}">
                    <a16:creationId xmlns:a16="http://schemas.microsoft.com/office/drawing/2014/main" id="{A11992CF-4BDD-CB70-717A-22046120D67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7" name="Téglalap 86">
                <a:extLst>
                  <a:ext uri="{FF2B5EF4-FFF2-40B4-BE49-F238E27FC236}">
                    <a16:creationId xmlns:a16="http://schemas.microsoft.com/office/drawing/2014/main" id="{E894A2B1-FDFD-2684-5F95-13B1402A7DBF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AF3517E7-6017-0630-73E0-FDFC68ABB9F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A08A19D3-D8A1-CFF6-7DE8-A932239719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6F7BE0FA-7642-2D31-52CF-097211D0D55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D631C05D-48C1-4977-C93E-D00423EAC7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E77EBD30-84FB-B8DC-3841-02C4B69D6F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B4A5B2FF-E10F-5D63-8E50-F097D5F80BB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3" name="Egyenes összekötő 82">
              <a:extLst>
                <a:ext uri="{FF2B5EF4-FFF2-40B4-BE49-F238E27FC236}">
                  <a16:creationId xmlns:a16="http://schemas.microsoft.com/office/drawing/2014/main" id="{B0023F57-1911-A60E-9B2E-3CCECE450B8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E6DF4E62-3754-11BB-130D-7A4CE63A64E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94" name="Téglalap 93">
            <a:extLst>
              <a:ext uri="{FF2B5EF4-FFF2-40B4-BE49-F238E27FC236}">
                <a16:creationId xmlns:a16="http://schemas.microsoft.com/office/drawing/2014/main" id="{F0208DEE-8323-3BD3-B5C9-4A7AEACF5206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51213A0B-8CC4-1D3E-EF77-4FAF8392BF8D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F00CDDB5-B6BB-E5EC-04C3-390D25868E30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99" name="Henger 98">
                <a:extLst>
                  <a:ext uri="{FF2B5EF4-FFF2-40B4-BE49-F238E27FC236}">
                    <a16:creationId xmlns:a16="http://schemas.microsoft.com/office/drawing/2014/main" id="{577B4672-FDE9-04B2-9DB6-A8BD71A508C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1542DB2B-74B9-4A64-22EE-E0905FED41F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1" name="Téglalap 100">
                <a:extLst>
                  <a:ext uri="{FF2B5EF4-FFF2-40B4-BE49-F238E27FC236}">
                    <a16:creationId xmlns:a16="http://schemas.microsoft.com/office/drawing/2014/main" id="{7C6F72F8-620A-D2CC-F897-C5B47D1BCE5B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44E8B50C-D3A7-CCB4-0D6B-A1D2D41C318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3" name="Egyenes összekötő 102">
                <a:extLst>
                  <a:ext uri="{FF2B5EF4-FFF2-40B4-BE49-F238E27FC236}">
                    <a16:creationId xmlns:a16="http://schemas.microsoft.com/office/drawing/2014/main" id="{9B465D06-6C6F-0529-29F0-3818CB877A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4" name="Egyenes összekötő 103">
                <a:extLst>
                  <a:ext uri="{FF2B5EF4-FFF2-40B4-BE49-F238E27FC236}">
                    <a16:creationId xmlns:a16="http://schemas.microsoft.com/office/drawing/2014/main" id="{C39D06C4-A324-8DD4-A01C-ABE19C53251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A714F7A5-6B92-F53A-6CC1-6D7A7CBE2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B68108C7-E2DF-BA99-8D2D-29EA64DFE5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D0AB3577-5A4E-7D18-CBDC-058DB300619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32BC5913-C4D8-EAF3-2230-CA61BE5F5B6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DE821FC6-D341-A42F-989B-0A3FA1FC582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08" name="Csoportba foglalás 107">
            <a:extLst>
              <a:ext uri="{FF2B5EF4-FFF2-40B4-BE49-F238E27FC236}">
                <a16:creationId xmlns:a16="http://schemas.microsoft.com/office/drawing/2014/main" id="{97B5CEE0-7ADB-5092-87BD-6CA20CC0ED21}"/>
              </a:ext>
            </a:extLst>
          </p:cNvPr>
          <p:cNvGrpSpPr/>
          <p:nvPr/>
        </p:nvGrpSpPr>
        <p:grpSpPr>
          <a:xfrm>
            <a:off x="6618143" y="4046153"/>
            <a:ext cx="152086" cy="265094"/>
            <a:chOff x="-519618" y="3211145"/>
            <a:chExt cx="389120" cy="678258"/>
          </a:xfrm>
        </p:grpSpPr>
        <p:grpSp>
          <p:nvGrpSpPr>
            <p:cNvPr id="109" name="Csoportba foglalás 108">
              <a:extLst>
                <a:ext uri="{FF2B5EF4-FFF2-40B4-BE49-F238E27FC236}">
                  <a16:creationId xmlns:a16="http://schemas.microsoft.com/office/drawing/2014/main" id="{73A079FC-A968-E55F-B69F-3715D15D3E5E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17" name="Henger 116">
                <a:extLst>
                  <a:ext uri="{FF2B5EF4-FFF2-40B4-BE49-F238E27FC236}">
                    <a16:creationId xmlns:a16="http://schemas.microsoft.com/office/drawing/2014/main" id="{5F8F671D-58CF-9EBE-1C5C-4C5D8AC59D59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93A410E-D1FE-06E3-172F-A1CDB9B6CF1B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Ív 118">
                <a:extLst>
                  <a:ext uri="{FF2B5EF4-FFF2-40B4-BE49-F238E27FC236}">
                    <a16:creationId xmlns:a16="http://schemas.microsoft.com/office/drawing/2014/main" id="{173FFF3A-5CBD-F8D3-2869-4ACBEA24F125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20" name="Picture 2" descr="Forráskép megtekintése">
                <a:extLst>
                  <a:ext uri="{FF2B5EF4-FFF2-40B4-BE49-F238E27FC236}">
                    <a16:creationId xmlns:a16="http://schemas.microsoft.com/office/drawing/2014/main" id="{87F1032A-F704-7139-6FAE-76D2298D1B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8BB3141A-A9EF-9CB4-7D8C-F3D0D34B0536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Csillag: 4 ágú 121">
                <a:extLst>
                  <a:ext uri="{FF2B5EF4-FFF2-40B4-BE49-F238E27FC236}">
                    <a16:creationId xmlns:a16="http://schemas.microsoft.com/office/drawing/2014/main" id="{4A27B4E3-AF8C-6D57-BE3D-53D9A85B1133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3" name="Szabadkézi sokszög: alakzat 122">
                <a:extLst>
                  <a:ext uri="{FF2B5EF4-FFF2-40B4-BE49-F238E27FC236}">
                    <a16:creationId xmlns:a16="http://schemas.microsoft.com/office/drawing/2014/main" id="{17508754-B29F-DF6D-C598-3A41CF02DD81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8DA5D1AD-A257-152E-AD61-E80889E4D205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0" name="Ellipszis 109">
              <a:extLst>
                <a:ext uri="{FF2B5EF4-FFF2-40B4-BE49-F238E27FC236}">
                  <a16:creationId xmlns:a16="http://schemas.microsoft.com/office/drawing/2014/main" id="{823DF22B-2FEC-9D91-E539-FD859761AD4D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4FA4273A-2545-6FA0-4956-37E20A61A4F1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12" name="Egyenes összekötő 111">
              <a:extLst>
                <a:ext uri="{FF2B5EF4-FFF2-40B4-BE49-F238E27FC236}">
                  <a16:creationId xmlns:a16="http://schemas.microsoft.com/office/drawing/2014/main" id="{05637DB0-BD4C-D242-C1EB-88FC2F6BC2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3" name="Ellipszis 112">
              <a:extLst>
                <a:ext uri="{FF2B5EF4-FFF2-40B4-BE49-F238E27FC236}">
                  <a16:creationId xmlns:a16="http://schemas.microsoft.com/office/drawing/2014/main" id="{D5EBF94F-E494-E465-AADD-8AB3BDD3E2AF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Ellipszis 113">
              <a:extLst>
                <a:ext uri="{FF2B5EF4-FFF2-40B4-BE49-F238E27FC236}">
                  <a16:creationId xmlns:a16="http://schemas.microsoft.com/office/drawing/2014/main" id="{AD2FDB69-4CBB-080F-A129-6E9E1F21B757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5" name="Kép 114">
              <a:extLst>
                <a:ext uri="{FF2B5EF4-FFF2-40B4-BE49-F238E27FC236}">
                  <a16:creationId xmlns:a16="http://schemas.microsoft.com/office/drawing/2014/main" id="{9CE57AC2-55B8-75CA-CAAA-245A879399A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16" name="Egyenes összekötő 115">
              <a:extLst>
                <a:ext uri="{FF2B5EF4-FFF2-40B4-BE49-F238E27FC236}">
                  <a16:creationId xmlns:a16="http://schemas.microsoft.com/office/drawing/2014/main" id="{6166677A-B5DC-67C1-908F-0EC8558005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077BAB3D-0C4C-ADA0-156C-79E0AD1765FA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8BA32145-365B-A602-D630-9C0E46F24A0A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06B4D118-F83B-590D-7679-49DE03CF51F1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EE92B204-3B31-9BFE-C59C-68D0458AC0E7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735502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FD2E1173-F4D2-955C-E4F6-2B0054EB723A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8B91B23A-4EA2-3000-AB42-9CE70BD9B11A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DA436031-11A6-72B6-9FAB-BDDB4A0C5C41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883BACF1-B2FA-6CF6-71B6-8548A1028BBF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CB53D98E-ED5E-A637-2472-E0ADD120D347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BF9A3613-FF4B-5695-9239-045F43786217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53787F51-BB9E-9D63-ED40-4A6E64B1304F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DB53BACF-ADC0-CF37-1FEA-998BA32B5354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3EDE1F50-5C62-B120-BAC3-3A138652341A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9869D934-F032-42F4-6CD5-A2B0D7B7FD57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F24192C4-E4F5-6C32-439E-8CB29DEA92FD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D5D55A7B-A11C-91EB-6DF5-F02DB180ACF0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21293DB8-484F-D9CA-C497-E82E3B0D629D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DD362AF2-5CFD-9FB6-67BB-6D43542499ED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88C593E0-14DF-4F95-3B73-8C747C44ED96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229735E8-321F-75A5-0C63-656E076E0F7B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902D87D6-E919-CC1A-C74C-D1E951EDA7AB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D2400242-16F7-4AA5-EC21-47695D56873A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7C5F357F-D73F-CD27-5AB3-4C87A2DBDD21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098DA976-4230-D7A5-5398-777D012E14C1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3CE9B0E1-E4E5-ABA5-3972-431E05916809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E0682506-AC9D-B9E6-4FC4-7B2DEB4B6EBD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C8E287D4-1978-B1EF-8531-5AC2BB1F2F8C}"/>
              </a:ext>
            </a:extLst>
          </p:cNvPr>
          <p:cNvSpPr/>
          <p:nvPr/>
        </p:nvSpPr>
        <p:spPr>
          <a:xfrm rot="10295766">
            <a:off x="10163333" y="245248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088BABA0-7B85-B178-26FA-F2FF6143AA97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17B9FDF4-96AF-7CB9-40A7-35170D25C28C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37F21952-8B3A-5877-64D5-E50D04094511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49A053BE-5E8B-0648-8E7C-92F023E62DF9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2D10DA84-47DD-09E1-2210-5C4E9F1A0F38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80B307BD-7603-866B-6C26-1455616BD5E3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6BBBD446-5E77-E569-FD7E-CA2B8F1B17B8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0CBD9309-61E8-67AB-12AC-BAE3CF71B6FB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7EE7BDD3-F2C4-6610-6C33-CD6AFCE2479C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9A4B3EA5-EA38-F8CD-987A-E8B96946AE67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7FE8E1A1-E3E6-6C4C-5DDA-8EC991947859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E6960634-BEC4-ED37-FB77-34D74B923E34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6EA72807-C4D0-59D9-21A0-BC7BE68AD55A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00B652DE-6485-2941-1696-79F0AB19A8F5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343DDDCC-8ED4-F801-A7A4-BAC8A45DD0BF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14A077CE-8087-8429-53BB-78197196164D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0721C1AC-6D15-F743-84EE-90F4FDE1C86F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183AE2F4-0768-66A8-B908-1707ADAFCD86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62CA63C5-59AB-BCBC-DC6C-81A28A770BFD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6C49D7D7-2954-E9ED-2B9E-37DF1CB77767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913D937A-6288-4A8F-916A-E658E766D220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A3474F52-B3DE-00F7-4440-F3E660A91FD0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F8BAE0D1-FEA0-D8C8-55BB-3991CD7D81F0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877661C7-CD8D-F543-EDFC-3AB71B0C0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2746770B-55CC-074D-DA16-C47E9E8772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E9D74892-2114-5C3E-EAB2-7DDAFA9DE0D4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0E2DD708-C912-C665-DC52-5F6992B798A9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6BB9968E-9E12-0D07-510C-0777EC397989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26E62B19-621A-F3EE-522C-2CD8E82F2C7D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E22E017F-D18A-41CA-88CC-0092B80C7B93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D1D3A6F0-0570-EC84-F4AA-9A5988BB9157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F528E3E1-70E6-A01D-82C9-9A97DE63C64F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1" name="Csoportba foglalás 80">
            <a:extLst>
              <a:ext uri="{FF2B5EF4-FFF2-40B4-BE49-F238E27FC236}">
                <a16:creationId xmlns:a16="http://schemas.microsoft.com/office/drawing/2014/main" id="{F7BAC2B0-57D3-1836-F888-6A6B1AFE6088}"/>
              </a:ext>
            </a:extLst>
          </p:cNvPr>
          <p:cNvGrpSpPr/>
          <p:nvPr/>
        </p:nvGrpSpPr>
        <p:grpSpPr>
          <a:xfrm flipH="1">
            <a:off x="7167645" y="4048182"/>
            <a:ext cx="167010" cy="267276"/>
            <a:chOff x="3714334" y="2820709"/>
            <a:chExt cx="313655" cy="597856"/>
          </a:xfrm>
        </p:grpSpPr>
        <p:grpSp>
          <p:nvGrpSpPr>
            <p:cNvPr id="82" name="Csoportba foglalás 81">
              <a:extLst>
                <a:ext uri="{FF2B5EF4-FFF2-40B4-BE49-F238E27FC236}">
                  <a16:creationId xmlns:a16="http://schemas.microsoft.com/office/drawing/2014/main" id="{FFCB40C7-14DD-8E1A-837D-71AAA0DA6774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85" name="Henger 84">
                <a:extLst>
                  <a:ext uri="{FF2B5EF4-FFF2-40B4-BE49-F238E27FC236}">
                    <a16:creationId xmlns:a16="http://schemas.microsoft.com/office/drawing/2014/main" id="{B88FFB4D-2B25-49CE-4350-8256E9C4FE5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Ellipszis 85">
                <a:extLst>
                  <a:ext uri="{FF2B5EF4-FFF2-40B4-BE49-F238E27FC236}">
                    <a16:creationId xmlns:a16="http://schemas.microsoft.com/office/drawing/2014/main" id="{9B8FF95F-BA73-BCA5-F72D-11E52B72A22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7" name="Téglalap 86">
                <a:extLst>
                  <a:ext uri="{FF2B5EF4-FFF2-40B4-BE49-F238E27FC236}">
                    <a16:creationId xmlns:a16="http://schemas.microsoft.com/office/drawing/2014/main" id="{66A99409-B0F8-171B-D3A8-D1AB9EB3A349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024C3866-EB05-B55B-479C-326C5059BD8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C4E837CA-2CD1-C9E2-8618-B3F76CA5F7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34D0C400-FB5A-23B0-5BCF-26160EE8D0D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64AB801B-43C5-5907-1B98-709840EF71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DC5E82CC-9414-D9F7-FB4C-284C1E7BE3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4AF3EFD4-33C6-15ED-262C-AD78BBC242E4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83" name="Egyenes összekötő 82">
              <a:extLst>
                <a:ext uri="{FF2B5EF4-FFF2-40B4-BE49-F238E27FC236}">
                  <a16:creationId xmlns:a16="http://schemas.microsoft.com/office/drawing/2014/main" id="{541FC188-CA09-EBC9-CB22-363B07D251E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933A5F23-DB33-DD14-3916-48665A94BB0B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58" name="Téglalap 57">
            <a:extLst>
              <a:ext uri="{FF2B5EF4-FFF2-40B4-BE49-F238E27FC236}">
                <a16:creationId xmlns:a16="http://schemas.microsoft.com/office/drawing/2014/main" id="{B350D214-A20E-0502-959B-863923C25914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4095831B-AB97-04AE-028C-1C4DB37CE126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60" name="Henger 59">
              <a:extLst>
                <a:ext uri="{FF2B5EF4-FFF2-40B4-BE49-F238E27FC236}">
                  <a16:creationId xmlns:a16="http://schemas.microsoft.com/office/drawing/2014/main" id="{BAF3E507-DDCA-274B-B1E4-53D29670B13B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AF2258DB-13C0-B64F-2945-3E32F77E2D78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876F54F4-C0DA-498B-CC0C-2B994238C4E8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816307A1-67D7-257D-FDBE-D91D015C3D57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5" name="Egyenes összekötő 64">
                <a:extLst>
                  <a:ext uri="{FF2B5EF4-FFF2-40B4-BE49-F238E27FC236}">
                    <a16:creationId xmlns:a16="http://schemas.microsoft.com/office/drawing/2014/main" id="{0CD222D3-6579-9429-9C4A-97E2DF25E4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58E439A9-3B87-2955-3A98-80D463807C0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B9500794-D046-086A-85F9-7793A3C265D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095527A4-4A83-E0D7-E0AB-39627DA9E78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5AFD6CB7-90C4-18B8-E18D-1E7D50889F79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60E424D4-690D-F10F-009E-13B78FE73DCD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70" name="Csoportba foglalás 69">
            <a:extLst>
              <a:ext uri="{FF2B5EF4-FFF2-40B4-BE49-F238E27FC236}">
                <a16:creationId xmlns:a16="http://schemas.microsoft.com/office/drawing/2014/main" id="{95EBC7BE-FA35-BF45-7329-BBF41C5D6FD7}"/>
              </a:ext>
            </a:extLst>
          </p:cNvPr>
          <p:cNvGrpSpPr/>
          <p:nvPr/>
        </p:nvGrpSpPr>
        <p:grpSpPr>
          <a:xfrm>
            <a:off x="7641379" y="4005950"/>
            <a:ext cx="188941" cy="291754"/>
            <a:chOff x="6019780" y="4023344"/>
            <a:chExt cx="188941" cy="291754"/>
          </a:xfrm>
        </p:grpSpPr>
        <p:sp>
          <p:nvSpPr>
            <p:cNvPr id="71" name="Henger 70">
              <a:extLst>
                <a:ext uri="{FF2B5EF4-FFF2-40B4-BE49-F238E27FC236}">
                  <a16:creationId xmlns:a16="http://schemas.microsoft.com/office/drawing/2014/main" id="{DEC8DC94-16A5-7B1B-CB92-35ACCA3A8B10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2" name="Csoportba foglalás 71">
              <a:extLst>
                <a:ext uri="{FF2B5EF4-FFF2-40B4-BE49-F238E27FC236}">
                  <a16:creationId xmlns:a16="http://schemas.microsoft.com/office/drawing/2014/main" id="{85EFFA21-0F2F-48C7-CFE2-B215053AF298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4" name="Ellipszis 73">
                <a:extLst>
                  <a:ext uri="{FF2B5EF4-FFF2-40B4-BE49-F238E27FC236}">
                    <a16:creationId xmlns:a16="http://schemas.microsoft.com/office/drawing/2014/main" id="{8DE15E7A-966B-B792-8B4D-26BC1CB3A029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Ellipszis 74">
                <a:extLst>
                  <a:ext uri="{FF2B5EF4-FFF2-40B4-BE49-F238E27FC236}">
                    <a16:creationId xmlns:a16="http://schemas.microsoft.com/office/drawing/2014/main" id="{EEB1D7C2-3D6D-1423-8CB1-5C3AAE835AD3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E8CD1047-9E25-8738-B70B-B5C58C8405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7" name="Egyenes összekötő 76">
                <a:extLst>
                  <a:ext uri="{FF2B5EF4-FFF2-40B4-BE49-F238E27FC236}">
                    <a16:creationId xmlns:a16="http://schemas.microsoft.com/office/drawing/2014/main" id="{BDB0D6E7-F9A0-9100-7F27-4605A5900C5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4B51F34B-F0CB-409F-D1B4-A494CAD686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D4E9A499-BAA6-067B-E219-B5C585427CD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88641094-46EE-B2D0-54B5-616BD1076B5E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3" name="Téglalap 72">
              <a:extLst>
                <a:ext uri="{FF2B5EF4-FFF2-40B4-BE49-F238E27FC236}">
                  <a16:creationId xmlns:a16="http://schemas.microsoft.com/office/drawing/2014/main" id="{7F7DB3F4-862D-98D2-F2DF-6949583653CC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8" name="Csoportba foglalás 107">
            <a:extLst>
              <a:ext uri="{FF2B5EF4-FFF2-40B4-BE49-F238E27FC236}">
                <a16:creationId xmlns:a16="http://schemas.microsoft.com/office/drawing/2014/main" id="{5E1FA656-D730-550E-8A44-CF61C4832FA7}"/>
              </a:ext>
            </a:extLst>
          </p:cNvPr>
          <p:cNvGrpSpPr/>
          <p:nvPr/>
        </p:nvGrpSpPr>
        <p:grpSpPr>
          <a:xfrm>
            <a:off x="6687151" y="4046153"/>
            <a:ext cx="152086" cy="265094"/>
            <a:chOff x="-519618" y="3211145"/>
            <a:chExt cx="389120" cy="678258"/>
          </a:xfrm>
        </p:grpSpPr>
        <p:grpSp>
          <p:nvGrpSpPr>
            <p:cNvPr id="109" name="Csoportba foglalás 108">
              <a:extLst>
                <a:ext uri="{FF2B5EF4-FFF2-40B4-BE49-F238E27FC236}">
                  <a16:creationId xmlns:a16="http://schemas.microsoft.com/office/drawing/2014/main" id="{19452B0C-DD16-10E0-FD54-BC4367FF344F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17" name="Henger 116">
                <a:extLst>
                  <a:ext uri="{FF2B5EF4-FFF2-40B4-BE49-F238E27FC236}">
                    <a16:creationId xmlns:a16="http://schemas.microsoft.com/office/drawing/2014/main" id="{7F0D3AB0-DDE8-5748-7FDF-ABC76F1493FE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DCFFC9F2-BABB-C4A6-CC5B-C9BD1C7CC288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Ív 118">
                <a:extLst>
                  <a:ext uri="{FF2B5EF4-FFF2-40B4-BE49-F238E27FC236}">
                    <a16:creationId xmlns:a16="http://schemas.microsoft.com/office/drawing/2014/main" id="{BEAE73EC-ED8B-0F33-6521-573084E40CE6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20" name="Picture 2" descr="Forráskép megtekintése">
                <a:extLst>
                  <a:ext uri="{FF2B5EF4-FFF2-40B4-BE49-F238E27FC236}">
                    <a16:creationId xmlns:a16="http://schemas.microsoft.com/office/drawing/2014/main" id="{63375B1A-3053-50DA-31E1-50DE76F10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AFD8931C-69FB-844E-DF2E-51755DF1204E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Csillag: 4 ágú 121">
                <a:extLst>
                  <a:ext uri="{FF2B5EF4-FFF2-40B4-BE49-F238E27FC236}">
                    <a16:creationId xmlns:a16="http://schemas.microsoft.com/office/drawing/2014/main" id="{CC1B4C32-4199-27EC-7EC3-9AF86442B0BB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3" name="Szabadkézi sokszög: alakzat 122">
                <a:extLst>
                  <a:ext uri="{FF2B5EF4-FFF2-40B4-BE49-F238E27FC236}">
                    <a16:creationId xmlns:a16="http://schemas.microsoft.com/office/drawing/2014/main" id="{FDA9DD26-DAA9-D40F-33FC-C18F31931657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26E8732F-461F-4403-C641-0F0DC5886DE0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0" name="Ellipszis 109">
              <a:extLst>
                <a:ext uri="{FF2B5EF4-FFF2-40B4-BE49-F238E27FC236}">
                  <a16:creationId xmlns:a16="http://schemas.microsoft.com/office/drawing/2014/main" id="{CFDA3BB0-3879-23DA-6CA5-09ED05969D22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1" name="Ellipszis 110">
              <a:extLst>
                <a:ext uri="{FF2B5EF4-FFF2-40B4-BE49-F238E27FC236}">
                  <a16:creationId xmlns:a16="http://schemas.microsoft.com/office/drawing/2014/main" id="{A30EB5EC-0C4A-66A8-C2D0-A71DF5B367C4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12" name="Egyenes összekötő 111">
              <a:extLst>
                <a:ext uri="{FF2B5EF4-FFF2-40B4-BE49-F238E27FC236}">
                  <a16:creationId xmlns:a16="http://schemas.microsoft.com/office/drawing/2014/main" id="{CBB24168-D9F8-022E-3B23-64C4A53A1D8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13" name="Ellipszis 112">
              <a:extLst>
                <a:ext uri="{FF2B5EF4-FFF2-40B4-BE49-F238E27FC236}">
                  <a16:creationId xmlns:a16="http://schemas.microsoft.com/office/drawing/2014/main" id="{1B760243-93AD-29B0-B775-8970F486D55E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Ellipszis 113">
              <a:extLst>
                <a:ext uri="{FF2B5EF4-FFF2-40B4-BE49-F238E27FC236}">
                  <a16:creationId xmlns:a16="http://schemas.microsoft.com/office/drawing/2014/main" id="{F06097A5-0765-FD89-8EB6-6B9F7A52B2FB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15" name="Kép 114">
              <a:extLst>
                <a:ext uri="{FF2B5EF4-FFF2-40B4-BE49-F238E27FC236}">
                  <a16:creationId xmlns:a16="http://schemas.microsoft.com/office/drawing/2014/main" id="{EE4EA8AC-4B24-FB65-4D1E-B57A67FCA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16" name="Egyenes összekötő 115">
              <a:extLst>
                <a:ext uri="{FF2B5EF4-FFF2-40B4-BE49-F238E27FC236}">
                  <a16:creationId xmlns:a16="http://schemas.microsoft.com/office/drawing/2014/main" id="{D191DC20-E404-A77F-9E55-7927B901486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94" name="Téglalap 93">
            <a:extLst>
              <a:ext uri="{FF2B5EF4-FFF2-40B4-BE49-F238E27FC236}">
                <a16:creationId xmlns:a16="http://schemas.microsoft.com/office/drawing/2014/main" id="{86ED0DE6-7FDA-7A0E-0E59-5FA2F4650C69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0A2FED32-91D3-99A6-4D54-354FBC7C1314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16B5FD19-64B6-DFD5-5865-3B83159A1811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99" name="Henger 98">
                <a:extLst>
                  <a:ext uri="{FF2B5EF4-FFF2-40B4-BE49-F238E27FC236}">
                    <a16:creationId xmlns:a16="http://schemas.microsoft.com/office/drawing/2014/main" id="{997A3454-2DB9-DB2E-AEB2-702DDB0C552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4EE2E6E3-E535-A1DE-C017-4DDDBD414B3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1" name="Téglalap 100">
                <a:extLst>
                  <a:ext uri="{FF2B5EF4-FFF2-40B4-BE49-F238E27FC236}">
                    <a16:creationId xmlns:a16="http://schemas.microsoft.com/office/drawing/2014/main" id="{90AF9A15-7756-780F-C249-B0933568DAD8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89D213A2-EF31-1318-398E-D79714AE869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03" name="Egyenes összekötő 102">
                <a:extLst>
                  <a:ext uri="{FF2B5EF4-FFF2-40B4-BE49-F238E27FC236}">
                    <a16:creationId xmlns:a16="http://schemas.microsoft.com/office/drawing/2014/main" id="{4C227101-4CD8-3B2B-7371-472DB5B4C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4" name="Egyenes összekötő 103">
                <a:extLst>
                  <a:ext uri="{FF2B5EF4-FFF2-40B4-BE49-F238E27FC236}">
                    <a16:creationId xmlns:a16="http://schemas.microsoft.com/office/drawing/2014/main" id="{BE096525-EC44-C6F6-9E41-2FF0264E552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C0BBE825-EE4E-5629-33D0-AC7E452CFD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C2D6C275-FCF3-DE97-050E-30F5940450A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40A157BC-B4E9-F907-7A03-9EA1D803F6B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2CE591A9-3E2F-C9B6-9C42-621E7320721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E37F35CE-D9D2-580A-1DD7-D14E55AC4BB3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CB6A03F8-62E5-D6A2-CF2B-51ADEEFAB858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DD16A8CE-5C0A-1889-3E01-612324983F1E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877B2783-7505-D65E-0733-28DB9BC22350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DD282D9F-0C27-DEAE-374E-6B71513CB369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1174769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AF1EF0C7-C3B5-2D82-9812-55472211AEEB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B514476F-97EB-BF31-6DB7-91533EEE5757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CE2CC361-F152-644B-1443-9A3702003F55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33E5043D-39EE-5E0E-8A2E-5E831BA7094C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281CE67F-5023-6BAE-7F03-C9F2E48C1E25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6D6FA21B-053B-54BA-EF4F-E1357216EACE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7D8199D8-807F-D5E8-DDD5-D4BA7C60C357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CCDEAD2A-1ED1-79E8-5A5A-652630E64C1A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554B01C0-8E06-E27B-25B2-6E0BA6FC104A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1FE253F2-F244-16DD-735D-1F6410B5239C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F0FD03C0-BD11-58DF-DF74-45330C03F0DD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A9824261-B156-A185-CE85-B029A4410AFA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2365A054-C41C-C0DC-04D2-0171E5BA24AF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521691E8-969F-5D30-3B61-7D2B2438592C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818E6720-90CC-650B-7591-10068C47B352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4452234C-E7EC-4E6F-4BA5-20DFECBA22F1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488FED38-EC6F-8CDA-D0EC-4D3A4E11DBE2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68503E7D-B5BC-4691-9788-4EB9B1D1EFAD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71AC2255-BA23-48CB-9BB1-AB0DF9F6D542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D40214DD-954C-7C7E-8D96-E2D3DA2BB9C6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F511AEBF-C875-DB34-C17D-F0CB2A54433F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FECD7909-2185-F12D-CFD2-7B30473A4659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E53B177C-C509-CD8B-405C-A7AC431D09D9}"/>
              </a:ext>
            </a:extLst>
          </p:cNvPr>
          <p:cNvSpPr/>
          <p:nvPr/>
        </p:nvSpPr>
        <p:spPr>
          <a:xfrm rot="11665277">
            <a:off x="9617818" y="245249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B79F132D-5592-5B96-36F2-79A55D8F4959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BBA20383-D001-05AA-D8C5-1CD149B21ABD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FF7779D8-6F77-CC59-377E-6633A1FF5CA7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254A1938-F769-DB5F-06E9-A58BE5032BE8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18105A43-722C-9C0D-228E-ECA6993E23FC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D5243920-8265-1DC0-5A82-60958DD11C9D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F2FE3415-52B1-DFEA-2070-1AAF0D360F12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2DC08508-BC85-6FBA-507C-6C71A1E05538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6FAF4CD5-F0F2-71CC-6EF6-2E73189B1467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CDC05F6C-323A-8B14-E140-6C664ED98562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16CC6196-7238-EE21-FBD1-A082F3A09EBF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E5705A6E-163F-8F2F-C6ED-8A09718608B6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B5F98C55-650E-4321-FCFF-EBDF2443EB66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E2F53B87-D852-7C3C-A953-5E5281CF6B04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55EE9431-DAEF-DE89-A456-F1FE9AE52116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E16704E6-DFA3-CC49-9EF6-C14C7C071779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4250120C-E3F2-C5A4-CA7C-24FE0B84A9BD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F1E32BC4-7FED-A02D-41F3-2F257EF0D486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A13F0580-308E-31BA-5C94-BBEDEEC7D350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6311C96A-01A7-B052-6356-DF74A5C138FB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9B205519-3DAA-DB2B-1AAA-794000DD7940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E9F435BC-7CF6-33D3-9187-639069FD3121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26D840EC-A967-31D4-46EB-1DB85FCFA1DD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BC3D11E2-E161-61E5-9B51-A229339002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515A45F8-421F-2508-A0DF-D7562A4A96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DF80F157-7B3C-961B-6C00-5EBBAE41096F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269EEA91-43DC-74F2-210C-6BDDE414045A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125293A0-DFAF-8D38-3070-EB423EFA39EB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C714F467-69FF-C427-1DF2-B6B6BDB1D161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662D3DDC-ECB8-3BC6-DCA0-AD608D4B9806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5512F765-6D95-9093-9FB1-E0B24699B763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7DFC33A7-B9DD-CDDC-F887-D0D01A001D90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5ABEC73E-CAE6-213B-49EA-DDFF383D44DA}"/>
              </a:ext>
            </a:extLst>
          </p:cNvPr>
          <p:cNvGrpSpPr/>
          <p:nvPr/>
        </p:nvGrpSpPr>
        <p:grpSpPr>
          <a:xfrm flipH="1">
            <a:off x="7401870" y="4039000"/>
            <a:ext cx="167010" cy="267276"/>
            <a:chOff x="3714334" y="2820709"/>
            <a:chExt cx="313655" cy="597856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3BA4B41E-6A92-B3F1-F622-93832BE73B68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62" name="Henger 61">
                <a:extLst>
                  <a:ext uri="{FF2B5EF4-FFF2-40B4-BE49-F238E27FC236}">
                    <a16:creationId xmlns:a16="http://schemas.microsoft.com/office/drawing/2014/main" id="{821C9E5F-7858-4FA1-00BE-3FECE0A1F943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21778FC9-D02A-8CE9-3F54-AACDD67E5165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2762BE8C-3E19-F166-FE20-2E7071ABCF89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5" name="Ellipszis 64">
                <a:extLst>
                  <a:ext uri="{FF2B5EF4-FFF2-40B4-BE49-F238E27FC236}">
                    <a16:creationId xmlns:a16="http://schemas.microsoft.com/office/drawing/2014/main" id="{C86AC5CD-B6EC-A834-948C-4A5C5C142E6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89D91F52-4E2A-F468-22E0-12A52CC049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1A675F08-F777-DB1C-9CC3-742F1BB0650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094FC9C6-BB59-D23E-D96F-512DE60438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D2B79C36-131D-6896-CA91-0D072D43F97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70" name="Ellipszis 69">
                <a:extLst>
                  <a:ext uri="{FF2B5EF4-FFF2-40B4-BE49-F238E27FC236}">
                    <a16:creationId xmlns:a16="http://schemas.microsoft.com/office/drawing/2014/main" id="{E66634AF-3531-21E7-668C-84FA3C1609D6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60" name="Egyenes összekötő 59">
              <a:extLst>
                <a:ext uri="{FF2B5EF4-FFF2-40B4-BE49-F238E27FC236}">
                  <a16:creationId xmlns:a16="http://schemas.microsoft.com/office/drawing/2014/main" id="{5E2805A8-44DC-AAA9-FADE-0E716091A01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61" name="Egyenes összekötő 60">
              <a:extLst>
                <a:ext uri="{FF2B5EF4-FFF2-40B4-BE49-F238E27FC236}">
                  <a16:creationId xmlns:a16="http://schemas.microsoft.com/office/drawing/2014/main" id="{70D4EC00-4B79-A905-852B-F778A5E9C824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71" name="Téglalap 70">
            <a:extLst>
              <a:ext uri="{FF2B5EF4-FFF2-40B4-BE49-F238E27FC236}">
                <a16:creationId xmlns:a16="http://schemas.microsoft.com/office/drawing/2014/main" id="{74ABAB4D-EE3B-EFF7-27E0-EC567FCCB327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2" name="Csoportba foglalás 71">
            <a:extLst>
              <a:ext uri="{FF2B5EF4-FFF2-40B4-BE49-F238E27FC236}">
                <a16:creationId xmlns:a16="http://schemas.microsoft.com/office/drawing/2014/main" id="{5C522647-D934-47E0-5854-1E0390CA6B26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73" name="Henger 72">
              <a:extLst>
                <a:ext uri="{FF2B5EF4-FFF2-40B4-BE49-F238E27FC236}">
                  <a16:creationId xmlns:a16="http://schemas.microsoft.com/office/drawing/2014/main" id="{C8B3F9E1-DB6F-C73A-F392-D7E4B6E32945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D21FAC6D-EA90-DA77-FDBE-5AD0A8AF2FD7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3F4C3A20-31F4-B285-5A51-507D72B0AD56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Ellipszis 76">
                <a:extLst>
                  <a:ext uri="{FF2B5EF4-FFF2-40B4-BE49-F238E27FC236}">
                    <a16:creationId xmlns:a16="http://schemas.microsoft.com/office/drawing/2014/main" id="{74E049D1-5025-5D69-3D08-6C6CE89FC560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68E88787-EA83-E699-C74C-91B1B87F52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74AA806C-B5BF-3064-3AD7-728E7278C4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9F298466-0C40-0123-88F6-633126E9D9F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53E2ACE7-B0AD-77AE-CAB7-55FDA60B51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531753DA-50CB-1FB5-4E0B-A81C7CD740DD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5" name="Téglalap 74">
              <a:extLst>
                <a:ext uri="{FF2B5EF4-FFF2-40B4-BE49-F238E27FC236}">
                  <a16:creationId xmlns:a16="http://schemas.microsoft.com/office/drawing/2014/main" id="{F8DF5EB9-A159-C352-59A0-2CFB27A758F9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3" name="Csoportba foglalás 82">
            <a:extLst>
              <a:ext uri="{FF2B5EF4-FFF2-40B4-BE49-F238E27FC236}">
                <a16:creationId xmlns:a16="http://schemas.microsoft.com/office/drawing/2014/main" id="{82C63A25-36EA-B557-2005-D340B3BCA425}"/>
              </a:ext>
            </a:extLst>
          </p:cNvPr>
          <p:cNvGrpSpPr/>
          <p:nvPr/>
        </p:nvGrpSpPr>
        <p:grpSpPr>
          <a:xfrm>
            <a:off x="7805415" y="4005851"/>
            <a:ext cx="188941" cy="291754"/>
            <a:chOff x="6019780" y="4023344"/>
            <a:chExt cx="188941" cy="291754"/>
          </a:xfrm>
        </p:grpSpPr>
        <p:sp>
          <p:nvSpPr>
            <p:cNvPr id="84" name="Henger 83">
              <a:extLst>
                <a:ext uri="{FF2B5EF4-FFF2-40B4-BE49-F238E27FC236}">
                  <a16:creationId xmlns:a16="http://schemas.microsoft.com/office/drawing/2014/main" id="{7BAE456C-AA92-0E6C-D3A3-CC7479FE296A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5" name="Csoportba foglalás 84">
              <a:extLst>
                <a:ext uri="{FF2B5EF4-FFF2-40B4-BE49-F238E27FC236}">
                  <a16:creationId xmlns:a16="http://schemas.microsoft.com/office/drawing/2014/main" id="{1F8CE23A-4182-8768-661F-7AC430DDF9DE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856ED9CE-C322-9472-698A-9E96EC5576B3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1FE5D560-F60C-E085-8AF3-7C0E70084BEE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9EBE5F7A-5CEF-3EC5-7F46-62273DA9B6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2CB9E317-B354-689A-3615-9AFDC8B75C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31BFF0E8-13B7-9939-BA77-E7251AADF84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87E9B646-A4D6-AB41-71ED-B41490AB085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5BD6E1AF-DAAC-5EAD-70C2-7729DCC425EC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ADCEF99B-7EE8-B894-B50F-0A8CE35B8632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4" name="Csoportba foglalás 93">
            <a:extLst>
              <a:ext uri="{FF2B5EF4-FFF2-40B4-BE49-F238E27FC236}">
                <a16:creationId xmlns:a16="http://schemas.microsoft.com/office/drawing/2014/main" id="{0A364E17-3D07-B3D4-6924-D81CA2A34E0D}"/>
              </a:ext>
            </a:extLst>
          </p:cNvPr>
          <p:cNvGrpSpPr/>
          <p:nvPr/>
        </p:nvGrpSpPr>
        <p:grpSpPr>
          <a:xfrm>
            <a:off x="6911262" y="3993911"/>
            <a:ext cx="152086" cy="265094"/>
            <a:chOff x="-519618" y="3211145"/>
            <a:chExt cx="389120" cy="678258"/>
          </a:xfrm>
        </p:grpSpPr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74AED712-E42F-7B82-2056-F9AD1B45DF9B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03" name="Henger 102">
                <a:extLst>
                  <a:ext uri="{FF2B5EF4-FFF2-40B4-BE49-F238E27FC236}">
                    <a16:creationId xmlns:a16="http://schemas.microsoft.com/office/drawing/2014/main" id="{D0BDC525-8E34-234F-F40D-02125C000C4A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FA1E1AE4-937F-456D-6EB3-C2499703DDCD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5" name="Ív 104">
                <a:extLst>
                  <a:ext uri="{FF2B5EF4-FFF2-40B4-BE49-F238E27FC236}">
                    <a16:creationId xmlns:a16="http://schemas.microsoft.com/office/drawing/2014/main" id="{61746176-6BB1-7CA0-6E19-14E5DFF20F56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06" name="Picture 2" descr="Forráskép megtekintése">
                <a:extLst>
                  <a:ext uri="{FF2B5EF4-FFF2-40B4-BE49-F238E27FC236}">
                    <a16:creationId xmlns:a16="http://schemas.microsoft.com/office/drawing/2014/main" id="{1AF9CA06-CA86-95D1-3AE9-32CEA8D5D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EBC4301C-9FB6-B7F0-F880-BC23790C2426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Csillag: 4 ágú 107">
                <a:extLst>
                  <a:ext uri="{FF2B5EF4-FFF2-40B4-BE49-F238E27FC236}">
                    <a16:creationId xmlns:a16="http://schemas.microsoft.com/office/drawing/2014/main" id="{62DAF303-FB4C-3529-1BD4-F5A896B15330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9" name="Szabadkézi sokszög: alakzat 108">
                <a:extLst>
                  <a:ext uri="{FF2B5EF4-FFF2-40B4-BE49-F238E27FC236}">
                    <a16:creationId xmlns:a16="http://schemas.microsoft.com/office/drawing/2014/main" id="{659D716A-932B-EE18-24FD-0712AE8570E6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0" name="Ellipszis 109">
                <a:extLst>
                  <a:ext uri="{FF2B5EF4-FFF2-40B4-BE49-F238E27FC236}">
                    <a16:creationId xmlns:a16="http://schemas.microsoft.com/office/drawing/2014/main" id="{C26329AB-0046-E0A0-A2D5-AF00273975F3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DC1EA69E-F697-BF1B-D254-30D7E0300B2E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7" name="Ellipszis 96">
              <a:extLst>
                <a:ext uri="{FF2B5EF4-FFF2-40B4-BE49-F238E27FC236}">
                  <a16:creationId xmlns:a16="http://schemas.microsoft.com/office/drawing/2014/main" id="{BE07D781-3EF5-8897-27D2-EDE368E6DC00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486B02F9-6E9B-794A-A878-9EAECE33EC3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9" name="Ellipszis 98">
              <a:extLst>
                <a:ext uri="{FF2B5EF4-FFF2-40B4-BE49-F238E27FC236}">
                  <a16:creationId xmlns:a16="http://schemas.microsoft.com/office/drawing/2014/main" id="{3241A40F-57A9-CE59-B88F-CB5A85421D7A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0" name="Ellipszis 99">
              <a:extLst>
                <a:ext uri="{FF2B5EF4-FFF2-40B4-BE49-F238E27FC236}">
                  <a16:creationId xmlns:a16="http://schemas.microsoft.com/office/drawing/2014/main" id="{A1860DE6-89CB-7374-3D02-325F7E335A3F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01" name="Kép 100">
              <a:extLst>
                <a:ext uri="{FF2B5EF4-FFF2-40B4-BE49-F238E27FC236}">
                  <a16:creationId xmlns:a16="http://schemas.microsoft.com/office/drawing/2014/main" id="{9274CB19-ED44-56DD-0729-FA84822535B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119C72B3-3870-6977-B0AF-74E66DDE1A5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1" name="Téglalap 110">
            <a:extLst>
              <a:ext uri="{FF2B5EF4-FFF2-40B4-BE49-F238E27FC236}">
                <a16:creationId xmlns:a16="http://schemas.microsoft.com/office/drawing/2014/main" id="{ACCD9675-8CC8-1100-E34D-3F3349C07488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2" name="Csoportba foglalás 111">
            <a:extLst>
              <a:ext uri="{FF2B5EF4-FFF2-40B4-BE49-F238E27FC236}">
                <a16:creationId xmlns:a16="http://schemas.microsoft.com/office/drawing/2014/main" id="{EB29729A-D499-AC92-6905-15AAA9BD077A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3" name="Csoportba foglalás 112">
              <a:extLst>
                <a:ext uri="{FF2B5EF4-FFF2-40B4-BE49-F238E27FC236}">
                  <a16:creationId xmlns:a16="http://schemas.microsoft.com/office/drawing/2014/main" id="{36F64F43-1B9B-5936-5C53-6733BD2F5D2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6" name="Henger 115">
                <a:extLst>
                  <a:ext uri="{FF2B5EF4-FFF2-40B4-BE49-F238E27FC236}">
                    <a16:creationId xmlns:a16="http://schemas.microsoft.com/office/drawing/2014/main" id="{2E47E496-14C9-A527-DC83-90428B33CBC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7" name="Ellipszis 116">
                <a:extLst>
                  <a:ext uri="{FF2B5EF4-FFF2-40B4-BE49-F238E27FC236}">
                    <a16:creationId xmlns:a16="http://schemas.microsoft.com/office/drawing/2014/main" id="{4CAACB33-039E-7723-919C-4D37AAA7DDA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8" name="Téglalap 117">
                <a:extLst>
                  <a:ext uri="{FF2B5EF4-FFF2-40B4-BE49-F238E27FC236}">
                    <a16:creationId xmlns:a16="http://schemas.microsoft.com/office/drawing/2014/main" id="{26BB847A-928F-B393-B152-FFE1159D3AEB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9303F65C-E725-7C59-EC81-FF8E35CDC41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0" name="Egyenes összekötő 119">
                <a:extLst>
                  <a:ext uri="{FF2B5EF4-FFF2-40B4-BE49-F238E27FC236}">
                    <a16:creationId xmlns:a16="http://schemas.microsoft.com/office/drawing/2014/main" id="{8D5C3C17-7B3D-A4C5-E9FC-900A1B5597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1" name="Egyenes összekötő 120">
                <a:extLst>
                  <a:ext uri="{FF2B5EF4-FFF2-40B4-BE49-F238E27FC236}">
                    <a16:creationId xmlns:a16="http://schemas.microsoft.com/office/drawing/2014/main" id="{51DA08F4-305F-2046-723E-DF724D52F7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630F97F6-230E-30C1-56B5-7D6BF63FAB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E0C0481D-0A7D-EE59-B73E-1443278AE01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58F7248F-93B4-E11E-D3DA-9B59A12926C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4" name="Egyenes összekötő 113">
              <a:extLst>
                <a:ext uri="{FF2B5EF4-FFF2-40B4-BE49-F238E27FC236}">
                  <a16:creationId xmlns:a16="http://schemas.microsoft.com/office/drawing/2014/main" id="{D7308672-2460-3113-DCAF-6F72FF6F42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5" name="Egyenes összekötő 114">
              <a:extLst>
                <a:ext uri="{FF2B5EF4-FFF2-40B4-BE49-F238E27FC236}">
                  <a16:creationId xmlns:a16="http://schemas.microsoft.com/office/drawing/2014/main" id="{7162EA6D-77F2-76B1-CDB4-992BAF334240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8ABD06C0-0591-B5D2-B1A3-E5C0DD93182F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688CD847-291B-BC90-78F6-CEE123DD4A57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F8336F08-E1A2-0649-85C2-75BF003FB443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B1C532A1-2770-2D10-FDE0-51DDF2655EE2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8971244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B7A188B3-61A9-C36C-9A71-195A8C77DDF9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60335C89-6265-AAD2-6DCF-EEA9204A63E7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93494A7E-BA89-FB5C-9BB1-942E928EE3C5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2D69B23B-A04B-FF04-7EFA-27D0F84BC6B3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F2F4B0B2-52B7-5CC0-4E09-66E4F733B168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BAA24705-E730-E99A-0C22-9BC919E5CFE0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FF243502-8B68-12A3-282A-52C6AA9DBA13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4D908F6D-22B2-EE72-2141-BEC00FD836C6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F1A4B512-EF4E-AA42-D4B2-22F38FCDD6B6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E500A22B-7287-5DB0-B313-8869E0C30672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EEF945FF-5077-C356-5FFC-2EA348CA54E4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35C88773-98DA-9DCE-D3AD-ED50B4395189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7E7A4CA6-2FF0-FB0D-818A-464E37F386B7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C2F94DD2-BBF9-CD88-D8BB-B07730A245F4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A3CE6E73-3C53-32B7-E0FF-DA92D5750A23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B0F00FE4-9FA7-DBD3-BFFD-5A3B070AA03E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D303A804-1805-F4C1-802E-57DF801B6738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5971530-A475-1FB2-1EF5-C863401CBB44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119FCABA-883C-0A02-F2E1-9EE47BF4DB9E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87D08D8F-559E-DB02-98D9-DBCA017341BD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F2D59151-535A-F49D-7D44-D575104330B1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4B2C1FB7-E6F1-2511-D9A2-82BEF00F343F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C18450A2-BF47-C3ED-3FFB-7E5940240E34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8F1FB1F7-AD6E-B27C-AB90-7AE627E7D9A8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DF83CF86-114A-EDA4-4ACB-361D076F24EF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1EBE12F6-2BF5-1B75-EB98-459310CE768D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CD021891-00FC-562E-B8B7-A01CBAC6297D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D97BABDB-CEB8-0633-314D-7B5A6AED520A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5E64A9DA-46CA-7134-D4E8-D421D9F5AC5D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2D75C96C-3A4B-9C17-3C99-4F632107B5D0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9F90FC57-B2B6-ED05-478F-4A44709A3B26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3A85EC18-9499-983F-D972-79D01AF9F7A8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7C84EEFB-55BA-6A49-A3B0-238E69364E12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24C4BABC-4B03-F836-46B8-79B93937A65E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38CCBB71-6B0A-DC06-C59B-1E2EF51AFE74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6EAF623F-77A2-5329-48C2-1E77CFF34619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23EDE34C-029B-1724-6F88-1D20B87C157F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2C02164E-A424-E280-C230-00E541B5280C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8DDB7485-1B09-0102-AA40-7B54E9E0DB2E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1337373F-EAB7-A2B3-4278-7B489EFAFF04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F4D67738-F5F4-CB49-CEC8-970D584E6293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06B4FD98-11CA-6F28-52B3-2EA9BABA1D15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56BCE721-0036-9046-AB10-71D15DE590E5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FE0319BD-9042-1D3E-291F-85542B81AC0E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560CEA20-7D08-2E0C-E2D5-835EABF05B5A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00AA2144-9B26-CB0E-B850-8954F90168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97679537-D007-688C-320E-14126232FD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5F9279E0-6C77-2E5A-C5EA-EBB0A7BA088B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F662E7AC-B26C-62A9-0B71-654005C94424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54189B51-AAB8-D59B-A97C-31D1525DB622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73AD836E-8F12-E504-02AD-4966450BA0EB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EE68CC43-40F0-ACF4-25C9-26332C0A156E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8A2934E7-FA78-E76D-F3DF-E41DE6B8D5EC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015A4109-5129-48A5-05E2-85CD6802BE66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3D1DBEA2-FDFC-2BAB-868D-0D5FD42725C8}"/>
              </a:ext>
            </a:extLst>
          </p:cNvPr>
          <p:cNvGrpSpPr/>
          <p:nvPr/>
        </p:nvGrpSpPr>
        <p:grpSpPr>
          <a:xfrm flipH="1">
            <a:off x="7445000" y="4039000"/>
            <a:ext cx="167010" cy="267276"/>
            <a:chOff x="3714334" y="2820709"/>
            <a:chExt cx="313655" cy="597856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12A8A0FE-B9DC-445B-D18C-5B2F94EAA337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62" name="Henger 61">
                <a:extLst>
                  <a:ext uri="{FF2B5EF4-FFF2-40B4-BE49-F238E27FC236}">
                    <a16:creationId xmlns:a16="http://schemas.microsoft.com/office/drawing/2014/main" id="{0D44304D-66CE-921E-C0F5-7E293EC6F31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78881DF4-7275-3E3D-DED1-E4F594E743E9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7A3ECDF7-5A3B-B2ED-877F-8307E84BD584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5" name="Ellipszis 64">
                <a:extLst>
                  <a:ext uri="{FF2B5EF4-FFF2-40B4-BE49-F238E27FC236}">
                    <a16:creationId xmlns:a16="http://schemas.microsoft.com/office/drawing/2014/main" id="{4CC19A2D-6389-0958-57B6-1E37A166E7D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20105006-CB40-065C-AA11-FCA5B8389A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46C53AF4-2485-1DB3-4C8A-E8D29621FD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A04FBB18-98FF-6F32-3EE7-E4F9EB576F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DF32EF89-9A56-F8BE-3743-10814515658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70" name="Ellipszis 69">
                <a:extLst>
                  <a:ext uri="{FF2B5EF4-FFF2-40B4-BE49-F238E27FC236}">
                    <a16:creationId xmlns:a16="http://schemas.microsoft.com/office/drawing/2014/main" id="{3867021A-A7C9-220C-DA3B-B525FFBE9888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60" name="Egyenes összekötő 59">
              <a:extLst>
                <a:ext uri="{FF2B5EF4-FFF2-40B4-BE49-F238E27FC236}">
                  <a16:creationId xmlns:a16="http://schemas.microsoft.com/office/drawing/2014/main" id="{6C8F651C-1956-345A-02A5-DB66919EDDC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61" name="Egyenes összekötő 60">
              <a:extLst>
                <a:ext uri="{FF2B5EF4-FFF2-40B4-BE49-F238E27FC236}">
                  <a16:creationId xmlns:a16="http://schemas.microsoft.com/office/drawing/2014/main" id="{330400E0-C886-6C68-B8BC-7B5103E3360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71" name="Téglalap 70">
            <a:extLst>
              <a:ext uri="{FF2B5EF4-FFF2-40B4-BE49-F238E27FC236}">
                <a16:creationId xmlns:a16="http://schemas.microsoft.com/office/drawing/2014/main" id="{304A7550-83FC-FFDC-6B5F-ED1FBCFB9AD5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2" name="Csoportba foglalás 71">
            <a:extLst>
              <a:ext uri="{FF2B5EF4-FFF2-40B4-BE49-F238E27FC236}">
                <a16:creationId xmlns:a16="http://schemas.microsoft.com/office/drawing/2014/main" id="{D9629E8D-5C28-657B-5EAC-33462F8F10C4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73" name="Henger 72">
              <a:extLst>
                <a:ext uri="{FF2B5EF4-FFF2-40B4-BE49-F238E27FC236}">
                  <a16:creationId xmlns:a16="http://schemas.microsoft.com/office/drawing/2014/main" id="{50FEAB22-ADC8-E61F-BA6F-6BFB55735B37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D9B3A692-D16A-BE68-0E2A-A3ED07D6BF60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633CD1D9-D489-2D5B-0B93-F5B84E14D43B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Ellipszis 76">
                <a:extLst>
                  <a:ext uri="{FF2B5EF4-FFF2-40B4-BE49-F238E27FC236}">
                    <a16:creationId xmlns:a16="http://schemas.microsoft.com/office/drawing/2014/main" id="{7BC8BF26-EC1E-9CA1-F317-10589254050D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1E5DF4F0-123C-754B-8A85-A43B945D75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F1DBC554-74FC-D187-083F-1B9E8E454B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AC6594D4-6113-FE36-23C9-F4E6E8A09E6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50E86B30-5E76-73B1-A030-9829868352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6AED581D-731B-9023-862D-88C298835972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5" name="Téglalap 74">
              <a:extLst>
                <a:ext uri="{FF2B5EF4-FFF2-40B4-BE49-F238E27FC236}">
                  <a16:creationId xmlns:a16="http://schemas.microsoft.com/office/drawing/2014/main" id="{6AA9911C-2B5B-61AB-56E0-57764CF939F9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3" name="Csoportba foglalás 82">
            <a:extLst>
              <a:ext uri="{FF2B5EF4-FFF2-40B4-BE49-F238E27FC236}">
                <a16:creationId xmlns:a16="http://schemas.microsoft.com/office/drawing/2014/main" id="{63944B41-4CAF-681B-9109-A2055DDD662B}"/>
              </a:ext>
            </a:extLst>
          </p:cNvPr>
          <p:cNvGrpSpPr/>
          <p:nvPr/>
        </p:nvGrpSpPr>
        <p:grpSpPr>
          <a:xfrm>
            <a:off x="7857171" y="4005851"/>
            <a:ext cx="188941" cy="291754"/>
            <a:chOff x="6019780" y="4023344"/>
            <a:chExt cx="188941" cy="291754"/>
          </a:xfrm>
        </p:grpSpPr>
        <p:sp>
          <p:nvSpPr>
            <p:cNvPr id="84" name="Henger 83">
              <a:extLst>
                <a:ext uri="{FF2B5EF4-FFF2-40B4-BE49-F238E27FC236}">
                  <a16:creationId xmlns:a16="http://schemas.microsoft.com/office/drawing/2014/main" id="{7DFBA0FB-55FE-B3D1-3E2D-39B2C88B5B18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5" name="Csoportba foglalás 84">
              <a:extLst>
                <a:ext uri="{FF2B5EF4-FFF2-40B4-BE49-F238E27FC236}">
                  <a16:creationId xmlns:a16="http://schemas.microsoft.com/office/drawing/2014/main" id="{50559156-BCF9-BC40-A708-ADEFB657C537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2719D4A6-F24F-7066-A07F-02088D8E79B1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79C061E9-BC8F-E560-6F2A-AE9CB319BCAA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DBF8B232-20C8-D8F1-EC6B-3B5BCAC0D5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2F06EB91-006A-7633-0028-7B81C9AB33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85404875-13CB-B9AA-9FB6-7C1B0E74EDE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FC56E19D-FFEF-5515-896A-DD8B915A9DD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2D9F6324-FCDD-F060-BC60-ED53F25FA402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FDB14D49-09A8-3569-C838-229B31797384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856F1A70-DCFA-15BA-CEFA-2987506AE91F}"/>
              </a:ext>
            </a:extLst>
          </p:cNvPr>
          <p:cNvSpPr/>
          <p:nvPr/>
        </p:nvSpPr>
        <p:spPr>
          <a:xfrm rot="14454147">
            <a:off x="8760830" y="-473232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4" name="Csoportba foglalás 93">
            <a:extLst>
              <a:ext uri="{FF2B5EF4-FFF2-40B4-BE49-F238E27FC236}">
                <a16:creationId xmlns:a16="http://schemas.microsoft.com/office/drawing/2014/main" id="{4EAF7E64-3938-7032-EFD2-358F4CCBE380}"/>
              </a:ext>
            </a:extLst>
          </p:cNvPr>
          <p:cNvGrpSpPr/>
          <p:nvPr/>
        </p:nvGrpSpPr>
        <p:grpSpPr>
          <a:xfrm>
            <a:off x="6997522" y="3993911"/>
            <a:ext cx="152086" cy="265094"/>
            <a:chOff x="-519618" y="3211145"/>
            <a:chExt cx="389120" cy="678258"/>
          </a:xfrm>
        </p:grpSpPr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C54964E4-CF23-0EFE-230C-4E2FE9F5B894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03" name="Henger 102">
                <a:extLst>
                  <a:ext uri="{FF2B5EF4-FFF2-40B4-BE49-F238E27FC236}">
                    <a16:creationId xmlns:a16="http://schemas.microsoft.com/office/drawing/2014/main" id="{CFEDD0FB-8FC0-95EC-0647-AE3A69EEF8EA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02A19F3-BF84-CF8B-DCB8-62F9C091C767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5" name="Ív 104">
                <a:extLst>
                  <a:ext uri="{FF2B5EF4-FFF2-40B4-BE49-F238E27FC236}">
                    <a16:creationId xmlns:a16="http://schemas.microsoft.com/office/drawing/2014/main" id="{B92A3E08-502D-0719-C411-082B671F08E4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06" name="Picture 2" descr="Forráskép megtekintése">
                <a:extLst>
                  <a:ext uri="{FF2B5EF4-FFF2-40B4-BE49-F238E27FC236}">
                    <a16:creationId xmlns:a16="http://schemas.microsoft.com/office/drawing/2014/main" id="{32383BD9-DA31-A3F5-E8DB-470C715B2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8FD71C8A-A696-CA34-EC32-FC99F1BC59DC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Csillag: 4 ágú 107">
                <a:extLst>
                  <a:ext uri="{FF2B5EF4-FFF2-40B4-BE49-F238E27FC236}">
                    <a16:creationId xmlns:a16="http://schemas.microsoft.com/office/drawing/2014/main" id="{EA9E3DF9-7821-D839-EFFB-7E0DB759BC6A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9" name="Szabadkézi sokszög: alakzat 108">
                <a:extLst>
                  <a:ext uri="{FF2B5EF4-FFF2-40B4-BE49-F238E27FC236}">
                    <a16:creationId xmlns:a16="http://schemas.microsoft.com/office/drawing/2014/main" id="{190A50EA-30B0-DDF1-D019-6769768D744E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0" name="Ellipszis 109">
                <a:extLst>
                  <a:ext uri="{FF2B5EF4-FFF2-40B4-BE49-F238E27FC236}">
                    <a16:creationId xmlns:a16="http://schemas.microsoft.com/office/drawing/2014/main" id="{0B6FC497-199B-2CD5-9D6A-3B310D88CDAF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F62AF7E6-9F54-3EB2-F303-8943523A7921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7" name="Ellipszis 96">
              <a:extLst>
                <a:ext uri="{FF2B5EF4-FFF2-40B4-BE49-F238E27FC236}">
                  <a16:creationId xmlns:a16="http://schemas.microsoft.com/office/drawing/2014/main" id="{3ED66FCA-204E-4EAE-4BFE-C7EEF8649BD3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BE090BBE-DD63-E402-A3B3-8D312706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9" name="Ellipszis 98">
              <a:extLst>
                <a:ext uri="{FF2B5EF4-FFF2-40B4-BE49-F238E27FC236}">
                  <a16:creationId xmlns:a16="http://schemas.microsoft.com/office/drawing/2014/main" id="{4FD30FBF-472F-0167-B060-1AC5EFE8FB89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0" name="Ellipszis 99">
              <a:extLst>
                <a:ext uri="{FF2B5EF4-FFF2-40B4-BE49-F238E27FC236}">
                  <a16:creationId xmlns:a16="http://schemas.microsoft.com/office/drawing/2014/main" id="{055149AA-35CB-E7B3-901E-8B0481F93B31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01" name="Kép 100">
              <a:extLst>
                <a:ext uri="{FF2B5EF4-FFF2-40B4-BE49-F238E27FC236}">
                  <a16:creationId xmlns:a16="http://schemas.microsoft.com/office/drawing/2014/main" id="{F93422AE-481E-874E-6466-0B16B8AAEAE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7C072EB6-AE83-BBA5-53FB-225FF7A230D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1" name="Téglalap 110">
            <a:extLst>
              <a:ext uri="{FF2B5EF4-FFF2-40B4-BE49-F238E27FC236}">
                <a16:creationId xmlns:a16="http://schemas.microsoft.com/office/drawing/2014/main" id="{0D55E7D5-566B-EFE5-8111-6FFBC3DA642B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2" name="Csoportba foglalás 111">
            <a:extLst>
              <a:ext uri="{FF2B5EF4-FFF2-40B4-BE49-F238E27FC236}">
                <a16:creationId xmlns:a16="http://schemas.microsoft.com/office/drawing/2014/main" id="{8EDE6AA3-1D19-B246-2702-B48B2F8D62FA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3" name="Csoportba foglalás 112">
              <a:extLst>
                <a:ext uri="{FF2B5EF4-FFF2-40B4-BE49-F238E27FC236}">
                  <a16:creationId xmlns:a16="http://schemas.microsoft.com/office/drawing/2014/main" id="{B247315F-9921-7932-4195-EE62CEEAD02B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6" name="Henger 115">
                <a:extLst>
                  <a:ext uri="{FF2B5EF4-FFF2-40B4-BE49-F238E27FC236}">
                    <a16:creationId xmlns:a16="http://schemas.microsoft.com/office/drawing/2014/main" id="{63D11A6E-9CA9-4E28-4330-4D910915EA2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7" name="Ellipszis 116">
                <a:extLst>
                  <a:ext uri="{FF2B5EF4-FFF2-40B4-BE49-F238E27FC236}">
                    <a16:creationId xmlns:a16="http://schemas.microsoft.com/office/drawing/2014/main" id="{BBFD03CE-A203-5E6B-E43C-D8FC8C56E3C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8" name="Téglalap 117">
                <a:extLst>
                  <a:ext uri="{FF2B5EF4-FFF2-40B4-BE49-F238E27FC236}">
                    <a16:creationId xmlns:a16="http://schemas.microsoft.com/office/drawing/2014/main" id="{E3C5214A-F3A0-EAE1-0AC6-2A3AF4B1C322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A32A7E6B-A178-0AAE-BEF1-93F96DEDB29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0" name="Egyenes összekötő 119">
                <a:extLst>
                  <a:ext uri="{FF2B5EF4-FFF2-40B4-BE49-F238E27FC236}">
                    <a16:creationId xmlns:a16="http://schemas.microsoft.com/office/drawing/2014/main" id="{33F217C1-C333-9BFA-C8AC-B2E9120C79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1" name="Egyenes összekötő 120">
                <a:extLst>
                  <a:ext uri="{FF2B5EF4-FFF2-40B4-BE49-F238E27FC236}">
                    <a16:creationId xmlns:a16="http://schemas.microsoft.com/office/drawing/2014/main" id="{F17D970C-8637-719C-47F5-018F003CDD1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EAF1121B-8FE0-60E8-7B83-4EC600346D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40FFEAAB-6817-E3BE-116F-BEA0A467940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75C455A4-05EC-B45D-D8E9-F7BDDB90F4FF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4" name="Egyenes összekötő 113">
              <a:extLst>
                <a:ext uri="{FF2B5EF4-FFF2-40B4-BE49-F238E27FC236}">
                  <a16:creationId xmlns:a16="http://schemas.microsoft.com/office/drawing/2014/main" id="{B9CBAA8E-208F-CAFE-1F9B-71D257F30ED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5" name="Egyenes összekötő 114">
              <a:extLst>
                <a:ext uri="{FF2B5EF4-FFF2-40B4-BE49-F238E27FC236}">
                  <a16:creationId xmlns:a16="http://schemas.microsoft.com/office/drawing/2014/main" id="{CC8E595E-921F-3F53-F2ED-9C1083FA501F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A4608C8E-0BB7-066C-2714-31DC930AD05E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AE29C2F4-C11A-D24B-D944-9FF8C5F42D1B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857DA6CD-DBBE-7183-E7A0-116416490CF2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32538C67-8BB6-2EF3-09C7-EC68509EB858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326375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A83D34D2-857E-32CB-1EBF-8D1629F50834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78B50C29-E207-CD8F-BDAB-FFCDE75CF9D4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A7C49387-4EED-85EF-17E8-CCAB955D8291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CEAB958C-ACE3-52A4-BCC0-019D6F0C43BA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3301B7D8-3DE9-31CA-97F8-5E45EFE52683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78B1B14B-DCF0-1C29-252A-550348E7DEC3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922F640C-0509-35BD-0964-41F6F3BCEF8E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B2A22C28-F594-1E47-D51E-2F070B1A3F1D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E3B21DDE-5D0D-E2AB-314D-AA9076A0BB14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C5DAAD25-5EDA-0197-1566-19847198F4F6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645269B1-ACBD-CD45-6F28-7D5D5441D00C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2497ABC1-0689-4CD5-BDDC-02BC832E91AA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7624D3CE-EAB3-208F-1AE8-7BBBDFE2B97F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5582DB70-3287-E587-8FED-42B3C62BAFBA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A14A7BD1-34A7-8016-5880-F99728AC89CA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8F00CE49-4351-0365-458F-AA7FEA99CE96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AECD05BB-C35B-291D-8A94-505E35DF595C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443574CF-A519-443D-B925-9FF49B33FF3C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D646C1D6-F7AC-D1E5-B294-067580849A62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6A57CC08-66B1-6E2F-628E-C3BD8DB75D1E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02306909-8038-044B-87A4-102DE382B7FF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421B5FFB-3BE2-59CB-9A39-28B7456FA84F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37758684-5270-11C4-39A0-5DCF70BD10B1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2B75ABA6-5B8E-FBA2-88B5-4479EB7E8DCD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8BD43966-3F1C-B008-CC7E-CE9F4D46F530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0D84FEB8-4EC6-C38F-DD5F-D737926F23AC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C700D696-9581-CF16-BA73-558CD95D96E2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9CFC07C5-B856-82BB-66A6-0981AC9D74C8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AA338748-B9FE-4A1A-2D8F-3AB2FFF092AB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982ED515-8C46-6987-9387-CE6221E72D21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CCB4389D-ADA6-F293-F70F-5354E22322D6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5D61A971-D041-2D07-A62F-20B59EF3D53C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73695F47-5159-73B2-F72A-EDF7D33C4863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44A16846-C004-149D-48D0-687B593C8851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125D0626-DA8E-0D60-6A96-28E7E73D3BF2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192EBEC2-EFCD-ED8E-6DD4-4789EB081A4E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EB2A5F82-68AA-0C9A-3E41-9F11F07F7280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9E693B2D-494F-DF11-2C24-C488AE1D94E2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3576E864-E7CE-5C34-306B-FC8D9645D2B3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7F04F27E-238F-70E5-14AE-ADAAD23F889C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704448AF-8B37-3956-9E53-BF4C660C9340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35971D6D-39DB-2AAF-A399-EED220E939FA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6DEA46ED-9FA1-FBD2-01F6-37F751F313C7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982340DF-293E-0E01-6590-F728B894A9F5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ED74D609-2C6A-1387-0727-621269C844A4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F210B327-5D11-5F32-D570-D6388E31CA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AA7200AD-0DD1-FF64-462D-00EC83DA44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DA425B28-C3C3-792B-6E8E-7CCCBD601966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6383F969-EA5A-5B5D-54A4-B72756F48BD1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65A24513-1CE2-A07A-F202-593790F51375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6F72A8A4-45C0-AD49-E742-42FD5BC75B48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CE0F1C92-5CA2-BF35-A99D-913E3482A12D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452D405D-3A68-CF6B-49F5-6E48D6F052C3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BDDF7B85-C6CD-0770-E429-CA5382D0A718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498BF483-A703-7A56-B81B-09967D9B0417}"/>
              </a:ext>
            </a:extLst>
          </p:cNvPr>
          <p:cNvGrpSpPr/>
          <p:nvPr/>
        </p:nvGrpSpPr>
        <p:grpSpPr>
          <a:xfrm flipH="1">
            <a:off x="7539886" y="4039000"/>
            <a:ext cx="167010" cy="267276"/>
            <a:chOff x="3714334" y="2820709"/>
            <a:chExt cx="313655" cy="597856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4E495AE2-A0FE-1C43-3D21-C75D8C5F0818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62" name="Henger 61">
                <a:extLst>
                  <a:ext uri="{FF2B5EF4-FFF2-40B4-BE49-F238E27FC236}">
                    <a16:creationId xmlns:a16="http://schemas.microsoft.com/office/drawing/2014/main" id="{3969EA92-CF8D-5857-545A-717D4153F463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FD38B6B9-1220-0855-CEF0-5EA2CBF4272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F0B1F4DF-47D4-DCE7-EF34-F1A643D385D2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5" name="Ellipszis 64">
                <a:extLst>
                  <a:ext uri="{FF2B5EF4-FFF2-40B4-BE49-F238E27FC236}">
                    <a16:creationId xmlns:a16="http://schemas.microsoft.com/office/drawing/2014/main" id="{B33EEB17-76C2-E54F-4DC9-786B3369B4BB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08F4721C-5133-C833-B658-7472EED2B6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254BBB63-8091-A4EC-2D19-2897D70A18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D32EE21A-928B-1563-1963-7274E40D83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F9A718B8-88B0-7C4B-3BDF-9D6F2D33763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70" name="Ellipszis 69">
                <a:extLst>
                  <a:ext uri="{FF2B5EF4-FFF2-40B4-BE49-F238E27FC236}">
                    <a16:creationId xmlns:a16="http://schemas.microsoft.com/office/drawing/2014/main" id="{134580FF-F18F-36CC-DF8F-51F3A6D8ABBD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60" name="Egyenes összekötő 59">
              <a:extLst>
                <a:ext uri="{FF2B5EF4-FFF2-40B4-BE49-F238E27FC236}">
                  <a16:creationId xmlns:a16="http://schemas.microsoft.com/office/drawing/2014/main" id="{1FF2110B-951B-8E4E-B83E-1086F0FC470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61" name="Egyenes összekötő 60">
              <a:extLst>
                <a:ext uri="{FF2B5EF4-FFF2-40B4-BE49-F238E27FC236}">
                  <a16:creationId xmlns:a16="http://schemas.microsoft.com/office/drawing/2014/main" id="{27F61677-6ED8-5D2F-DCD4-54F697D9FD3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71" name="Téglalap 70">
            <a:extLst>
              <a:ext uri="{FF2B5EF4-FFF2-40B4-BE49-F238E27FC236}">
                <a16:creationId xmlns:a16="http://schemas.microsoft.com/office/drawing/2014/main" id="{3560E06E-DEA4-79EA-B6EB-338E546C1F0F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2" name="Csoportba foglalás 71">
            <a:extLst>
              <a:ext uri="{FF2B5EF4-FFF2-40B4-BE49-F238E27FC236}">
                <a16:creationId xmlns:a16="http://schemas.microsoft.com/office/drawing/2014/main" id="{8F4C42D3-C086-543A-ABFE-9A03E43F4636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73" name="Henger 72">
              <a:extLst>
                <a:ext uri="{FF2B5EF4-FFF2-40B4-BE49-F238E27FC236}">
                  <a16:creationId xmlns:a16="http://schemas.microsoft.com/office/drawing/2014/main" id="{51BCED8A-EF32-AED8-48A7-19A5F54DD9D2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90B06E67-FBD4-410E-6BDF-BE99B22018DB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0D042C4B-BEC9-F467-DAEB-015BB840C42A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Ellipszis 76">
                <a:extLst>
                  <a:ext uri="{FF2B5EF4-FFF2-40B4-BE49-F238E27FC236}">
                    <a16:creationId xmlns:a16="http://schemas.microsoft.com/office/drawing/2014/main" id="{9B569BB2-FA0A-9565-FCA8-1E5D0A545831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9F7D82E0-6C79-9062-C960-5F813F4044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6C1C15D1-7AC7-D1D7-680A-72A2702DC3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D0DD9CD5-6BF6-9935-182A-744AE855D7B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3D41BC02-4562-0971-1214-4797DE87E41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3D4A37D3-610D-99D3-0C9F-9A0ECD610825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5" name="Téglalap 74">
              <a:extLst>
                <a:ext uri="{FF2B5EF4-FFF2-40B4-BE49-F238E27FC236}">
                  <a16:creationId xmlns:a16="http://schemas.microsoft.com/office/drawing/2014/main" id="{62377A9D-AFC4-900E-E9FB-B9CAB09C4F6F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3" name="Csoportba foglalás 82">
            <a:extLst>
              <a:ext uri="{FF2B5EF4-FFF2-40B4-BE49-F238E27FC236}">
                <a16:creationId xmlns:a16="http://schemas.microsoft.com/office/drawing/2014/main" id="{876CA0ED-2223-BBB8-158B-7257A664CEE3}"/>
              </a:ext>
            </a:extLst>
          </p:cNvPr>
          <p:cNvGrpSpPr/>
          <p:nvPr/>
        </p:nvGrpSpPr>
        <p:grpSpPr>
          <a:xfrm>
            <a:off x="7952057" y="4005851"/>
            <a:ext cx="188941" cy="291754"/>
            <a:chOff x="6019780" y="4023344"/>
            <a:chExt cx="188941" cy="291754"/>
          </a:xfrm>
        </p:grpSpPr>
        <p:sp>
          <p:nvSpPr>
            <p:cNvPr id="84" name="Henger 83">
              <a:extLst>
                <a:ext uri="{FF2B5EF4-FFF2-40B4-BE49-F238E27FC236}">
                  <a16:creationId xmlns:a16="http://schemas.microsoft.com/office/drawing/2014/main" id="{15AB0606-AAFB-9BCD-44B7-8AD3E022431D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5" name="Csoportba foglalás 84">
              <a:extLst>
                <a:ext uri="{FF2B5EF4-FFF2-40B4-BE49-F238E27FC236}">
                  <a16:creationId xmlns:a16="http://schemas.microsoft.com/office/drawing/2014/main" id="{15A1B737-67C5-CB9E-4637-49B4E9F47936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43A9CA5D-19FF-5A28-04E2-BA3A35A24502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DA32D59D-7D38-D728-3A18-3E133385FDF2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F1282C0A-6B5B-EA71-EB2C-5E30B0BFA2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570EF2AF-5C84-9F1A-3575-135F5F22D81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36730B1D-5F4B-0A49-97BE-6934A626D58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95045ED1-20FA-574C-5DF1-94E80EE694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1EEBB64F-FC77-CFB8-1763-E80C033ACB4A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B4DB5B9E-79B6-FE06-C792-18DD0CAFA32F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8BE0BB08-88E4-43AC-53D0-1A5EBF2784CA}"/>
              </a:ext>
            </a:extLst>
          </p:cNvPr>
          <p:cNvSpPr/>
          <p:nvPr/>
        </p:nvSpPr>
        <p:spPr>
          <a:xfrm rot="15950836">
            <a:off x="8555802" y="-1017901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4" name="Csoportba foglalás 93">
            <a:extLst>
              <a:ext uri="{FF2B5EF4-FFF2-40B4-BE49-F238E27FC236}">
                <a16:creationId xmlns:a16="http://schemas.microsoft.com/office/drawing/2014/main" id="{6E7BA6DE-4C76-736C-AE9B-9D6071EFD2E2}"/>
              </a:ext>
            </a:extLst>
          </p:cNvPr>
          <p:cNvGrpSpPr/>
          <p:nvPr/>
        </p:nvGrpSpPr>
        <p:grpSpPr>
          <a:xfrm>
            <a:off x="7075156" y="4037041"/>
            <a:ext cx="152086" cy="265094"/>
            <a:chOff x="-519618" y="3211145"/>
            <a:chExt cx="389120" cy="678258"/>
          </a:xfrm>
        </p:grpSpPr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C6217207-DC05-D4DB-E6B0-1058F2AF0D6E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03" name="Henger 102">
                <a:extLst>
                  <a:ext uri="{FF2B5EF4-FFF2-40B4-BE49-F238E27FC236}">
                    <a16:creationId xmlns:a16="http://schemas.microsoft.com/office/drawing/2014/main" id="{3CE89034-D6C5-879B-A3FE-0BC46E204211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0B8AF3B8-A082-CD54-E08D-9B83C8D3114F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5" name="Ív 104">
                <a:extLst>
                  <a:ext uri="{FF2B5EF4-FFF2-40B4-BE49-F238E27FC236}">
                    <a16:creationId xmlns:a16="http://schemas.microsoft.com/office/drawing/2014/main" id="{A55F1111-170C-6062-9B5C-A017C506A243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06" name="Picture 2" descr="Forráskép megtekintése">
                <a:extLst>
                  <a:ext uri="{FF2B5EF4-FFF2-40B4-BE49-F238E27FC236}">
                    <a16:creationId xmlns:a16="http://schemas.microsoft.com/office/drawing/2014/main" id="{45D243F4-47F7-07C9-11EA-39F14A34A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369EFEFF-3DCA-7BFA-DC4E-8B9901B66965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Csillag: 4 ágú 107">
                <a:extLst>
                  <a:ext uri="{FF2B5EF4-FFF2-40B4-BE49-F238E27FC236}">
                    <a16:creationId xmlns:a16="http://schemas.microsoft.com/office/drawing/2014/main" id="{F269A698-2967-75A4-ADD6-D3A6466B6EE1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9" name="Szabadkézi sokszög: alakzat 108">
                <a:extLst>
                  <a:ext uri="{FF2B5EF4-FFF2-40B4-BE49-F238E27FC236}">
                    <a16:creationId xmlns:a16="http://schemas.microsoft.com/office/drawing/2014/main" id="{01B751B6-3E3F-B0BC-0215-E2E9DB27F4C6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0" name="Ellipszis 109">
                <a:extLst>
                  <a:ext uri="{FF2B5EF4-FFF2-40B4-BE49-F238E27FC236}">
                    <a16:creationId xmlns:a16="http://schemas.microsoft.com/office/drawing/2014/main" id="{F78A528D-F675-A344-70FB-1C49C9D85AFF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95AE9EA3-F7E3-E0D4-09B2-BB3FC92A2438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7" name="Ellipszis 96">
              <a:extLst>
                <a:ext uri="{FF2B5EF4-FFF2-40B4-BE49-F238E27FC236}">
                  <a16:creationId xmlns:a16="http://schemas.microsoft.com/office/drawing/2014/main" id="{C45C9FE8-DA65-C566-F263-983259A701EE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8F210C5A-9539-0401-4756-62F4932386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9" name="Ellipszis 98">
              <a:extLst>
                <a:ext uri="{FF2B5EF4-FFF2-40B4-BE49-F238E27FC236}">
                  <a16:creationId xmlns:a16="http://schemas.microsoft.com/office/drawing/2014/main" id="{40196670-43F8-376C-3C01-566E14551BAC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0" name="Ellipszis 99">
              <a:extLst>
                <a:ext uri="{FF2B5EF4-FFF2-40B4-BE49-F238E27FC236}">
                  <a16:creationId xmlns:a16="http://schemas.microsoft.com/office/drawing/2014/main" id="{ED7A01F3-33FB-F6ED-7670-4D0CF48273CA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01" name="Kép 100">
              <a:extLst>
                <a:ext uri="{FF2B5EF4-FFF2-40B4-BE49-F238E27FC236}">
                  <a16:creationId xmlns:a16="http://schemas.microsoft.com/office/drawing/2014/main" id="{9EAD3A5F-04C5-2A04-E08F-F95316F96F7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E41F600F-7BDF-7F47-5992-0AC91010029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1" name="Téglalap 110">
            <a:extLst>
              <a:ext uri="{FF2B5EF4-FFF2-40B4-BE49-F238E27FC236}">
                <a16:creationId xmlns:a16="http://schemas.microsoft.com/office/drawing/2014/main" id="{4B2E3260-4606-1371-C617-88886CA46427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2" name="Csoportba foglalás 111">
            <a:extLst>
              <a:ext uri="{FF2B5EF4-FFF2-40B4-BE49-F238E27FC236}">
                <a16:creationId xmlns:a16="http://schemas.microsoft.com/office/drawing/2014/main" id="{40600E9A-80A1-62E2-E4EE-CA80943F4AB6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3" name="Csoportba foglalás 112">
              <a:extLst>
                <a:ext uri="{FF2B5EF4-FFF2-40B4-BE49-F238E27FC236}">
                  <a16:creationId xmlns:a16="http://schemas.microsoft.com/office/drawing/2014/main" id="{94A7439F-B6C6-7EAC-3F9B-45061C172A15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6" name="Henger 115">
                <a:extLst>
                  <a:ext uri="{FF2B5EF4-FFF2-40B4-BE49-F238E27FC236}">
                    <a16:creationId xmlns:a16="http://schemas.microsoft.com/office/drawing/2014/main" id="{2D0C5E94-8AC0-AD8A-992B-A67D4F58B04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7" name="Ellipszis 116">
                <a:extLst>
                  <a:ext uri="{FF2B5EF4-FFF2-40B4-BE49-F238E27FC236}">
                    <a16:creationId xmlns:a16="http://schemas.microsoft.com/office/drawing/2014/main" id="{BBEBB3D3-3DE4-8A87-E195-7F8DA9270DA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8" name="Téglalap 117">
                <a:extLst>
                  <a:ext uri="{FF2B5EF4-FFF2-40B4-BE49-F238E27FC236}">
                    <a16:creationId xmlns:a16="http://schemas.microsoft.com/office/drawing/2014/main" id="{05F937A5-1CDF-5B2A-4129-11BD32899E18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25FB71EC-39AE-6E53-3AA8-6FCF500EC0F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0" name="Egyenes összekötő 119">
                <a:extLst>
                  <a:ext uri="{FF2B5EF4-FFF2-40B4-BE49-F238E27FC236}">
                    <a16:creationId xmlns:a16="http://schemas.microsoft.com/office/drawing/2014/main" id="{0696EDB3-8E13-5280-6951-C01FFE82A8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1" name="Egyenes összekötő 120">
                <a:extLst>
                  <a:ext uri="{FF2B5EF4-FFF2-40B4-BE49-F238E27FC236}">
                    <a16:creationId xmlns:a16="http://schemas.microsoft.com/office/drawing/2014/main" id="{EBA70CFA-46A8-C351-A97B-826C7D173B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A3C954D8-B270-A5BD-1D8C-83E9733D8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976E68A6-21C7-3C77-7304-12E842A8906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D5A03117-1CD8-E7E2-C754-6FC7E5301103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4" name="Egyenes összekötő 113">
              <a:extLst>
                <a:ext uri="{FF2B5EF4-FFF2-40B4-BE49-F238E27FC236}">
                  <a16:creationId xmlns:a16="http://schemas.microsoft.com/office/drawing/2014/main" id="{81DD0FCA-2A76-BB82-019F-87D7B8F4384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5" name="Egyenes összekötő 114">
              <a:extLst>
                <a:ext uri="{FF2B5EF4-FFF2-40B4-BE49-F238E27FC236}">
                  <a16:creationId xmlns:a16="http://schemas.microsoft.com/office/drawing/2014/main" id="{92C9D3F1-198B-929C-1A06-544261834A1A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5D3D3E94-720B-030E-D36E-36BC2D693806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A4205878-599A-13D0-63EB-FA978E47BC59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F1021B08-D824-4E0C-39EA-59617D7BF596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8F47BC11-17A2-1855-89ED-746B131D976A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9255390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563E73F4-655E-620E-85AB-61FB38BF3626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D040D5D0-1BF0-88AA-E9B1-F008BD4C2B20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C29D25C2-F2D7-6DB5-BAE4-3256C2628CB0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D2323040-6F1D-D4E3-2B66-90F6597C383B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5409DD9E-2D42-B094-D1EC-0A51BFD65BE2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5FB5B484-4B93-CFB3-9528-7B8EF38A004E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4B43BF1E-0FD6-5733-BBD3-5162C4ABC134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F2EB0268-BAD0-62E4-6798-A6E21635C5DE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0B53A6B6-7C5B-22AF-C1A5-0913FEE0E5B5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DE60FCD1-7B03-2E82-8775-2FFA75FD8237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EAEFD7C2-4099-C61B-547E-4BCD1F9FCABD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CDA598A5-D4B5-FB1B-BFC6-767810B05DFA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69F8D3B5-4F0F-3C3F-06FD-820C261D92DB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E175AE7A-0EDA-8AA9-1B2E-8429A4E1CFFA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AC9F67E1-24CC-7E27-C45E-1BC88ACCD6CE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40C4851C-B291-6456-B5FE-2DBE5E99D8B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B32FB611-764B-995F-EC6C-ACD15932A3A2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03792A7D-581C-06A3-E530-CEEAD36B42C8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02382959-4B3E-0CA2-FA67-E8357E4A8A35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CECDE7CA-F4C4-63CC-0369-145213AFC823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2A3E4941-2D13-2CAD-8D92-07438D18505F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75C16FF8-21E5-45F7-22E1-7928CEDEAFF9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907759DC-850C-607A-0EFA-3B6AAF5B732E}"/>
              </a:ext>
            </a:extLst>
          </p:cNvPr>
          <p:cNvSpPr/>
          <p:nvPr/>
        </p:nvSpPr>
        <p:spPr>
          <a:xfrm rot="19224827">
            <a:off x="9063159" y="-2238364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3824A7CC-5ABF-9C8B-7E94-C4707083CD1C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FBB243FB-A65B-2BDF-0474-AEE280DEDFBE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E7009F40-DCA7-B1EB-70E3-D8A4274AE96F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62E3DAEA-E1BC-2AED-1A04-E06600637F15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BAA8D7EC-DBA6-A882-217D-2BD411E8CF08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F32DC4B0-C8C9-2586-898D-57BA13DDBD58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A04E43E7-839F-D191-4AC7-19E169AAEA47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FBCDBE47-6885-063C-0BA2-40ADC9BCE9B7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D65D188E-5998-71AE-CC95-71827F883323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AC0170D3-1743-491F-E374-FBF4A2246515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0260A405-B7C5-C32A-7237-77F8CAC96BF7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1152CA76-4265-A26B-7E76-F1242DD59002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042E92A4-5179-EBAB-EAA1-E4C357A9DA86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56449AAD-060E-F466-1449-B6E507129BE4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39A16B80-1A27-5081-06CE-2F5E5009779A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A9B85EBB-978D-DD63-A625-C1B938B1AE2C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7A8E5E1B-0D37-1572-00EB-044CC6CD2614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938DB14D-73DD-0CC9-C438-79FD6D1D9F62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C811ACA8-EC9E-1F2B-CAE2-49BE2C310A42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B3BD1179-233F-4BCF-757B-0FE9CFC8FB16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288E562A-44DC-6AA3-1CF8-B04BB2D6B3F1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CDD7D583-6B02-6874-FF5C-59C3B7FCE51E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04187E98-550D-D069-BDDD-1BF9D1DD8400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FFE80D81-BDF3-292B-63FC-158EF2962E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39F17431-A36A-9888-0C97-2443BD48B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29B7B62D-2AD9-ED69-A02C-0ABA660C211C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FAEA4D28-D4BA-879B-1F32-40017098496A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4A83EA98-07A7-8460-7F08-D217F2DB7808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9BF070DC-6FA3-9F94-BFF9-66CFB75962E7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2DA97784-FBF9-582D-8E8E-AB699831874C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6A560F8E-52D1-3A85-1643-67FC298B4FC8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A92155E0-FD8A-83C9-0C25-FC6C1BB596A8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D50848B7-D715-55B9-3708-9906E3A78204}"/>
              </a:ext>
            </a:extLst>
          </p:cNvPr>
          <p:cNvGrpSpPr/>
          <p:nvPr/>
        </p:nvGrpSpPr>
        <p:grpSpPr>
          <a:xfrm flipH="1">
            <a:off x="7634772" y="4039000"/>
            <a:ext cx="167010" cy="267276"/>
            <a:chOff x="3714334" y="2820709"/>
            <a:chExt cx="313655" cy="597856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847AB543-611F-C54F-5EAA-5F195E31AC56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62" name="Henger 61">
                <a:extLst>
                  <a:ext uri="{FF2B5EF4-FFF2-40B4-BE49-F238E27FC236}">
                    <a16:creationId xmlns:a16="http://schemas.microsoft.com/office/drawing/2014/main" id="{59787AB5-5B72-F56C-14E8-F5B77C73FBD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C495F67B-F28D-5B90-A2D9-CEFFEC22B619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518C9C20-E2AD-E7B1-5545-8AB9AC8028AD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5" name="Ellipszis 64">
                <a:extLst>
                  <a:ext uri="{FF2B5EF4-FFF2-40B4-BE49-F238E27FC236}">
                    <a16:creationId xmlns:a16="http://schemas.microsoft.com/office/drawing/2014/main" id="{66643B85-3DFC-A6C7-01E3-1EAC06F41A6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14C1C40-7677-7F68-4CD2-0EBD44F921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C4A72FDE-8E18-9B1E-F4B9-102AE1D0BB2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EA908CBE-464B-540F-1514-61C770205B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2689B3BE-00C2-B436-2BB3-82D0782EBD3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70" name="Ellipszis 69">
                <a:extLst>
                  <a:ext uri="{FF2B5EF4-FFF2-40B4-BE49-F238E27FC236}">
                    <a16:creationId xmlns:a16="http://schemas.microsoft.com/office/drawing/2014/main" id="{6F4BBBD5-96F6-05AE-7717-9A8277D33FE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60" name="Egyenes összekötő 59">
              <a:extLst>
                <a:ext uri="{FF2B5EF4-FFF2-40B4-BE49-F238E27FC236}">
                  <a16:creationId xmlns:a16="http://schemas.microsoft.com/office/drawing/2014/main" id="{001B907C-E538-A724-76BB-DB6A36E3CCB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61" name="Egyenes összekötő 60">
              <a:extLst>
                <a:ext uri="{FF2B5EF4-FFF2-40B4-BE49-F238E27FC236}">
                  <a16:creationId xmlns:a16="http://schemas.microsoft.com/office/drawing/2014/main" id="{6A7001D3-449E-CFA0-A94B-474C57478729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71" name="Téglalap 70">
            <a:extLst>
              <a:ext uri="{FF2B5EF4-FFF2-40B4-BE49-F238E27FC236}">
                <a16:creationId xmlns:a16="http://schemas.microsoft.com/office/drawing/2014/main" id="{53F52F58-94E7-6E23-D67C-73E2F7A5961B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2" name="Csoportba foglalás 71">
            <a:extLst>
              <a:ext uri="{FF2B5EF4-FFF2-40B4-BE49-F238E27FC236}">
                <a16:creationId xmlns:a16="http://schemas.microsoft.com/office/drawing/2014/main" id="{84000D57-6FFA-0757-5AAB-15E5BEFE8319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73" name="Henger 72">
              <a:extLst>
                <a:ext uri="{FF2B5EF4-FFF2-40B4-BE49-F238E27FC236}">
                  <a16:creationId xmlns:a16="http://schemas.microsoft.com/office/drawing/2014/main" id="{24246BD0-C661-E196-8F60-072EC6BEA7DA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1F1A19A3-AC20-A006-5414-1AB65570B628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74A11BE7-F4D4-AA2D-9275-0D1B18C3A891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Ellipszis 76">
                <a:extLst>
                  <a:ext uri="{FF2B5EF4-FFF2-40B4-BE49-F238E27FC236}">
                    <a16:creationId xmlns:a16="http://schemas.microsoft.com/office/drawing/2014/main" id="{0A4C9BED-4D9A-6FFF-67E5-70A4C33E63C1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0B765AF0-6F3E-2B37-D9CD-16401135F9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427BED20-87F2-DFE9-32D9-8A47221912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72835260-AC63-0492-A7C6-5770C54A30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12285176-5FFD-7AD1-EB0D-745F23625E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CECB3D06-B173-AE95-CC27-1340E3CA4B45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5" name="Téglalap 74">
              <a:extLst>
                <a:ext uri="{FF2B5EF4-FFF2-40B4-BE49-F238E27FC236}">
                  <a16:creationId xmlns:a16="http://schemas.microsoft.com/office/drawing/2014/main" id="{1779C665-D8FB-0E1A-2C1D-F93955024674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3" name="Csoportba foglalás 82">
            <a:extLst>
              <a:ext uri="{FF2B5EF4-FFF2-40B4-BE49-F238E27FC236}">
                <a16:creationId xmlns:a16="http://schemas.microsoft.com/office/drawing/2014/main" id="{23EEEC8D-FB86-6DFA-3D63-081CBAC59849}"/>
              </a:ext>
            </a:extLst>
          </p:cNvPr>
          <p:cNvGrpSpPr/>
          <p:nvPr/>
        </p:nvGrpSpPr>
        <p:grpSpPr>
          <a:xfrm>
            <a:off x="8029691" y="4005851"/>
            <a:ext cx="188941" cy="291754"/>
            <a:chOff x="6019780" y="4023344"/>
            <a:chExt cx="188941" cy="291754"/>
          </a:xfrm>
        </p:grpSpPr>
        <p:sp>
          <p:nvSpPr>
            <p:cNvPr id="84" name="Henger 83">
              <a:extLst>
                <a:ext uri="{FF2B5EF4-FFF2-40B4-BE49-F238E27FC236}">
                  <a16:creationId xmlns:a16="http://schemas.microsoft.com/office/drawing/2014/main" id="{084FB8B7-C67C-18F6-8814-F8D2E0D2C412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5" name="Csoportba foglalás 84">
              <a:extLst>
                <a:ext uri="{FF2B5EF4-FFF2-40B4-BE49-F238E27FC236}">
                  <a16:creationId xmlns:a16="http://schemas.microsoft.com/office/drawing/2014/main" id="{69BB8A32-D12B-A3FA-B022-AFE497D5867B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7588C77D-5DD0-1124-9A56-C07AF51A942E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9DA057DE-B22D-007D-2070-0BBDEF5ACFB9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829B36AF-69E5-9035-1272-CF0A3DC18A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814DD980-AB45-9784-EA3B-E8CFF9240A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7190567C-0D16-6576-BFBC-7012C9E7E64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6E8746C5-7446-3B27-BEA8-89114126608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733AC0AC-6214-691D-5F06-94CD1A1C81CB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5F669886-D6D8-05F8-3B3E-C64A444AC51A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4" name="Csoportba foglalás 93">
            <a:extLst>
              <a:ext uri="{FF2B5EF4-FFF2-40B4-BE49-F238E27FC236}">
                <a16:creationId xmlns:a16="http://schemas.microsoft.com/office/drawing/2014/main" id="{820A51DE-5C2C-58CB-16F8-13BE5291F1EA}"/>
              </a:ext>
            </a:extLst>
          </p:cNvPr>
          <p:cNvGrpSpPr/>
          <p:nvPr/>
        </p:nvGrpSpPr>
        <p:grpSpPr>
          <a:xfrm>
            <a:off x="7152790" y="4037041"/>
            <a:ext cx="152086" cy="265094"/>
            <a:chOff x="-519618" y="3211145"/>
            <a:chExt cx="389120" cy="678258"/>
          </a:xfrm>
        </p:grpSpPr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7F281BA9-C3BC-C4FB-89EE-54E1B3DA7DC6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03" name="Henger 102">
                <a:extLst>
                  <a:ext uri="{FF2B5EF4-FFF2-40B4-BE49-F238E27FC236}">
                    <a16:creationId xmlns:a16="http://schemas.microsoft.com/office/drawing/2014/main" id="{6F7A070E-F08B-2777-4F0B-C5FC6EBC9517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94A80E3A-C84B-5B2D-3C1A-17C6CE6E2D6E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5" name="Ív 104">
                <a:extLst>
                  <a:ext uri="{FF2B5EF4-FFF2-40B4-BE49-F238E27FC236}">
                    <a16:creationId xmlns:a16="http://schemas.microsoft.com/office/drawing/2014/main" id="{44A4DAA7-C5E2-1C8A-5FD7-6CCFE1322433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06" name="Picture 2" descr="Forráskép megtekintése">
                <a:extLst>
                  <a:ext uri="{FF2B5EF4-FFF2-40B4-BE49-F238E27FC236}">
                    <a16:creationId xmlns:a16="http://schemas.microsoft.com/office/drawing/2014/main" id="{1CDA0263-A3C7-D040-0F74-890D4CA5D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962F5DC9-C87B-59A0-C937-6C89D60A6C1D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Csillag: 4 ágú 107">
                <a:extLst>
                  <a:ext uri="{FF2B5EF4-FFF2-40B4-BE49-F238E27FC236}">
                    <a16:creationId xmlns:a16="http://schemas.microsoft.com/office/drawing/2014/main" id="{C89C946B-DE89-45FB-C3E5-C161A859069C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9" name="Szabadkézi sokszög: alakzat 108">
                <a:extLst>
                  <a:ext uri="{FF2B5EF4-FFF2-40B4-BE49-F238E27FC236}">
                    <a16:creationId xmlns:a16="http://schemas.microsoft.com/office/drawing/2014/main" id="{5DB1FFE7-9C28-C1CA-E6AA-7B5D87BD67BE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0" name="Ellipszis 109">
                <a:extLst>
                  <a:ext uri="{FF2B5EF4-FFF2-40B4-BE49-F238E27FC236}">
                    <a16:creationId xmlns:a16="http://schemas.microsoft.com/office/drawing/2014/main" id="{9423B452-2049-1C33-B2B0-068904208E28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F021801F-6286-D1F0-A22D-9F6756C96786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7" name="Ellipszis 96">
              <a:extLst>
                <a:ext uri="{FF2B5EF4-FFF2-40B4-BE49-F238E27FC236}">
                  <a16:creationId xmlns:a16="http://schemas.microsoft.com/office/drawing/2014/main" id="{A985046E-0B36-4C1F-8488-1D4066EBD6EB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845C5D4C-94C9-B9F1-2DED-66953D2451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9" name="Ellipszis 98">
              <a:extLst>
                <a:ext uri="{FF2B5EF4-FFF2-40B4-BE49-F238E27FC236}">
                  <a16:creationId xmlns:a16="http://schemas.microsoft.com/office/drawing/2014/main" id="{DE4CD072-F9CC-E42F-C24C-33FB5D104D1A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0" name="Ellipszis 99">
              <a:extLst>
                <a:ext uri="{FF2B5EF4-FFF2-40B4-BE49-F238E27FC236}">
                  <a16:creationId xmlns:a16="http://schemas.microsoft.com/office/drawing/2014/main" id="{08F5F6E2-A8AB-6456-BEDA-1D41A7E59AE6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01" name="Kép 100">
              <a:extLst>
                <a:ext uri="{FF2B5EF4-FFF2-40B4-BE49-F238E27FC236}">
                  <a16:creationId xmlns:a16="http://schemas.microsoft.com/office/drawing/2014/main" id="{1E8EDA34-CD07-DB43-88B6-9AE48653DA2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1B3A33AE-0DF4-76A9-6EBA-E8CF712BB07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1" name="Téglalap 110">
            <a:extLst>
              <a:ext uri="{FF2B5EF4-FFF2-40B4-BE49-F238E27FC236}">
                <a16:creationId xmlns:a16="http://schemas.microsoft.com/office/drawing/2014/main" id="{FBE346D8-EFDB-7C60-182A-02A963BFAE28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2" name="Csoportba foglalás 111">
            <a:extLst>
              <a:ext uri="{FF2B5EF4-FFF2-40B4-BE49-F238E27FC236}">
                <a16:creationId xmlns:a16="http://schemas.microsoft.com/office/drawing/2014/main" id="{DBFC97FB-D640-EEC1-36C5-D79917294AFC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3" name="Csoportba foglalás 112">
              <a:extLst>
                <a:ext uri="{FF2B5EF4-FFF2-40B4-BE49-F238E27FC236}">
                  <a16:creationId xmlns:a16="http://schemas.microsoft.com/office/drawing/2014/main" id="{90D4DBB5-1FB4-3854-6264-04F708B1FB31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6" name="Henger 115">
                <a:extLst>
                  <a:ext uri="{FF2B5EF4-FFF2-40B4-BE49-F238E27FC236}">
                    <a16:creationId xmlns:a16="http://schemas.microsoft.com/office/drawing/2014/main" id="{FDAFB514-9B28-26C8-9C0A-38FE2E307FBC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7" name="Ellipszis 116">
                <a:extLst>
                  <a:ext uri="{FF2B5EF4-FFF2-40B4-BE49-F238E27FC236}">
                    <a16:creationId xmlns:a16="http://schemas.microsoft.com/office/drawing/2014/main" id="{06F7A399-8FCA-8108-0F1D-0C5A7DF1CCFA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8" name="Téglalap 117">
                <a:extLst>
                  <a:ext uri="{FF2B5EF4-FFF2-40B4-BE49-F238E27FC236}">
                    <a16:creationId xmlns:a16="http://schemas.microsoft.com/office/drawing/2014/main" id="{3D3C7204-9E8B-4D17-92F1-29B83D953A23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CD1B04BD-DFDD-0EDB-42FA-07FD66D46A8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0" name="Egyenes összekötő 119">
                <a:extLst>
                  <a:ext uri="{FF2B5EF4-FFF2-40B4-BE49-F238E27FC236}">
                    <a16:creationId xmlns:a16="http://schemas.microsoft.com/office/drawing/2014/main" id="{5A03A76A-B568-A489-3F6E-7FEB05E393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1" name="Egyenes összekötő 120">
                <a:extLst>
                  <a:ext uri="{FF2B5EF4-FFF2-40B4-BE49-F238E27FC236}">
                    <a16:creationId xmlns:a16="http://schemas.microsoft.com/office/drawing/2014/main" id="{2BA751DF-49EA-2B1A-BF1D-DE32C8CE929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24A3210F-CB6E-B56D-8BD7-C4B5CAA909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04138CF8-F522-D52B-AC5B-3E187AE920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10B19FB5-4CE7-3BE5-9440-3241DB0DCE2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4" name="Egyenes összekötő 113">
              <a:extLst>
                <a:ext uri="{FF2B5EF4-FFF2-40B4-BE49-F238E27FC236}">
                  <a16:creationId xmlns:a16="http://schemas.microsoft.com/office/drawing/2014/main" id="{6D25CEC2-D6F2-470B-F5D6-CF5CD865D60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5" name="Egyenes összekötő 114">
              <a:extLst>
                <a:ext uri="{FF2B5EF4-FFF2-40B4-BE49-F238E27FC236}">
                  <a16:creationId xmlns:a16="http://schemas.microsoft.com/office/drawing/2014/main" id="{CF0C6EEF-36FE-70E7-7B3C-29549DBC294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C48A42AE-2C11-98AC-427D-55DF14F93544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BABF965B-D14D-8E65-CF4A-5BC9C9E55F6A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B77C6398-9390-0081-4A6F-53CD233E0910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C314D5A7-41E5-117B-39E4-2891438AEA43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DEC664C4-1275-EF81-E6F4-9B4B959FF3D8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1594843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F39AC4AB-628E-858D-EA5D-D817DAE97BF9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3155EE04-BED7-A1E0-4646-9777A829728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C93A6C9A-99A1-9A35-E39A-26F1F012C0B5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4D878E29-C064-BDC5-F937-FC25B2A2CFAC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3E84C4CA-27E1-B982-AD83-85C437C517B4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0EC64496-1850-3A53-A2C8-83E23BD113DB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E9C1426A-6AAA-AE34-A04F-1CDD457EEC87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DF239526-86F3-6796-A635-5811B45D0E94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08B0667E-4009-A147-86C6-0A95836BF26F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013F2FB9-47F4-B5E6-1E0B-6BA78CF67C0F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F7A837AC-4E59-18A7-4634-6F5C65D3183C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883F399D-5D0E-BD32-4A08-33B1D3735843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69C0F310-7AD2-328F-8636-97D7E263B21A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F74BD4CA-7052-8ABC-B96E-F64701B26BC4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9ABD270C-7602-2369-CA4B-258F1F7D66E6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D803817E-299F-F913-A952-AFE21AAFA56D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47D41193-3DAA-0A2A-D067-0FC74507A7C4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3E5B6134-4E60-24F5-52B5-7229D7F03BC4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5CFDEF63-92F3-F1F8-8959-671054F3AF44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44A60816-43BD-C936-3D86-A54EC5CDD01E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42360D5C-97FD-5722-F3D7-6CF6ECE8CC19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160FDEDB-0C53-175B-F019-4A4A0ED90AF7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7AFF526A-0AC1-EBD1-28E3-539F1A590296}"/>
              </a:ext>
            </a:extLst>
          </p:cNvPr>
          <p:cNvSpPr/>
          <p:nvPr/>
        </p:nvSpPr>
        <p:spPr>
          <a:xfrm rot="523925">
            <a:off x="10221016" y="-2565778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A181E378-21EF-4414-4421-CE3B99628991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250C466F-CD9E-6099-5B20-6BB212D9B5E6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E045D869-987C-19ED-55AF-45AEFAC75848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741ACEBA-541A-4815-CB2F-871E9DAB69B0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A3EE65B0-B561-8790-F499-229EA03C2C7F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FEC7832D-840E-B592-B5E2-D1B349F92DEE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F3E06D3B-8E0B-9AFD-D6A3-0BE3BE0B5BCB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A701064A-56C6-BE53-94C6-38D8D7D64F6C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B7FB3FF4-07C4-9B93-83F5-C2F0167C12A8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A661E50C-6D20-79FD-F11C-AA0F72B5BA54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0EB2C58E-0544-D62F-E35C-5DECBE5498D6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E7DB20BD-47EA-C59B-357F-60188764306E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E353AF78-E938-41CE-6994-FA50AA9EBF2B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755E538A-89C8-3E10-BD1F-5FD39335CFDF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D656B949-CFC6-617A-0D64-67EC678FD135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3A06B86A-643B-36D5-024D-8522996A38E6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8C247FE3-C5B4-C69A-34F6-5D9DF8494827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C451DCE1-C601-1CF9-6428-43A09763DE1E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FEEC7F27-C238-7F22-906D-C6F498576D9D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E39B1763-40BE-22A5-9DEF-C417259671F0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2E348753-045B-3E7A-A472-2719838AAEA8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92F5F773-EF8A-D386-5893-19C3A8A58DAE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3C3AEE72-9FB9-4BF3-F9A5-5B17D3FE6EE7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5F8D7799-9E67-DD11-1EEF-0529803F6A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5DFA154A-5239-0321-8FE5-6B9EF3B122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9566F014-0DDC-BB5E-04CF-1224B19EEE20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F4FBCE0C-6968-8FCA-7F50-CC86D69A0BD7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16A0CAB7-C233-CAB6-223B-9356460FC281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B32C567C-23F8-BCA0-40DB-52ED76F6AF82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B5B80768-1002-C044-BD5F-E67D6771EE46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177C5412-0B2E-E009-4A97-767C8F44966E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2198FBB2-7D49-DED3-CDE1-8AC7918F576E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3B9EBE95-ADEA-8B15-B437-56AC6EF16A12}"/>
              </a:ext>
            </a:extLst>
          </p:cNvPr>
          <p:cNvGrpSpPr/>
          <p:nvPr/>
        </p:nvGrpSpPr>
        <p:grpSpPr>
          <a:xfrm flipH="1">
            <a:off x="7672872" y="4039000"/>
            <a:ext cx="167010" cy="267276"/>
            <a:chOff x="3714334" y="2820709"/>
            <a:chExt cx="313655" cy="597856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A812CB78-1391-D19B-F0B5-1797B6CD7423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62" name="Henger 61">
                <a:extLst>
                  <a:ext uri="{FF2B5EF4-FFF2-40B4-BE49-F238E27FC236}">
                    <a16:creationId xmlns:a16="http://schemas.microsoft.com/office/drawing/2014/main" id="{C4CDD79D-A052-ABD4-127C-DBB76D6A743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33840CA9-828F-46A1-D86E-5F208A773F2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EFAD3049-B33A-88DC-905B-AEE688C52934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5" name="Ellipszis 64">
                <a:extLst>
                  <a:ext uri="{FF2B5EF4-FFF2-40B4-BE49-F238E27FC236}">
                    <a16:creationId xmlns:a16="http://schemas.microsoft.com/office/drawing/2014/main" id="{4CC5082E-C606-47C6-73B1-0F651A1A1226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96E6DCF6-503B-8D3F-444F-795A1BA67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3F936609-A4E7-1827-7CAA-83005F0A4F7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834ED36F-E1ED-F10C-325D-B999A52EB2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7FA363C1-81C9-8A08-3216-D7F0EE77E7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70" name="Ellipszis 69">
                <a:extLst>
                  <a:ext uri="{FF2B5EF4-FFF2-40B4-BE49-F238E27FC236}">
                    <a16:creationId xmlns:a16="http://schemas.microsoft.com/office/drawing/2014/main" id="{4FF87606-0A06-1344-E597-A03C92774670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60" name="Egyenes összekötő 59">
              <a:extLst>
                <a:ext uri="{FF2B5EF4-FFF2-40B4-BE49-F238E27FC236}">
                  <a16:creationId xmlns:a16="http://schemas.microsoft.com/office/drawing/2014/main" id="{D039DF2E-07EB-E57F-8257-25C22FCA76B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61" name="Egyenes összekötő 60">
              <a:extLst>
                <a:ext uri="{FF2B5EF4-FFF2-40B4-BE49-F238E27FC236}">
                  <a16:creationId xmlns:a16="http://schemas.microsoft.com/office/drawing/2014/main" id="{BF4F7F46-FC46-2139-5C82-284852C85B9C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71" name="Téglalap 70">
            <a:extLst>
              <a:ext uri="{FF2B5EF4-FFF2-40B4-BE49-F238E27FC236}">
                <a16:creationId xmlns:a16="http://schemas.microsoft.com/office/drawing/2014/main" id="{E9DFAE4C-6CBF-6701-47DD-28E7D234D7AE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2" name="Csoportba foglalás 71">
            <a:extLst>
              <a:ext uri="{FF2B5EF4-FFF2-40B4-BE49-F238E27FC236}">
                <a16:creationId xmlns:a16="http://schemas.microsoft.com/office/drawing/2014/main" id="{F6529602-E4F4-B3ED-C92D-59B30AABBAD1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73" name="Henger 72">
              <a:extLst>
                <a:ext uri="{FF2B5EF4-FFF2-40B4-BE49-F238E27FC236}">
                  <a16:creationId xmlns:a16="http://schemas.microsoft.com/office/drawing/2014/main" id="{7B9AFFAA-1CA5-DC2E-FAE0-3B624687E219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4760AD3B-8B76-F10B-4EEA-9754BC26E65C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5F1ACF30-A222-8614-320A-A1ADFFFA8D11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Ellipszis 76">
                <a:extLst>
                  <a:ext uri="{FF2B5EF4-FFF2-40B4-BE49-F238E27FC236}">
                    <a16:creationId xmlns:a16="http://schemas.microsoft.com/office/drawing/2014/main" id="{023A316E-666B-6AE2-F6E0-5E6CAFF38386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4993FBDD-1AB9-2B25-C829-64E2D7E448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A4E2976E-32BF-B2E6-FDA7-C59DCCFF5FF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5330F5C7-7A4C-3766-2F7E-C03DC34377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2FCCF1A6-A98E-482D-AEB9-9374B1430B1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DC940788-88F6-AB20-2D71-3CFC145503E0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5" name="Téglalap 74">
              <a:extLst>
                <a:ext uri="{FF2B5EF4-FFF2-40B4-BE49-F238E27FC236}">
                  <a16:creationId xmlns:a16="http://schemas.microsoft.com/office/drawing/2014/main" id="{18D22F4E-10CB-E767-868D-FE14280D50D4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3" name="Csoportba foglalás 82">
            <a:extLst>
              <a:ext uri="{FF2B5EF4-FFF2-40B4-BE49-F238E27FC236}">
                <a16:creationId xmlns:a16="http://schemas.microsoft.com/office/drawing/2014/main" id="{09A360C2-492D-8516-190B-6FB8152669CD}"/>
              </a:ext>
            </a:extLst>
          </p:cNvPr>
          <p:cNvGrpSpPr/>
          <p:nvPr/>
        </p:nvGrpSpPr>
        <p:grpSpPr>
          <a:xfrm>
            <a:off x="8143991" y="4005851"/>
            <a:ext cx="188941" cy="291754"/>
            <a:chOff x="6019780" y="4023344"/>
            <a:chExt cx="188941" cy="291754"/>
          </a:xfrm>
        </p:grpSpPr>
        <p:sp>
          <p:nvSpPr>
            <p:cNvPr id="84" name="Henger 83">
              <a:extLst>
                <a:ext uri="{FF2B5EF4-FFF2-40B4-BE49-F238E27FC236}">
                  <a16:creationId xmlns:a16="http://schemas.microsoft.com/office/drawing/2014/main" id="{FCD51716-C085-6210-1B36-7B6E6A72DE20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5" name="Csoportba foglalás 84">
              <a:extLst>
                <a:ext uri="{FF2B5EF4-FFF2-40B4-BE49-F238E27FC236}">
                  <a16:creationId xmlns:a16="http://schemas.microsoft.com/office/drawing/2014/main" id="{A61AE663-A60F-58B2-3FB0-3308ACFE0684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6F2EDC71-54F3-C671-640A-DE4A486FA8C8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53B17FC8-FCBC-2504-A564-3C69C5DB1AA6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17CF9BD9-7AE8-1914-F9B8-2E8438B06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8339DBA5-59B8-093F-E18F-788975A84A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F6BADD0A-44C4-F8E4-02F9-2CA94DC4CB8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CEF733A2-7C2C-AC66-1D0D-7C6B1F19FE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792871EF-186F-AE00-F6DE-174D75CA2E8D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DF516E4E-1138-F7A0-B9A5-382BEA1E040D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4" name="Csoportba foglalás 93">
            <a:extLst>
              <a:ext uri="{FF2B5EF4-FFF2-40B4-BE49-F238E27FC236}">
                <a16:creationId xmlns:a16="http://schemas.microsoft.com/office/drawing/2014/main" id="{3AA9977C-3761-8892-FFC7-DC6C69DB0D1B}"/>
              </a:ext>
            </a:extLst>
          </p:cNvPr>
          <p:cNvGrpSpPr/>
          <p:nvPr/>
        </p:nvGrpSpPr>
        <p:grpSpPr>
          <a:xfrm>
            <a:off x="7190890" y="4037041"/>
            <a:ext cx="152086" cy="265094"/>
            <a:chOff x="-519618" y="3211145"/>
            <a:chExt cx="389120" cy="678258"/>
          </a:xfrm>
        </p:grpSpPr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2411852F-AA52-F432-BAAF-F410F0DAAB31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03" name="Henger 102">
                <a:extLst>
                  <a:ext uri="{FF2B5EF4-FFF2-40B4-BE49-F238E27FC236}">
                    <a16:creationId xmlns:a16="http://schemas.microsoft.com/office/drawing/2014/main" id="{A5AEC67E-AC62-AF64-3BEA-D88573F4FCEC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2FEC0F12-0D6D-659A-F43A-A58092663C98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5" name="Ív 104">
                <a:extLst>
                  <a:ext uri="{FF2B5EF4-FFF2-40B4-BE49-F238E27FC236}">
                    <a16:creationId xmlns:a16="http://schemas.microsoft.com/office/drawing/2014/main" id="{99023E43-AC87-AFC7-E657-2F65C9C34FDB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06" name="Picture 2" descr="Forráskép megtekintése">
                <a:extLst>
                  <a:ext uri="{FF2B5EF4-FFF2-40B4-BE49-F238E27FC236}">
                    <a16:creationId xmlns:a16="http://schemas.microsoft.com/office/drawing/2014/main" id="{9E5E232F-2F47-B2BF-A264-5E4459B75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816D6BAD-B30F-E4A9-AA9A-44C84806CE35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Csillag: 4 ágú 107">
                <a:extLst>
                  <a:ext uri="{FF2B5EF4-FFF2-40B4-BE49-F238E27FC236}">
                    <a16:creationId xmlns:a16="http://schemas.microsoft.com/office/drawing/2014/main" id="{165556C6-D596-ADB0-D78C-5CC8E0DB1E8F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9" name="Szabadkézi sokszög: alakzat 108">
                <a:extLst>
                  <a:ext uri="{FF2B5EF4-FFF2-40B4-BE49-F238E27FC236}">
                    <a16:creationId xmlns:a16="http://schemas.microsoft.com/office/drawing/2014/main" id="{48345CB1-EAA2-7F45-B228-6C0C8AA60A34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0" name="Ellipszis 109">
                <a:extLst>
                  <a:ext uri="{FF2B5EF4-FFF2-40B4-BE49-F238E27FC236}">
                    <a16:creationId xmlns:a16="http://schemas.microsoft.com/office/drawing/2014/main" id="{12F5148B-6C4C-9EAE-CAA6-69EF45887BE3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2A0A81CC-E6D5-AF89-CF07-9BF317EC35BE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7" name="Ellipszis 96">
              <a:extLst>
                <a:ext uri="{FF2B5EF4-FFF2-40B4-BE49-F238E27FC236}">
                  <a16:creationId xmlns:a16="http://schemas.microsoft.com/office/drawing/2014/main" id="{72CD2D6B-ECA1-30AF-E563-9F45D2B19C0E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464B3702-4F77-3086-E675-9F401E57E9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9" name="Ellipszis 98">
              <a:extLst>
                <a:ext uri="{FF2B5EF4-FFF2-40B4-BE49-F238E27FC236}">
                  <a16:creationId xmlns:a16="http://schemas.microsoft.com/office/drawing/2014/main" id="{B545AA9C-3DF2-F626-28D3-390B53A511AF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0" name="Ellipszis 99">
              <a:extLst>
                <a:ext uri="{FF2B5EF4-FFF2-40B4-BE49-F238E27FC236}">
                  <a16:creationId xmlns:a16="http://schemas.microsoft.com/office/drawing/2014/main" id="{20EE6BEE-F85E-2831-D39A-A5D13A43395A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01" name="Kép 100">
              <a:extLst>
                <a:ext uri="{FF2B5EF4-FFF2-40B4-BE49-F238E27FC236}">
                  <a16:creationId xmlns:a16="http://schemas.microsoft.com/office/drawing/2014/main" id="{5EB61710-AA42-43D1-2B9C-8A1933CD07D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92924842-055B-46F9-52F8-66527242BEF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1" name="Téglalap 110">
            <a:extLst>
              <a:ext uri="{FF2B5EF4-FFF2-40B4-BE49-F238E27FC236}">
                <a16:creationId xmlns:a16="http://schemas.microsoft.com/office/drawing/2014/main" id="{133ADC03-C328-A7F4-1B64-DE611F995EE2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2" name="Csoportba foglalás 111">
            <a:extLst>
              <a:ext uri="{FF2B5EF4-FFF2-40B4-BE49-F238E27FC236}">
                <a16:creationId xmlns:a16="http://schemas.microsoft.com/office/drawing/2014/main" id="{1E85F4DE-87F8-B19D-ACC9-136374E56748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3" name="Csoportba foglalás 112">
              <a:extLst>
                <a:ext uri="{FF2B5EF4-FFF2-40B4-BE49-F238E27FC236}">
                  <a16:creationId xmlns:a16="http://schemas.microsoft.com/office/drawing/2014/main" id="{2F825C49-1947-B673-230B-CE523D13C5BA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6" name="Henger 115">
                <a:extLst>
                  <a:ext uri="{FF2B5EF4-FFF2-40B4-BE49-F238E27FC236}">
                    <a16:creationId xmlns:a16="http://schemas.microsoft.com/office/drawing/2014/main" id="{F88E3C77-E00B-769A-54AA-050494BD688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7" name="Ellipszis 116">
                <a:extLst>
                  <a:ext uri="{FF2B5EF4-FFF2-40B4-BE49-F238E27FC236}">
                    <a16:creationId xmlns:a16="http://schemas.microsoft.com/office/drawing/2014/main" id="{1F53C1F3-21BD-8C76-BAB8-7473CF46D3C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8" name="Téglalap 117">
                <a:extLst>
                  <a:ext uri="{FF2B5EF4-FFF2-40B4-BE49-F238E27FC236}">
                    <a16:creationId xmlns:a16="http://schemas.microsoft.com/office/drawing/2014/main" id="{78036F13-0931-99A2-59FA-6AB592374257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B129E1A7-F1A6-C9C4-4CA9-8A5F3EC495AC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0" name="Egyenes összekötő 119">
                <a:extLst>
                  <a:ext uri="{FF2B5EF4-FFF2-40B4-BE49-F238E27FC236}">
                    <a16:creationId xmlns:a16="http://schemas.microsoft.com/office/drawing/2014/main" id="{BECF7099-A100-5AB0-1D67-9CE2D758A3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1" name="Egyenes összekötő 120">
                <a:extLst>
                  <a:ext uri="{FF2B5EF4-FFF2-40B4-BE49-F238E27FC236}">
                    <a16:creationId xmlns:a16="http://schemas.microsoft.com/office/drawing/2014/main" id="{05EA04F9-3284-3649-0FD5-8EB0AAC449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8A8CD361-4F2F-35B3-AC93-5F32452DE8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77DB149E-E797-0EC9-093F-539FFC18279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9F858AF3-C6E6-0B3D-4C31-2F68C8358BE6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4" name="Egyenes összekötő 113">
              <a:extLst>
                <a:ext uri="{FF2B5EF4-FFF2-40B4-BE49-F238E27FC236}">
                  <a16:creationId xmlns:a16="http://schemas.microsoft.com/office/drawing/2014/main" id="{93E4B326-1982-FC3A-4FBF-84C9DAEDBD9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5" name="Egyenes összekötő 114">
              <a:extLst>
                <a:ext uri="{FF2B5EF4-FFF2-40B4-BE49-F238E27FC236}">
                  <a16:creationId xmlns:a16="http://schemas.microsoft.com/office/drawing/2014/main" id="{D7AC7259-B86A-8629-10AC-55462BFF7BE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E9B6A057-7A53-18D8-722D-415F8EDDF171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ED466C01-0375-D58A-A274-6FBA28E0A671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EAC25A19-7F42-E300-F42E-AECF2F25DDCE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065F2DEC-FB1D-D9B8-E1E2-E413737383DE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3ADB7F3E-C883-9055-BE29-0BF99D4F9D80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687486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Téglalap 129">
            <a:extLst>
              <a:ext uri="{FF2B5EF4-FFF2-40B4-BE49-F238E27FC236}">
                <a16:creationId xmlns:a16="http://schemas.microsoft.com/office/drawing/2014/main" id="{786199C0-9CE3-9E0F-27B0-432B4E8425FC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6BA2B15E-224E-3AC0-4A6B-D5CF1E25DCF8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Téglalap 131">
            <a:extLst>
              <a:ext uri="{FF2B5EF4-FFF2-40B4-BE49-F238E27FC236}">
                <a16:creationId xmlns:a16="http://schemas.microsoft.com/office/drawing/2014/main" id="{D1B0409F-C4D2-4D91-35A6-92CF30D81316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Téglalap 132">
            <a:extLst>
              <a:ext uri="{FF2B5EF4-FFF2-40B4-BE49-F238E27FC236}">
                <a16:creationId xmlns:a16="http://schemas.microsoft.com/office/drawing/2014/main" id="{8FFDC7B4-9DC3-3A96-9A05-2D6858CC99DB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Téglalap 133">
            <a:extLst>
              <a:ext uri="{FF2B5EF4-FFF2-40B4-BE49-F238E27FC236}">
                <a16:creationId xmlns:a16="http://schemas.microsoft.com/office/drawing/2014/main" id="{9B74451A-86BB-4C4B-1EBB-F3F71EF83B77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Téglalap 134">
            <a:extLst>
              <a:ext uri="{FF2B5EF4-FFF2-40B4-BE49-F238E27FC236}">
                <a16:creationId xmlns:a16="http://schemas.microsoft.com/office/drawing/2014/main" id="{BFC5767B-789E-425C-DA33-1E99083F6AD7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Téglalap 135">
            <a:extLst>
              <a:ext uri="{FF2B5EF4-FFF2-40B4-BE49-F238E27FC236}">
                <a16:creationId xmlns:a16="http://schemas.microsoft.com/office/drawing/2014/main" id="{513AD832-5B22-2DD5-DA7F-70B4571873BD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Téglalap 136">
            <a:extLst>
              <a:ext uri="{FF2B5EF4-FFF2-40B4-BE49-F238E27FC236}">
                <a16:creationId xmlns:a16="http://schemas.microsoft.com/office/drawing/2014/main" id="{6CC135B4-6F69-30EE-6D05-ED33D64B4464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Téglalap 137">
            <a:extLst>
              <a:ext uri="{FF2B5EF4-FFF2-40B4-BE49-F238E27FC236}">
                <a16:creationId xmlns:a16="http://schemas.microsoft.com/office/drawing/2014/main" id="{D2A77B78-0B57-BC86-5D7F-FE3F79187D5A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Téglalap 138">
            <a:extLst>
              <a:ext uri="{FF2B5EF4-FFF2-40B4-BE49-F238E27FC236}">
                <a16:creationId xmlns:a16="http://schemas.microsoft.com/office/drawing/2014/main" id="{ABC6F888-746A-80E9-2739-3CEAB2B945BF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Téglalap 139">
            <a:extLst>
              <a:ext uri="{FF2B5EF4-FFF2-40B4-BE49-F238E27FC236}">
                <a16:creationId xmlns:a16="http://schemas.microsoft.com/office/drawing/2014/main" id="{EA2A4FF9-E2B5-0691-858C-A41758FB50ED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Téglalap 140">
            <a:extLst>
              <a:ext uri="{FF2B5EF4-FFF2-40B4-BE49-F238E27FC236}">
                <a16:creationId xmlns:a16="http://schemas.microsoft.com/office/drawing/2014/main" id="{E66334FA-8636-F006-7BC4-CC4FDA2685E1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Téglalap 141">
            <a:extLst>
              <a:ext uri="{FF2B5EF4-FFF2-40B4-BE49-F238E27FC236}">
                <a16:creationId xmlns:a16="http://schemas.microsoft.com/office/drawing/2014/main" id="{EE596706-B15A-4405-04AA-06B319E15CA7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Téglalap 142">
            <a:extLst>
              <a:ext uri="{FF2B5EF4-FFF2-40B4-BE49-F238E27FC236}">
                <a16:creationId xmlns:a16="http://schemas.microsoft.com/office/drawing/2014/main" id="{5FCE0FF3-5D55-7205-1191-077C6F496821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Téglalap 143">
            <a:extLst>
              <a:ext uri="{FF2B5EF4-FFF2-40B4-BE49-F238E27FC236}">
                <a16:creationId xmlns:a16="http://schemas.microsoft.com/office/drawing/2014/main" id="{64E40DD9-E77F-CA23-23BE-06A430743B5B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Téglalap 144">
            <a:extLst>
              <a:ext uri="{FF2B5EF4-FFF2-40B4-BE49-F238E27FC236}">
                <a16:creationId xmlns:a16="http://schemas.microsoft.com/office/drawing/2014/main" id="{713D9045-0BDC-24AC-D20C-66C2E8101221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Téglalap 145">
            <a:extLst>
              <a:ext uri="{FF2B5EF4-FFF2-40B4-BE49-F238E27FC236}">
                <a16:creationId xmlns:a16="http://schemas.microsoft.com/office/drawing/2014/main" id="{F1840C06-E8A4-AD2D-28FE-3D090AE1B783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147" name="Téglalap 146">
            <a:extLst>
              <a:ext uri="{FF2B5EF4-FFF2-40B4-BE49-F238E27FC236}">
                <a16:creationId xmlns:a16="http://schemas.microsoft.com/office/drawing/2014/main" id="{AD26C3A0-63EA-4CB2-AC5B-7DFC95AB8FCD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Trapezoid 147">
            <a:extLst>
              <a:ext uri="{FF2B5EF4-FFF2-40B4-BE49-F238E27FC236}">
                <a16:creationId xmlns:a16="http://schemas.microsoft.com/office/drawing/2014/main" id="{D5AFD8BC-C196-434A-3D74-D6227D121FEC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Téglalap 148">
            <a:extLst>
              <a:ext uri="{FF2B5EF4-FFF2-40B4-BE49-F238E27FC236}">
                <a16:creationId xmlns:a16="http://schemas.microsoft.com/office/drawing/2014/main" id="{E5808423-3799-0810-A8A4-F81466C0E738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Trapezoid 149">
            <a:extLst>
              <a:ext uri="{FF2B5EF4-FFF2-40B4-BE49-F238E27FC236}">
                <a16:creationId xmlns:a16="http://schemas.microsoft.com/office/drawing/2014/main" id="{EFBEFCDD-B714-447D-DF13-0303901A4225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Trapezoid 150">
            <a:extLst>
              <a:ext uri="{FF2B5EF4-FFF2-40B4-BE49-F238E27FC236}">
                <a16:creationId xmlns:a16="http://schemas.microsoft.com/office/drawing/2014/main" id="{F5C7AAEB-0481-3789-6B9F-B681488AD77B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Folyamatábra: Kézi művelet 151">
            <a:extLst>
              <a:ext uri="{FF2B5EF4-FFF2-40B4-BE49-F238E27FC236}">
                <a16:creationId xmlns:a16="http://schemas.microsoft.com/office/drawing/2014/main" id="{BA66CD58-E53E-A05D-30C6-BE4CBBFAF101}"/>
              </a:ext>
            </a:extLst>
          </p:cNvPr>
          <p:cNvSpPr/>
          <p:nvPr/>
        </p:nvSpPr>
        <p:spPr>
          <a:xfrm rot="4125851">
            <a:off x="11287829" y="-1671576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Téglalap 152">
            <a:extLst>
              <a:ext uri="{FF2B5EF4-FFF2-40B4-BE49-F238E27FC236}">
                <a16:creationId xmlns:a16="http://schemas.microsoft.com/office/drawing/2014/main" id="{65851D16-F791-31EB-439E-6C222525DF84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Téglalap 153">
            <a:extLst>
              <a:ext uri="{FF2B5EF4-FFF2-40B4-BE49-F238E27FC236}">
                <a16:creationId xmlns:a16="http://schemas.microsoft.com/office/drawing/2014/main" id="{AC0A12AF-A19C-49D4-2B2D-20249A433A55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5" name="Csoportba foglalás 154">
            <a:extLst>
              <a:ext uri="{FF2B5EF4-FFF2-40B4-BE49-F238E27FC236}">
                <a16:creationId xmlns:a16="http://schemas.microsoft.com/office/drawing/2014/main" id="{30B8A613-B315-AA6B-5940-33731825628F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156" name="Csoportba foglalás 155">
              <a:extLst>
                <a:ext uri="{FF2B5EF4-FFF2-40B4-BE49-F238E27FC236}">
                  <a16:creationId xmlns:a16="http://schemas.microsoft.com/office/drawing/2014/main" id="{B121DC6D-F6F3-607F-C164-2278044DC263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159" name="Derékszögű háromszög 158">
                <a:extLst>
                  <a:ext uri="{FF2B5EF4-FFF2-40B4-BE49-F238E27FC236}">
                    <a16:creationId xmlns:a16="http://schemas.microsoft.com/office/drawing/2014/main" id="{0FE33A67-582B-FD9E-DF6E-97A806506214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0" name="Derékszögű háromszög 159">
                <a:extLst>
                  <a:ext uri="{FF2B5EF4-FFF2-40B4-BE49-F238E27FC236}">
                    <a16:creationId xmlns:a16="http://schemas.microsoft.com/office/drawing/2014/main" id="{38A94FE5-EC6D-BB5A-1B4E-818F869A4981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1" name="Téglalap 15">
                <a:extLst>
                  <a:ext uri="{FF2B5EF4-FFF2-40B4-BE49-F238E27FC236}">
                    <a16:creationId xmlns:a16="http://schemas.microsoft.com/office/drawing/2014/main" id="{0C187D10-025E-D409-7267-F7D2CBF83F00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2" name="Folyamatábra: Tárolt adat 17">
                <a:extLst>
                  <a:ext uri="{FF2B5EF4-FFF2-40B4-BE49-F238E27FC236}">
                    <a16:creationId xmlns:a16="http://schemas.microsoft.com/office/drawing/2014/main" id="{423BB072-C42C-28B4-61D5-B84FD37C96C1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3" name="Derékszögű háromszög 162">
                <a:extLst>
                  <a:ext uri="{FF2B5EF4-FFF2-40B4-BE49-F238E27FC236}">
                    <a16:creationId xmlns:a16="http://schemas.microsoft.com/office/drawing/2014/main" id="{EE7AA702-6C47-4D43-E5B2-057782E2F6F8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4" name="Kivonás jele 163">
                <a:extLst>
                  <a:ext uri="{FF2B5EF4-FFF2-40B4-BE49-F238E27FC236}">
                    <a16:creationId xmlns:a16="http://schemas.microsoft.com/office/drawing/2014/main" id="{D6CDEA1F-31BB-EBEA-A351-EB5E433D7F66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5" name="Ellipszis 164">
                <a:extLst>
                  <a:ext uri="{FF2B5EF4-FFF2-40B4-BE49-F238E27FC236}">
                    <a16:creationId xmlns:a16="http://schemas.microsoft.com/office/drawing/2014/main" id="{2808CEF7-3664-C9AB-3F07-3372494A25A8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DD37906A-2A68-F5B8-9002-EDB750374768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Kivonás jele 166">
                <a:extLst>
                  <a:ext uri="{FF2B5EF4-FFF2-40B4-BE49-F238E27FC236}">
                    <a16:creationId xmlns:a16="http://schemas.microsoft.com/office/drawing/2014/main" id="{0D27F8A9-61F5-4C50-CB4A-A705D218E72F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8" name="Kivonás jele 167">
                <a:extLst>
                  <a:ext uri="{FF2B5EF4-FFF2-40B4-BE49-F238E27FC236}">
                    <a16:creationId xmlns:a16="http://schemas.microsoft.com/office/drawing/2014/main" id="{30B88A76-8B58-61FB-5903-168F9DCFE334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9" name="Ellipszis 168">
                <a:extLst>
                  <a:ext uri="{FF2B5EF4-FFF2-40B4-BE49-F238E27FC236}">
                    <a16:creationId xmlns:a16="http://schemas.microsoft.com/office/drawing/2014/main" id="{B5ABC8B5-173B-5D0C-A1CD-D6F55FF7C561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0" name="Romboid 169">
                <a:extLst>
                  <a:ext uri="{FF2B5EF4-FFF2-40B4-BE49-F238E27FC236}">
                    <a16:creationId xmlns:a16="http://schemas.microsoft.com/office/drawing/2014/main" id="{2D03110F-75C3-B66B-81D7-3D783036062C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1" name="Téglalap 170">
                <a:extLst>
                  <a:ext uri="{FF2B5EF4-FFF2-40B4-BE49-F238E27FC236}">
                    <a16:creationId xmlns:a16="http://schemas.microsoft.com/office/drawing/2014/main" id="{AE405A4A-87AD-7090-8A3A-DEEBD593C9C9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2" name="Téglalap: lekerekített 171">
                <a:extLst>
                  <a:ext uri="{FF2B5EF4-FFF2-40B4-BE49-F238E27FC236}">
                    <a16:creationId xmlns:a16="http://schemas.microsoft.com/office/drawing/2014/main" id="{9B740566-0E9F-2C2E-A9EA-A8BAD28ADBA8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3" name="Téglalap: lekerekített 172">
                <a:extLst>
                  <a:ext uri="{FF2B5EF4-FFF2-40B4-BE49-F238E27FC236}">
                    <a16:creationId xmlns:a16="http://schemas.microsoft.com/office/drawing/2014/main" id="{D8042864-A465-900F-D3F9-3D89CD4A8B86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4" name="Téglalap: lekerekített 173">
                <a:extLst>
                  <a:ext uri="{FF2B5EF4-FFF2-40B4-BE49-F238E27FC236}">
                    <a16:creationId xmlns:a16="http://schemas.microsoft.com/office/drawing/2014/main" id="{E4399108-BB1A-6877-B3D2-FC4D230B0873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: lekerekített 174">
                <a:extLst>
                  <a:ext uri="{FF2B5EF4-FFF2-40B4-BE49-F238E27FC236}">
                    <a16:creationId xmlns:a16="http://schemas.microsoft.com/office/drawing/2014/main" id="{1A2B64DD-9534-23A9-C513-9365A556F3D8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: lekerekített 175">
                <a:extLst>
                  <a:ext uri="{FF2B5EF4-FFF2-40B4-BE49-F238E27FC236}">
                    <a16:creationId xmlns:a16="http://schemas.microsoft.com/office/drawing/2014/main" id="{DF84A9CE-7B76-ACBD-DC8C-668DF0E302E4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: lekerekített 176">
                <a:extLst>
                  <a:ext uri="{FF2B5EF4-FFF2-40B4-BE49-F238E27FC236}">
                    <a16:creationId xmlns:a16="http://schemas.microsoft.com/office/drawing/2014/main" id="{BF3DFB3F-3A21-E16D-4310-651ED2C3516E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157" name="Picture 2" descr="Forráskép megtekintése">
              <a:extLst>
                <a:ext uri="{FF2B5EF4-FFF2-40B4-BE49-F238E27FC236}">
                  <a16:creationId xmlns:a16="http://schemas.microsoft.com/office/drawing/2014/main" id="{F9DFE358-7819-E331-E0ED-C810701FC8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8" name="Picture 6" descr="Forráskép megtekintése">
              <a:extLst>
                <a:ext uri="{FF2B5EF4-FFF2-40B4-BE49-F238E27FC236}">
                  <a16:creationId xmlns:a16="http://schemas.microsoft.com/office/drawing/2014/main" id="{ECB83CA3-34D2-9541-ABEF-DE41E7FB18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78" name="Csillag: 5 ágú 177">
            <a:extLst>
              <a:ext uri="{FF2B5EF4-FFF2-40B4-BE49-F238E27FC236}">
                <a16:creationId xmlns:a16="http://schemas.microsoft.com/office/drawing/2014/main" id="{CE728DDF-358C-B9D1-C92A-D4AF8547ECB2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9" name="Csillag: 5 ágú 178">
            <a:extLst>
              <a:ext uri="{FF2B5EF4-FFF2-40B4-BE49-F238E27FC236}">
                <a16:creationId xmlns:a16="http://schemas.microsoft.com/office/drawing/2014/main" id="{AC7CCF91-3A89-407E-F23A-84A11F9CAEE0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0" name="Csillag: 5 ágú 179">
            <a:extLst>
              <a:ext uri="{FF2B5EF4-FFF2-40B4-BE49-F238E27FC236}">
                <a16:creationId xmlns:a16="http://schemas.microsoft.com/office/drawing/2014/main" id="{3AD70EAB-C83E-6AA6-E117-C8E1E001406B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1" name="Csillag: 5 ágú 180">
            <a:extLst>
              <a:ext uri="{FF2B5EF4-FFF2-40B4-BE49-F238E27FC236}">
                <a16:creationId xmlns:a16="http://schemas.microsoft.com/office/drawing/2014/main" id="{C5F04D1D-EE6A-7A4A-6ADB-88017E2BE38D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2" name="Csillag: 5 ágú 181">
            <a:extLst>
              <a:ext uri="{FF2B5EF4-FFF2-40B4-BE49-F238E27FC236}">
                <a16:creationId xmlns:a16="http://schemas.microsoft.com/office/drawing/2014/main" id="{FB0AF5C9-11B1-AAAA-38E2-08DBF1331A0F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3" name="Csillag: 5 ágú 182">
            <a:extLst>
              <a:ext uri="{FF2B5EF4-FFF2-40B4-BE49-F238E27FC236}">
                <a16:creationId xmlns:a16="http://schemas.microsoft.com/office/drawing/2014/main" id="{3DED6E00-DDE9-65E5-880C-B8FE56DB1BE5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4" name="Csillag: 5 ágú 183">
            <a:extLst>
              <a:ext uri="{FF2B5EF4-FFF2-40B4-BE49-F238E27FC236}">
                <a16:creationId xmlns:a16="http://schemas.microsoft.com/office/drawing/2014/main" id="{A5F5F82E-4E58-0D8C-9544-0B49117BF93C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85" name="Csoportba foglalás 184">
            <a:extLst>
              <a:ext uri="{FF2B5EF4-FFF2-40B4-BE49-F238E27FC236}">
                <a16:creationId xmlns:a16="http://schemas.microsoft.com/office/drawing/2014/main" id="{01F38720-A56E-85C5-C195-B962AF2C3CFD}"/>
              </a:ext>
            </a:extLst>
          </p:cNvPr>
          <p:cNvGrpSpPr/>
          <p:nvPr/>
        </p:nvGrpSpPr>
        <p:grpSpPr>
          <a:xfrm flipH="1">
            <a:off x="7882093" y="4038464"/>
            <a:ext cx="167010" cy="267276"/>
            <a:chOff x="3714334" y="2820709"/>
            <a:chExt cx="313655" cy="597856"/>
          </a:xfrm>
        </p:grpSpPr>
        <p:grpSp>
          <p:nvGrpSpPr>
            <p:cNvPr id="186" name="Csoportba foglalás 185">
              <a:extLst>
                <a:ext uri="{FF2B5EF4-FFF2-40B4-BE49-F238E27FC236}">
                  <a16:creationId xmlns:a16="http://schemas.microsoft.com/office/drawing/2014/main" id="{53120148-6438-EF1D-720F-4E592423BE66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89" name="Henger 188">
                <a:extLst>
                  <a:ext uri="{FF2B5EF4-FFF2-40B4-BE49-F238E27FC236}">
                    <a16:creationId xmlns:a16="http://schemas.microsoft.com/office/drawing/2014/main" id="{EA334A24-60D2-989F-C97A-5AC0601F2CC8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Ellipszis 189">
                <a:extLst>
                  <a:ext uri="{FF2B5EF4-FFF2-40B4-BE49-F238E27FC236}">
                    <a16:creationId xmlns:a16="http://schemas.microsoft.com/office/drawing/2014/main" id="{1AA1392A-0308-DA2C-B491-8959F1D763D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91" name="Téglalap 190">
                <a:extLst>
                  <a:ext uri="{FF2B5EF4-FFF2-40B4-BE49-F238E27FC236}">
                    <a16:creationId xmlns:a16="http://schemas.microsoft.com/office/drawing/2014/main" id="{5E04F98A-3F5F-24E5-2CC4-D5466F2FE6BF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92" name="Ellipszis 191">
                <a:extLst>
                  <a:ext uri="{FF2B5EF4-FFF2-40B4-BE49-F238E27FC236}">
                    <a16:creationId xmlns:a16="http://schemas.microsoft.com/office/drawing/2014/main" id="{CBA270F8-73D6-7E56-7B38-4D5EDA822ED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E11CCFC1-F716-0B1C-B02D-BD276CF572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0FBEB6F8-CE51-6646-18CC-E5C1D0A2F4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56D0EF1A-E0C6-D297-243C-AD6332ABEA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76A590D9-23A1-3DE8-4408-A728B02E2FE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97" name="Ellipszis 196">
                <a:extLst>
                  <a:ext uri="{FF2B5EF4-FFF2-40B4-BE49-F238E27FC236}">
                    <a16:creationId xmlns:a16="http://schemas.microsoft.com/office/drawing/2014/main" id="{679E5E32-B6BB-FC1C-711C-63F3ACA7C7E6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87" name="Egyenes összekötő 186">
              <a:extLst>
                <a:ext uri="{FF2B5EF4-FFF2-40B4-BE49-F238E27FC236}">
                  <a16:creationId xmlns:a16="http://schemas.microsoft.com/office/drawing/2014/main" id="{37AD5ED5-B45F-41D8-2351-61D78859B29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88" name="Egyenes összekötő 187">
              <a:extLst>
                <a:ext uri="{FF2B5EF4-FFF2-40B4-BE49-F238E27FC236}">
                  <a16:creationId xmlns:a16="http://schemas.microsoft.com/office/drawing/2014/main" id="{30263422-146E-3FA5-4A25-2D4DA4D66533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98" name="Téglalap 197">
            <a:extLst>
              <a:ext uri="{FF2B5EF4-FFF2-40B4-BE49-F238E27FC236}">
                <a16:creationId xmlns:a16="http://schemas.microsoft.com/office/drawing/2014/main" id="{A769F51C-09D2-42BF-6A33-1E7FC0D1B30D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99" name="Csoportba foglalás 198">
            <a:extLst>
              <a:ext uri="{FF2B5EF4-FFF2-40B4-BE49-F238E27FC236}">
                <a16:creationId xmlns:a16="http://schemas.microsoft.com/office/drawing/2014/main" id="{186CD259-793E-AAA5-43D5-B4EABF4BCC00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200" name="Henger 199">
              <a:extLst>
                <a:ext uri="{FF2B5EF4-FFF2-40B4-BE49-F238E27FC236}">
                  <a16:creationId xmlns:a16="http://schemas.microsoft.com/office/drawing/2014/main" id="{C1E91997-BC0D-E9C7-3238-EC183A9937EA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01" name="Csoportba foglalás 200">
              <a:extLst>
                <a:ext uri="{FF2B5EF4-FFF2-40B4-BE49-F238E27FC236}">
                  <a16:creationId xmlns:a16="http://schemas.microsoft.com/office/drawing/2014/main" id="{E1A28611-DADC-3985-62FB-924EB8ACBEBB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203" name="Ellipszis 202">
                <a:extLst>
                  <a:ext uri="{FF2B5EF4-FFF2-40B4-BE49-F238E27FC236}">
                    <a16:creationId xmlns:a16="http://schemas.microsoft.com/office/drawing/2014/main" id="{2AE55625-A35C-38DE-8535-96D32FCD71FC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4" name="Ellipszis 203">
                <a:extLst>
                  <a:ext uri="{FF2B5EF4-FFF2-40B4-BE49-F238E27FC236}">
                    <a16:creationId xmlns:a16="http://schemas.microsoft.com/office/drawing/2014/main" id="{FADC8255-B191-1299-D2A7-0756B327940F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BA33E82F-1CDA-A426-12EE-DA2A84750B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06" name="Egyenes összekötő 205">
                <a:extLst>
                  <a:ext uri="{FF2B5EF4-FFF2-40B4-BE49-F238E27FC236}">
                    <a16:creationId xmlns:a16="http://schemas.microsoft.com/office/drawing/2014/main" id="{34D271C0-38C2-D35A-3D20-98228AB1B1C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07" name="Egyenes összekötő 206">
                <a:extLst>
                  <a:ext uri="{FF2B5EF4-FFF2-40B4-BE49-F238E27FC236}">
                    <a16:creationId xmlns:a16="http://schemas.microsoft.com/office/drawing/2014/main" id="{9AB1C2C6-4432-A370-0DC6-93406F1AF7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118B8854-A988-4151-0A66-C38E1548AD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9" name="Ellipszis 208">
                <a:extLst>
                  <a:ext uri="{FF2B5EF4-FFF2-40B4-BE49-F238E27FC236}">
                    <a16:creationId xmlns:a16="http://schemas.microsoft.com/office/drawing/2014/main" id="{4A582EE4-977D-33C8-B83A-27EFECFFA65E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2" name="Téglalap 201">
              <a:extLst>
                <a:ext uri="{FF2B5EF4-FFF2-40B4-BE49-F238E27FC236}">
                  <a16:creationId xmlns:a16="http://schemas.microsoft.com/office/drawing/2014/main" id="{3FACE87D-A12C-BD19-BAB5-09312D3A7951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10" name="Csoportba foglalás 209">
            <a:extLst>
              <a:ext uri="{FF2B5EF4-FFF2-40B4-BE49-F238E27FC236}">
                <a16:creationId xmlns:a16="http://schemas.microsoft.com/office/drawing/2014/main" id="{4BEE18D9-D27E-89F5-7007-946153417F4C}"/>
              </a:ext>
            </a:extLst>
          </p:cNvPr>
          <p:cNvGrpSpPr/>
          <p:nvPr/>
        </p:nvGrpSpPr>
        <p:grpSpPr>
          <a:xfrm>
            <a:off x="8297249" y="4004675"/>
            <a:ext cx="188941" cy="291754"/>
            <a:chOff x="6019780" y="4023344"/>
            <a:chExt cx="188941" cy="291754"/>
          </a:xfrm>
        </p:grpSpPr>
        <p:sp>
          <p:nvSpPr>
            <p:cNvPr id="211" name="Henger 210">
              <a:extLst>
                <a:ext uri="{FF2B5EF4-FFF2-40B4-BE49-F238E27FC236}">
                  <a16:creationId xmlns:a16="http://schemas.microsoft.com/office/drawing/2014/main" id="{C0BDBA65-AF10-06B1-F6A9-CCC51AD5C1E3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12" name="Csoportba foglalás 211">
              <a:extLst>
                <a:ext uri="{FF2B5EF4-FFF2-40B4-BE49-F238E27FC236}">
                  <a16:creationId xmlns:a16="http://schemas.microsoft.com/office/drawing/2014/main" id="{78AC6E39-95BB-3849-F0D7-93A02A01C2A4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214" name="Ellipszis 213">
                <a:extLst>
                  <a:ext uri="{FF2B5EF4-FFF2-40B4-BE49-F238E27FC236}">
                    <a16:creationId xmlns:a16="http://schemas.microsoft.com/office/drawing/2014/main" id="{027A42B8-1E29-62D9-3083-FD8BF18F3332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5" name="Ellipszis 214">
                <a:extLst>
                  <a:ext uri="{FF2B5EF4-FFF2-40B4-BE49-F238E27FC236}">
                    <a16:creationId xmlns:a16="http://schemas.microsoft.com/office/drawing/2014/main" id="{0AA01303-7995-DC11-DE5B-A7C8482843F3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97DC204A-35A0-25A0-C1B1-6A65998E79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17" name="Egyenes összekötő 216">
                <a:extLst>
                  <a:ext uri="{FF2B5EF4-FFF2-40B4-BE49-F238E27FC236}">
                    <a16:creationId xmlns:a16="http://schemas.microsoft.com/office/drawing/2014/main" id="{6E1FFCCE-8127-59ED-C4FE-473220C589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18" name="Egyenes összekötő 217">
                <a:extLst>
                  <a:ext uri="{FF2B5EF4-FFF2-40B4-BE49-F238E27FC236}">
                    <a16:creationId xmlns:a16="http://schemas.microsoft.com/office/drawing/2014/main" id="{842883F0-4B7F-B91A-B946-BDF684DC1F4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6BE873E9-9A01-B433-7E32-03AADCE8BD9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20" name="Ellipszis 219">
                <a:extLst>
                  <a:ext uri="{FF2B5EF4-FFF2-40B4-BE49-F238E27FC236}">
                    <a16:creationId xmlns:a16="http://schemas.microsoft.com/office/drawing/2014/main" id="{46248503-6C8B-08F1-05EC-E276F68810C3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13" name="Téglalap 212">
              <a:extLst>
                <a:ext uri="{FF2B5EF4-FFF2-40B4-BE49-F238E27FC236}">
                  <a16:creationId xmlns:a16="http://schemas.microsoft.com/office/drawing/2014/main" id="{F173B863-8CCF-A067-425E-11295C89FCDB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21" name="Csoportba foglalás 220">
            <a:extLst>
              <a:ext uri="{FF2B5EF4-FFF2-40B4-BE49-F238E27FC236}">
                <a16:creationId xmlns:a16="http://schemas.microsoft.com/office/drawing/2014/main" id="{A02B7B52-428B-485B-2304-71EF747E292E}"/>
              </a:ext>
            </a:extLst>
          </p:cNvPr>
          <p:cNvGrpSpPr/>
          <p:nvPr/>
        </p:nvGrpSpPr>
        <p:grpSpPr>
          <a:xfrm>
            <a:off x="7467634" y="4028129"/>
            <a:ext cx="152086" cy="265094"/>
            <a:chOff x="-519618" y="3211145"/>
            <a:chExt cx="389120" cy="678258"/>
          </a:xfrm>
        </p:grpSpPr>
        <p:grpSp>
          <p:nvGrpSpPr>
            <p:cNvPr id="222" name="Csoportba foglalás 221">
              <a:extLst>
                <a:ext uri="{FF2B5EF4-FFF2-40B4-BE49-F238E27FC236}">
                  <a16:creationId xmlns:a16="http://schemas.microsoft.com/office/drawing/2014/main" id="{813A373B-6F9B-D2C0-93AE-BC4BEBFA9B74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230" name="Henger 229">
                <a:extLst>
                  <a:ext uri="{FF2B5EF4-FFF2-40B4-BE49-F238E27FC236}">
                    <a16:creationId xmlns:a16="http://schemas.microsoft.com/office/drawing/2014/main" id="{A42251B4-BD85-C6E6-0696-56142E2C49E1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>
                <a:extLst>
                  <a:ext uri="{FF2B5EF4-FFF2-40B4-BE49-F238E27FC236}">
                    <a16:creationId xmlns:a16="http://schemas.microsoft.com/office/drawing/2014/main" id="{1F9DBD1E-9AFE-96A0-2F9C-4A2FC32C5665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32" name="Ív 231">
                <a:extLst>
                  <a:ext uri="{FF2B5EF4-FFF2-40B4-BE49-F238E27FC236}">
                    <a16:creationId xmlns:a16="http://schemas.microsoft.com/office/drawing/2014/main" id="{CFF8A95B-D37B-1F5F-B4F0-3C002FCF38C5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233" name="Picture 2" descr="Forráskép megtekintése">
                <a:extLst>
                  <a:ext uri="{FF2B5EF4-FFF2-40B4-BE49-F238E27FC236}">
                    <a16:creationId xmlns:a16="http://schemas.microsoft.com/office/drawing/2014/main" id="{DC755019-147C-87A6-E03D-7E2114B9E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234" name="Téglalap 233">
                <a:extLst>
                  <a:ext uri="{FF2B5EF4-FFF2-40B4-BE49-F238E27FC236}">
                    <a16:creationId xmlns:a16="http://schemas.microsoft.com/office/drawing/2014/main" id="{29988F8F-2D12-30CF-410C-D29734998B81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35" name="Csillag: 4 ágú 234">
                <a:extLst>
                  <a:ext uri="{FF2B5EF4-FFF2-40B4-BE49-F238E27FC236}">
                    <a16:creationId xmlns:a16="http://schemas.microsoft.com/office/drawing/2014/main" id="{687E9882-E069-08D4-6D51-855B42A23BCF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6" name="Szabadkézi sokszög: alakzat 235">
                <a:extLst>
                  <a:ext uri="{FF2B5EF4-FFF2-40B4-BE49-F238E27FC236}">
                    <a16:creationId xmlns:a16="http://schemas.microsoft.com/office/drawing/2014/main" id="{49F73D56-DBD4-2C6A-ECF2-55D38DA9B62E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7" name="Ellipszis 236">
                <a:extLst>
                  <a:ext uri="{FF2B5EF4-FFF2-40B4-BE49-F238E27FC236}">
                    <a16:creationId xmlns:a16="http://schemas.microsoft.com/office/drawing/2014/main" id="{B17DC510-F89A-48BD-A388-484DB189D7A2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23" name="Ellipszis 222">
              <a:extLst>
                <a:ext uri="{FF2B5EF4-FFF2-40B4-BE49-F238E27FC236}">
                  <a16:creationId xmlns:a16="http://schemas.microsoft.com/office/drawing/2014/main" id="{E5CA2463-EB02-CBC5-BA9F-C7C29768B10A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4" name="Ellipszis 223">
              <a:extLst>
                <a:ext uri="{FF2B5EF4-FFF2-40B4-BE49-F238E27FC236}">
                  <a16:creationId xmlns:a16="http://schemas.microsoft.com/office/drawing/2014/main" id="{3DB0C226-E020-D4E4-CF3C-48022BC3E270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EF9F12D2-53EA-4733-445C-AF4AAD11C74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226" name="Ellipszis 225">
              <a:extLst>
                <a:ext uri="{FF2B5EF4-FFF2-40B4-BE49-F238E27FC236}">
                  <a16:creationId xmlns:a16="http://schemas.microsoft.com/office/drawing/2014/main" id="{7138204E-6570-639B-1E2D-5C186A0BCB46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Ellipszis 226">
              <a:extLst>
                <a:ext uri="{FF2B5EF4-FFF2-40B4-BE49-F238E27FC236}">
                  <a16:creationId xmlns:a16="http://schemas.microsoft.com/office/drawing/2014/main" id="{EB670B9D-5177-FCEF-5EC4-B688BC0575FB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228" name="Kép 227">
              <a:extLst>
                <a:ext uri="{FF2B5EF4-FFF2-40B4-BE49-F238E27FC236}">
                  <a16:creationId xmlns:a16="http://schemas.microsoft.com/office/drawing/2014/main" id="{E421DCEC-503B-8A5F-61A1-93DD5C4845F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229" name="Egyenes összekötő 228">
              <a:extLst>
                <a:ext uri="{FF2B5EF4-FFF2-40B4-BE49-F238E27FC236}">
                  <a16:creationId xmlns:a16="http://schemas.microsoft.com/office/drawing/2014/main" id="{F5C739AD-2C24-C727-EB30-6B8811050F1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38" name="Téglalap 237">
            <a:extLst>
              <a:ext uri="{FF2B5EF4-FFF2-40B4-BE49-F238E27FC236}">
                <a16:creationId xmlns:a16="http://schemas.microsoft.com/office/drawing/2014/main" id="{BC86E88D-008E-3842-C5C9-4EC0BAEF2A97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39" name="Csoportba foglalás 238">
            <a:extLst>
              <a:ext uri="{FF2B5EF4-FFF2-40B4-BE49-F238E27FC236}">
                <a16:creationId xmlns:a16="http://schemas.microsoft.com/office/drawing/2014/main" id="{C3483D6F-05D1-0E4E-F93E-9BE1B13DC623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40" name="Csoportba foglalás 239">
              <a:extLst>
                <a:ext uri="{FF2B5EF4-FFF2-40B4-BE49-F238E27FC236}">
                  <a16:creationId xmlns:a16="http://schemas.microsoft.com/office/drawing/2014/main" id="{040ABC57-1C95-5CB9-56DB-D5DCDC8A50AA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43" name="Henger 242">
                <a:extLst>
                  <a:ext uri="{FF2B5EF4-FFF2-40B4-BE49-F238E27FC236}">
                    <a16:creationId xmlns:a16="http://schemas.microsoft.com/office/drawing/2014/main" id="{B9440AE6-27C9-84F4-5492-AF68AEFAEB02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4" name="Ellipszis 243">
                <a:extLst>
                  <a:ext uri="{FF2B5EF4-FFF2-40B4-BE49-F238E27FC236}">
                    <a16:creationId xmlns:a16="http://schemas.microsoft.com/office/drawing/2014/main" id="{5BC71C5C-80F6-E1DC-25D1-6CBF71E4DD59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45" name="Téglalap 244">
                <a:extLst>
                  <a:ext uri="{FF2B5EF4-FFF2-40B4-BE49-F238E27FC236}">
                    <a16:creationId xmlns:a16="http://schemas.microsoft.com/office/drawing/2014/main" id="{C10319FF-80B2-3745-3532-EFD680CF9658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46" name="Ellipszis 245">
                <a:extLst>
                  <a:ext uri="{FF2B5EF4-FFF2-40B4-BE49-F238E27FC236}">
                    <a16:creationId xmlns:a16="http://schemas.microsoft.com/office/drawing/2014/main" id="{65A3E776-2604-E096-159F-A088CD1B755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47" name="Egyenes összekötő 246">
                <a:extLst>
                  <a:ext uri="{FF2B5EF4-FFF2-40B4-BE49-F238E27FC236}">
                    <a16:creationId xmlns:a16="http://schemas.microsoft.com/office/drawing/2014/main" id="{F43E5741-0E6D-E016-D845-7165106F9A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8" name="Egyenes összekötő 247">
                <a:extLst>
                  <a:ext uri="{FF2B5EF4-FFF2-40B4-BE49-F238E27FC236}">
                    <a16:creationId xmlns:a16="http://schemas.microsoft.com/office/drawing/2014/main" id="{C8CFECB9-61FA-7082-E323-7ADF96F971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9" name="Egyenes összekötő 248">
                <a:extLst>
                  <a:ext uri="{FF2B5EF4-FFF2-40B4-BE49-F238E27FC236}">
                    <a16:creationId xmlns:a16="http://schemas.microsoft.com/office/drawing/2014/main" id="{473F14E5-7D22-55E8-2698-79F4C6E833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0" name="Egyenes összekötő 249">
                <a:extLst>
                  <a:ext uri="{FF2B5EF4-FFF2-40B4-BE49-F238E27FC236}">
                    <a16:creationId xmlns:a16="http://schemas.microsoft.com/office/drawing/2014/main" id="{8D71B944-E589-E389-0DAD-1C44372B44A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51" name="Ellipszis 250">
                <a:extLst>
                  <a:ext uri="{FF2B5EF4-FFF2-40B4-BE49-F238E27FC236}">
                    <a16:creationId xmlns:a16="http://schemas.microsoft.com/office/drawing/2014/main" id="{A1DE9131-E59E-BAA1-56B0-D2F637BB47A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1" name="Egyenes összekötő 240">
              <a:extLst>
                <a:ext uri="{FF2B5EF4-FFF2-40B4-BE49-F238E27FC236}">
                  <a16:creationId xmlns:a16="http://schemas.microsoft.com/office/drawing/2014/main" id="{24DF8731-38F2-9308-87CC-DCC173C547B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42" name="Egyenes összekötő 241">
              <a:extLst>
                <a:ext uri="{FF2B5EF4-FFF2-40B4-BE49-F238E27FC236}">
                  <a16:creationId xmlns:a16="http://schemas.microsoft.com/office/drawing/2014/main" id="{CC680EED-19A4-C71E-0ABC-362ADF2A24F0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52" name="Téglalap 251">
            <a:extLst>
              <a:ext uri="{FF2B5EF4-FFF2-40B4-BE49-F238E27FC236}">
                <a16:creationId xmlns:a16="http://schemas.microsoft.com/office/drawing/2014/main" id="{9FDF4061-C554-AC55-3DE3-A8DB0330208C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3" name="Téglalap 252">
            <a:extLst>
              <a:ext uri="{FF2B5EF4-FFF2-40B4-BE49-F238E27FC236}">
                <a16:creationId xmlns:a16="http://schemas.microsoft.com/office/drawing/2014/main" id="{D0236952-7691-3E66-18F8-755383545385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4" name="Téglalap 253">
            <a:extLst>
              <a:ext uri="{FF2B5EF4-FFF2-40B4-BE49-F238E27FC236}">
                <a16:creationId xmlns:a16="http://schemas.microsoft.com/office/drawing/2014/main" id="{10AFE861-0193-34E7-3C3B-B77500CCC7C7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5" name="Téglalap 254">
            <a:extLst>
              <a:ext uri="{FF2B5EF4-FFF2-40B4-BE49-F238E27FC236}">
                <a16:creationId xmlns:a16="http://schemas.microsoft.com/office/drawing/2014/main" id="{2E9990E2-C158-2972-EA47-34208750142A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6" name="Téglalap 255">
            <a:extLst>
              <a:ext uri="{FF2B5EF4-FFF2-40B4-BE49-F238E27FC236}">
                <a16:creationId xmlns:a16="http://schemas.microsoft.com/office/drawing/2014/main" id="{FC70687A-A7C5-9F9B-026B-C182E9204152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066038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églalap 2">
            <a:extLst>
              <a:ext uri="{FF2B5EF4-FFF2-40B4-BE49-F238E27FC236}">
                <a16:creationId xmlns:a16="http://schemas.microsoft.com/office/drawing/2014/main" id="{705E435D-3FF7-A0A5-2176-3F7BABA352C5}"/>
              </a:ext>
            </a:extLst>
          </p:cNvPr>
          <p:cNvSpPr/>
          <p:nvPr/>
        </p:nvSpPr>
        <p:spPr>
          <a:xfrm>
            <a:off x="0" y="2026970"/>
            <a:ext cx="6975968" cy="2740695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Téglalap 3">
            <a:extLst>
              <a:ext uri="{FF2B5EF4-FFF2-40B4-BE49-F238E27FC236}">
                <a16:creationId xmlns:a16="http://schemas.microsoft.com/office/drawing/2014/main" id="{E435B1DC-2023-EA02-3FFE-A3B1AAC37BB9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6EAD718B-9197-7D0E-F841-B7BD815914EA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E476C976-57D3-BC08-4F81-8B21D9AA2B98}"/>
              </a:ext>
            </a:extLst>
          </p:cNvPr>
          <p:cNvSpPr/>
          <p:nvPr/>
        </p:nvSpPr>
        <p:spPr>
          <a:xfrm>
            <a:off x="81491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BFC2A3AC-4C57-DA52-1C33-B512F0286599}"/>
              </a:ext>
            </a:extLst>
          </p:cNvPr>
          <p:cNvSpPr/>
          <p:nvPr/>
        </p:nvSpPr>
        <p:spPr>
          <a:xfrm>
            <a:off x="7124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EE12B85C-DC46-8BCE-E7EA-5D756718FC0B}"/>
              </a:ext>
            </a:extLst>
          </p:cNvPr>
          <p:cNvSpPr/>
          <p:nvPr/>
        </p:nvSpPr>
        <p:spPr>
          <a:xfrm>
            <a:off x="6035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01E23FB2-42A9-8DCF-8664-D5A85A1F31CD}"/>
              </a:ext>
            </a:extLst>
          </p:cNvPr>
          <p:cNvSpPr/>
          <p:nvPr/>
        </p:nvSpPr>
        <p:spPr>
          <a:xfrm>
            <a:off x="4857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BBAB730B-4ED0-EF74-91EB-785E4DBCB740}"/>
              </a:ext>
            </a:extLst>
          </p:cNvPr>
          <p:cNvSpPr/>
          <p:nvPr/>
        </p:nvSpPr>
        <p:spPr>
          <a:xfrm>
            <a:off x="36850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157725E5-9677-C0A7-53D7-5BB737A5BC2D}"/>
              </a:ext>
            </a:extLst>
          </p:cNvPr>
          <p:cNvSpPr/>
          <p:nvPr/>
        </p:nvSpPr>
        <p:spPr>
          <a:xfrm>
            <a:off x="2711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D5463CB0-82D7-79FD-AC95-438EA32E860F}"/>
              </a:ext>
            </a:extLst>
          </p:cNvPr>
          <p:cNvSpPr/>
          <p:nvPr/>
        </p:nvSpPr>
        <p:spPr>
          <a:xfrm>
            <a:off x="16222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FF7FF1A3-7669-FB69-3B7B-030F09D079A4}"/>
              </a:ext>
            </a:extLst>
          </p:cNvPr>
          <p:cNvSpPr/>
          <p:nvPr/>
        </p:nvSpPr>
        <p:spPr>
          <a:xfrm>
            <a:off x="5445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DA3088AD-C248-CC6B-B72E-63FE36E74FC6}"/>
              </a:ext>
            </a:extLst>
          </p:cNvPr>
          <p:cNvSpPr/>
          <p:nvPr/>
        </p:nvSpPr>
        <p:spPr>
          <a:xfrm>
            <a:off x="-4018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FF8C4A6F-8E9D-4F7B-6C66-4A1EC49DF8BD}"/>
              </a:ext>
            </a:extLst>
          </p:cNvPr>
          <p:cNvSpPr/>
          <p:nvPr/>
        </p:nvSpPr>
        <p:spPr>
          <a:xfrm>
            <a:off x="9227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D8543498-9BC7-9DC6-9397-D0E09FE0DC94}"/>
              </a:ext>
            </a:extLst>
          </p:cNvPr>
          <p:cNvSpPr/>
          <p:nvPr/>
        </p:nvSpPr>
        <p:spPr>
          <a:xfrm>
            <a:off x="10331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AC489ECC-1A9B-A188-5364-40A780D9E337}"/>
              </a:ext>
            </a:extLst>
          </p:cNvPr>
          <p:cNvSpPr/>
          <p:nvPr/>
        </p:nvSpPr>
        <p:spPr>
          <a:xfrm>
            <a:off x="11398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EDC946BD-103B-8A8A-1467-21BB1D6D95D4}"/>
              </a:ext>
            </a:extLst>
          </p:cNvPr>
          <p:cNvSpPr/>
          <p:nvPr/>
        </p:nvSpPr>
        <p:spPr>
          <a:xfrm>
            <a:off x="9673933" y="2558163"/>
            <a:ext cx="1294580" cy="2049803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ABF3D297-A015-3836-825E-F15BB1ECAFDA}"/>
              </a:ext>
            </a:extLst>
          </p:cNvPr>
          <p:cNvSpPr/>
          <p:nvPr/>
        </p:nvSpPr>
        <p:spPr>
          <a:xfrm>
            <a:off x="2711646" y="2589843"/>
            <a:ext cx="4009813" cy="9961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685480F-61B4-499B-A054-6D2DA6D1E15E}"/>
              </a:ext>
            </a:extLst>
          </p:cNvPr>
          <p:cNvSpPr/>
          <p:nvPr/>
        </p:nvSpPr>
        <p:spPr>
          <a:xfrm>
            <a:off x="123110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rapezoid 20">
            <a:extLst>
              <a:ext uri="{FF2B5EF4-FFF2-40B4-BE49-F238E27FC236}">
                <a16:creationId xmlns:a16="http://schemas.microsoft.com/office/drawing/2014/main" id="{B9BC01E3-9562-24FD-0EA7-4C63917A3022}"/>
              </a:ext>
            </a:extLst>
          </p:cNvPr>
          <p:cNvSpPr/>
          <p:nvPr/>
        </p:nvSpPr>
        <p:spPr>
          <a:xfrm rot="10800000">
            <a:off x="9442215" y="1694153"/>
            <a:ext cx="1773720" cy="872415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2428982F-E3D9-D422-5581-B40D65EC877D}"/>
              </a:ext>
            </a:extLst>
          </p:cNvPr>
          <p:cNvSpPr/>
          <p:nvPr/>
        </p:nvSpPr>
        <p:spPr>
          <a:xfrm>
            <a:off x="9442215" y="1098186"/>
            <a:ext cx="1773720" cy="6096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AA1EF548-E63C-A41D-BA71-86852EA9B965}"/>
              </a:ext>
            </a:extLst>
          </p:cNvPr>
          <p:cNvSpPr/>
          <p:nvPr/>
        </p:nvSpPr>
        <p:spPr>
          <a:xfrm>
            <a:off x="9442215" y="603969"/>
            <a:ext cx="1773720" cy="494217"/>
          </a:xfrm>
          <a:prstGeom prst="trapezoid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4" name="Trapezoid 23">
            <a:extLst>
              <a:ext uri="{FF2B5EF4-FFF2-40B4-BE49-F238E27FC236}">
                <a16:creationId xmlns:a16="http://schemas.microsoft.com/office/drawing/2014/main" id="{AFBBE49F-7CCF-5C99-D57A-015093356F51}"/>
              </a:ext>
            </a:extLst>
          </p:cNvPr>
          <p:cNvSpPr/>
          <p:nvPr/>
        </p:nvSpPr>
        <p:spPr>
          <a:xfrm>
            <a:off x="10011525" y="109752"/>
            <a:ext cx="649706" cy="494217"/>
          </a:xfrm>
          <a:prstGeom prst="trapezoid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" name="Folyamatábra: Kézi művelet 24">
            <a:extLst>
              <a:ext uri="{FF2B5EF4-FFF2-40B4-BE49-F238E27FC236}">
                <a16:creationId xmlns:a16="http://schemas.microsoft.com/office/drawing/2014/main" id="{E4C1C87A-6A21-8006-3E8C-B5A692456F50}"/>
              </a:ext>
            </a:extLst>
          </p:cNvPr>
          <p:cNvSpPr/>
          <p:nvPr/>
        </p:nvSpPr>
        <p:spPr>
          <a:xfrm rot="5839222">
            <a:off x="11331036" y="-947034"/>
            <a:ext cx="766988" cy="3061314"/>
          </a:xfrm>
          <a:prstGeom prst="flowChartManualOperation">
            <a:avLst/>
          </a:prstGeom>
          <a:solidFill>
            <a:schemeClr val="accent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" name="Téglalap 25">
            <a:extLst>
              <a:ext uri="{FF2B5EF4-FFF2-40B4-BE49-F238E27FC236}">
                <a16:creationId xmlns:a16="http://schemas.microsoft.com/office/drawing/2014/main" id="{D8FC045F-6966-BAE0-B0E2-D8C4087F3BA8}"/>
              </a:ext>
            </a:extLst>
          </p:cNvPr>
          <p:cNvSpPr/>
          <p:nvPr/>
        </p:nvSpPr>
        <p:spPr>
          <a:xfrm>
            <a:off x="699925" y="3703524"/>
            <a:ext cx="1357980" cy="88069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Téglalap 26">
            <a:extLst>
              <a:ext uri="{FF2B5EF4-FFF2-40B4-BE49-F238E27FC236}">
                <a16:creationId xmlns:a16="http://schemas.microsoft.com/office/drawing/2014/main" id="{AFB8B375-E152-B942-A4D0-399791FDBC4D}"/>
              </a:ext>
            </a:extLst>
          </p:cNvPr>
          <p:cNvSpPr/>
          <p:nvPr/>
        </p:nvSpPr>
        <p:spPr>
          <a:xfrm>
            <a:off x="1351866" y="3709998"/>
            <a:ext cx="45719" cy="88069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CEB78C7A-2EC9-4585-DE0D-59A26B63EDD8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4D5CE7EE-F0F5-8F9B-3461-C5F5D3CDEBB5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343352" y="2428372"/>
              <a:chExt cx="6706659" cy="3797671"/>
            </a:xfrm>
          </p:grpSpPr>
          <p:sp>
            <p:nvSpPr>
              <p:cNvPr id="32" name="Derékszögű háromszög 31">
                <a:extLst>
                  <a:ext uri="{FF2B5EF4-FFF2-40B4-BE49-F238E27FC236}">
                    <a16:creationId xmlns:a16="http://schemas.microsoft.com/office/drawing/2014/main" id="{F0E0C276-60D8-58E1-0053-C091569674DB}"/>
                  </a:ext>
                </a:extLst>
              </p:cNvPr>
              <p:cNvSpPr/>
              <p:nvPr/>
            </p:nvSpPr>
            <p:spPr>
              <a:xfrm flipH="1">
                <a:off x="8577739" y="2487347"/>
                <a:ext cx="878051" cy="1298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" name="Derékszögű háromszög 32">
                <a:extLst>
                  <a:ext uri="{FF2B5EF4-FFF2-40B4-BE49-F238E27FC236}">
                    <a16:creationId xmlns:a16="http://schemas.microsoft.com/office/drawing/2014/main" id="{50110026-B707-5E38-6A7E-76493A9D6CB5}"/>
                  </a:ext>
                </a:extLst>
              </p:cNvPr>
              <p:cNvSpPr/>
              <p:nvPr/>
            </p:nvSpPr>
            <p:spPr>
              <a:xfrm>
                <a:off x="5753681" y="2428372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Téglalap 15">
                <a:extLst>
                  <a:ext uri="{FF2B5EF4-FFF2-40B4-BE49-F238E27FC236}">
                    <a16:creationId xmlns:a16="http://schemas.microsoft.com/office/drawing/2014/main" id="{3E8565BB-5B00-BB87-FFAC-27F5951D088B}"/>
                  </a:ext>
                </a:extLst>
              </p:cNvPr>
              <p:cNvSpPr/>
              <p:nvPr/>
            </p:nvSpPr>
            <p:spPr>
              <a:xfrm>
                <a:off x="4494230" y="3621604"/>
                <a:ext cx="5555781" cy="1184234"/>
              </a:xfrm>
              <a:custGeom>
                <a:avLst/>
                <a:gdLst>
                  <a:gd name="connsiteX0" fmla="*/ 0 w 5299045"/>
                  <a:gd name="connsiteY0" fmla="*/ 0 h 1012968"/>
                  <a:gd name="connsiteX1" fmla="*/ 5299045 w 5299045"/>
                  <a:gd name="connsiteY1" fmla="*/ 0 h 1012968"/>
                  <a:gd name="connsiteX2" fmla="*/ 5299045 w 5299045"/>
                  <a:gd name="connsiteY2" fmla="*/ 1012968 h 1012968"/>
                  <a:gd name="connsiteX3" fmla="*/ 0 w 5299045"/>
                  <a:gd name="connsiteY3" fmla="*/ 1012968 h 1012968"/>
                  <a:gd name="connsiteX4" fmla="*/ 0 w 5299045"/>
                  <a:gd name="connsiteY4" fmla="*/ 0 h 1012968"/>
                  <a:gd name="connsiteX0" fmla="*/ 0 w 5299045"/>
                  <a:gd name="connsiteY0" fmla="*/ 9436 h 1022404"/>
                  <a:gd name="connsiteX1" fmla="*/ 2653190 w 5299045"/>
                  <a:gd name="connsiteY1" fmla="*/ 0 h 1022404"/>
                  <a:gd name="connsiteX2" fmla="*/ 5299045 w 5299045"/>
                  <a:gd name="connsiteY2" fmla="*/ 9436 h 1022404"/>
                  <a:gd name="connsiteX3" fmla="*/ 5299045 w 5299045"/>
                  <a:gd name="connsiteY3" fmla="*/ 1022404 h 1022404"/>
                  <a:gd name="connsiteX4" fmla="*/ 0 w 5299045"/>
                  <a:gd name="connsiteY4" fmla="*/ 1022404 h 1022404"/>
                  <a:gd name="connsiteX5" fmla="*/ 0 w 5299045"/>
                  <a:gd name="connsiteY5" fmla="*/ 9436 h 1022404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5299045 w 5299045"/>
                  <a:gd name="connsiteY2" fmla="*/ 135271 h 1148239"/>
                  <a:gd name="connsiteX3" fmla="*/ 5299045 w 5299045"/>
                  <a:gd name="connsiteY3" fmla="*/ 1148239 h 1148239"/>
                  <a:gd name="connsiteX4" fmla="*/ 0 w 5299045"/>
                  <a:gd name="connsiteY4" fmla="*/ 1148239 h 1148239"/>
                  <a:gd name="connsiteX5" fmla="*/ 0 w 5299045"/>
                  <a:gd name="connsiteY5" fmla="*/ 135271 h 1148239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3685036 w 5299045"/>
                  <a:gd name="connsiteY2" fmla="*/ 58724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93993 h 1206961"/>
                  <a:gd name="connsiteX1" fmla="*/ 2359575 w 5299045"/>
                  <a:gd name="connsiteY1" fmla="*/ 58722 h 1206961"/>
                  <a:gd name="connsiteX2" fmla="*/ 4440045 w 5299045"/>
                  <a:gd name="connsiteY2" fmla="*/ 0 h 1206961"/>
                  <a:gd name="connsiteX3" fmla="*/ 5299045 w 5299045"/>
                  <a:gd name="connsiteY3" fmla="*/ 193993 h 1206961"/>
                  <a:gd name="connsiteX4" fmla="*/ 5299045 w 5299045"/>
                  <a:gd name="connsiteY4" fmla="*/ 1206961 h 1206961"/>
                  <a:gd name="connsiteX5" fmla="*/ 0 w 5299045"/>
                  <a:gd name="connsiteY5" fmla="*/ 1206961 h 1206961"/>
                  <a:gd name="connsiteX6" fmla="*/ 0 w 5299045"/>
                  <a:gd name="connsiteY6" fmla="*/ 193993 h 1206961"/>
                  <a:gd name="connsiteX0" fmla="*/ 0 w 5299045"/>
                  <a:gd name="connsiteY0" fmla="*/ 135271 h 1148239"/>
                  <a:gd name="connsiteX1" fmla="*/ 2359575 w 5299045"/>
                  <a:gd name="connsiteY1" fmla="*/ 0 h 1148239"/>
                  <a:gd name="connsiteX2" fmla="*/ 4490379 w 5299045"/>
                  <a:gd name="connsiteY2" fmla="*/ 25168 h 1148239"/>
                  <a:gd name="connsiteX3" fmla="*/ 5299045 w 5299045"/>
                  <a:gd name="connsiteY3" fmla="*/ 135271 h 1148239"/>
                  <a:gd name="connsiteX4" fmla="*/ 5299045 w 5299045"/>
                  <a:gd name="connsiteY4" fmla="*/ 1148239 h 1148239"/>
                  <a:gd name="connsiteX5" fmla="*/ 0 w 5299045"/>
                  <a:gd name="connsiteY5" fmla="*/ 1148239 h 1148239"/>
                  <a:gd name="connsiteX6" fmla="*/ 0 w 5299045"/>
                  <a:gd name="connsiteY6" fmla="*/ 135271 h 1148239"/>
                  <a:gd name="connsiteX0" fmla="*/ 0 w 5299045"/>
                  <a:gd name="connsiteY0" fmla="*/ 156441 h 1169409"/>
                  <a:gd name="connsiteX1" fmla="*/ 2359575 w 5299045"/>
                  <a:gd name="connsiteY1" fmla="*/ 21170 h 1169409"/>
                  <a:gd name="connsiteX2" fmla="*/ 4490379 w 5299045"/>
                  <a:gd name="connsiteY2" fmla="*/ 46338 h 1169409"/>
                  <a:gd name="connsiteX3" fmla="*/ 5299045 w 5299045"/>
                  <a:gd name="connsiteY3" fmla="*/ 156441 h 1169409"/>
                  <a:gd name="connsiteX4" fmla="*/ 5299045 w 5299045"/>
                  <a:gd name="connsiteY4" fmla="*/ 1169409 h 1169409"/>
                  <a:gd name="connsiteX5" fmla="*/ 0 w 5299045"/>
                  <a:gd name="connsiteY5" fmla="*/ 1169409 h 1169409"/>
                  <a:gd name="connsiteX6" fmla="*/ 0 w 5299045"/>
                  <a:gd name="connsiteY6" fmla="*/ 156441 h 1169409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99045 w 5299045"/>
                  <a:gd name="connsiteY4" fmla="*/ 1184234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602759 w 5299045"/>
                  <a:gd name="connsiteY4" fmla="*/ 1175845 h 1184234"/>
                  <a:gd name="connsiteX5" fmla="*/ 0 w 5299045"/>
                  <a:gd name="connsiteY5" fmla="*/ 1184234 h 1184234"/>
                  <a:gd name="connsiteX6" fmla="*/ 0 w 5299045"/>
                  <a:gd name="connsiteY6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4918218 w 5299045"/>
                  <a:gd name="connsiteY4" fmla="*/ 698726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11832 w 5299045"/>
                  <a:gd name="connsiteY4" fmla="*/ 799394 h 1184234"/>
                  <a:gd name="connsiteX5" fmla="*/ 4602759 w 5299045"/>
                  <a:gd name="connsiteY5" fmla="*/ 1175845 h 1184234"/>
                  <a:gd name="connsiteX6" fmla="*/ 0 w 5299045"/>
                  <a:gd name="connsiteY6" fmla="*/ 1184234 h 1184234"/>
                  <a:gd name="connsiteX7" fmla="*/ 0 w 5299045"/>
                  <a:gd name="connsiteY7" fmla="*/ 171266 h 1184234"/>
                  <a:gd name="connsiteX0" fmla="*/ 0 w 5299045"/>
                  <a:gd name="connsiteY0" fmla="*/ 171266 h 1184234"/>
                  <a:gd name="connsiteX1" fmla="*/ 2351186 w 5299045"/>
                  <a:gd name="connsiteY1" fmla="*/ 2439 h 1184234"/>
                  <a:gd name="connsiteX2" fmla="*/ 4490379 w 5299045"/>
                  <a:gd name="connsiteY2" fmla="*/ 61163 h 1184234"/>
                  <a:gd name="connsiteX3" fmla="*/ 5299045 w 5299045"/>
                  <a:gd name="connsiteY3" fmla="*/ 171266 h 1184234"/>
                  <a:gd name="connsiteX4" fmla="*/ 5253777 w 5299045"/>
                  <a:gd name="connsiteY4" fmla="*/ 522557 h 1184234"/>
                  <a:gd name="connsiteX5" fmla="*/ 5211832 w 5299045"/>
                  <a:gd name="connsiteY5" fmla="*/ 799394 h 1184234"/>
                  <a:gd name="connsiteX6" fmla="*/ 4602759 w 5299045"/>
                  <a:gd name="connsiteY6" fmla="*/ 1175845 h 1184234"/>
                  <a:gd name="connsiteX7" fmla="*/ 0 w 5299045"/>
                  <a:gd name="connsiteY7" fmla="*/ 1184234 h 1184234"/>
                  <a:gd name="connsiteX8" fmla="*/ 0 w 5299045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211832 w 5631282"/>
                  <a:gd name="connsiteY5" fmla="*/ 799394 h 1184234"/>
                  <a:gd name="connsiteX6" fmla="*/ 4602759 w 5631282"/>
                  <a:gd name="connsiteY6" fmla="*/ 1175845 h 1184234"/>
                  <a:gd name="connsiteX7" fmla="*/ 0 w 5631282"/>
                  <a:gd name="connsiteY7" fmla="*/ 1184234 h 1184234"/>
                  <a:gd name="connsiteX8" fmla="*/ 0 w 5631282"/>
                  <a:gd name="connsiteY8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421556 w 5631282"/>
                  <a:gd name="connsiteY5" fmla="*/ 589669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631282"/>
                  <a:gd name="connsiteY0" fmla="*/ 171266 h 1184234"/>
                  <a:gd name="connsiteX1" fmla="*/ 2351186 w 5631282"/>
                  <a:gd name="connsiteY1" fmla="*/ 2439 h 1184234"/>
                  <a:gd name="connsiteX2" fmla="*/ 4490379 w 5631282"/>
                  <a:gd name="connsiteY2" fmla="*/ 61163 h 1184234"/>
                  <a:gd name="connsiteX3" fmla="*/ 5299045 w 5631282"/>
                  <a:gd name="connsiteY3" fmla="*/ 171266 h 1184234"/>
                  <a:gd name="connsiteX4" fmla="*/ 5631282 w 5631282"/>
                  <a:gd name="connsiteY4" fmla="*/ 371556 h 1184234"/>
                  <a:gd name="connsiteX5" fmla="*/ 5539002 w 5631282"/>
                  <a:gd name="connsiteY5" fmla="*/ 690337 h 1184234"/>
                  <a:gd name="connsiteX6" fmla="*/ 5211832 w 5631282"/>
                  <a:gd name="connsiteY6" fmla="*/ 799394 h 1184234"/>
                  <a:gd name="connsiteX7" fmla="*/ 4602759 w 5631282"/>
                  <a:gd name="connsiteY7" fmla="*/ 1175845 h 1184234"/>
                  <a:gd name="connsiteX8" fmla="*/ 0 w 5631282"/>
                  <a:gd name="connsiteY8" fmla="*/ 1184234 h 1184234"/>
                  <a:gd name="connsiteX9" fmla="*/ 0 w 5631282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11832 w 5555781"/>
                  <a:gd name="connsiteY6" fmla="*/ 799394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  <a:gd name="connsiteX0" fmla="*/ 0 w 5555781"/>
                  <a:gd name="connsiteY0" fmla="*/ 171266 h 1184234"/>
                  <a:gd name="connsiteX1" fmla="*/ 2351186 w 5555781"/>
                  <a:gd name="connsiteY1" fmla="*/ 2439 h 1184234"/>
                  <a:gd name="connsiteX2" fmla="*/ 4490379 w 5555781"/>
                  <a:gd name="connsiteY2" fmla="*/ 61163 h 1184234"/>
                  <a:gd name="connsiteX3" fmla="*/ 5299045 w 5555781"/>
                  <a:gd name="connsiteY3" fmla="*/ 171266 h 1184234"/>
                  <a:gd name="connsiteX4" fmla="*/ 5555781 w 5555781"/>
                  <a:gd name="connsiteY4" fmla="*/ 346389 h 1184234"/>
                  <a:gd name="connsiteX5" fmla="*/ 5539002 w 5555781"/>
                  <a:gd name="connsiteY5" fmla="*/ 690337 h 1184234"/>
                  <a:gd name="connsiteX6" fmla="*/ 5245388 w 5555781"/>
                  <a:gd name="connsiteY6" fmla="*/ 925229 h 1184234"/>
                  <a:gd name="connsiteX7" fmla="*/ 4602759 w 5555781"/>
                  <a:gd name="connsiteY7" fmla="*/ 1175845 h 1184234"/>
                  <a:gd name="connsiteX8" fmla="*/ 0 w 5555781"/>
                  <a:gd name="connsiteY8" fmla="*/ 1184234 h 1184234"/>
                  <a:gd name="connsiteX9" fmla="*/ 0 w 5555781"/>
                  <a:gd name="connsiteY9" fmla="*/ 171266 h 118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55781" h="1184234">
                    <a:moveTo>
                      <a:pt x="0" y="171266"/>
                    </a:moveTo>
                    <a:lnTo>
                      <a:pt x="2351186" y="2439"/>
                    </a:lnTo>
                    <a:cubicBezTo>
                      <a:pt x="3061454" y="10828"/>
                      <a:pt x="4090504" y="-31116"/>
                      <a:pt x="4490379" y="61163"/>
                    </a:cubicBezTo>
                    <a:lnTo>
                      <a:pt x="5299045" y="171266"/>
                    </a:lnTo>
                    <a:lnTo>
                      <a:pt x="5555781" y="346389"/>
                    </a:lnTo>
                    <a:lnTo>
                      <a:pt x="5539002" y="690337"/>
                    </a:lnTo>
                    <a:lnTo>
                      <a:pt x="5245388" y="925229"/>
                    </a:lnTo>
                    <a:lnTo>
                      <a:pt x="4602759" y="1175845"/>
                    </a:lnTo>
                    <a:lnTo>
                      <a:pt x="0" y="1184234"/>
                    </a:lnTo>
                    <a:lnTo>
                      <a:pt x="0" y="17126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Folyamatábra: Tárolt adat 17">
                <a:extLst>
                  <a:ext uri="{FF2B5EF4-FFF2-40B4-BE49-F238E27FC236}">
                    <a16:creationId xmlns:a16="http://schemas.microsoft.com/office/drawing/2014/main" id="{FFBCDD72-1248-39C3-EC1A-1781AF068B81}"/>
                  </a:ext>
                </a:extLst>
              </p:cNvPr>
              <p:cNvSpPr/>
              <p:nvPr/>
            </p:nvSpPr>
            <p:spPr>
              <a:xfrm>
                <a:off x="3343352" y="3568070"/>
                <a:ext cx="3652943" cy="123776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504 w 10837"/>
                  <a:gd name="connsiteY0" fmla="*/ 0 h 10000"/>
                  <a:gd name="connsiteX1" fmla="*/ 10837 w 10837"/>
                  <a:gd name="connsiteY1" fmla="*/ 0 h 10000"/>
                  <a:gd name="connsiteX2" fmla="*/ 9170 w 10837"/>
                  <a:gd name="connsiteY2" fmla="*/ 5000 h 10000"/>
                  <a:gd name="connsiteX3" fmla="*/ 10837 w 10837"/>
                  <a:gd name="connsiteY3" fmla="*/ 10000 h 10000"/>
                  <a:gd name="connsiteX4" fmla="*/ 2504 w 10837"/>
                  <a:gd name="connsiteY4" fmla="*/ 10000 h 10000"/>
                  <a:gd name="connsiteX5" fmla="*/ 0 w 10837"/>
                  <a:gd name="connsiteY5" fmla="*/ 5500 h 10000"/>
                  <a:gd name="connsiteX6" fmla="*/ 2504 w 10837"/>
                  <a:gd name="connsiteY6" fmla="*/ 0 h 10000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0 h 11084"/>
                  <a:gd name="connsiteX1" fmla="*/ 10841 w 10841"/>
                  <a:gd name="connsiteY1" fmla="*/ 1084 h 11084"/>
                  <a:gd name="connsiteX2" fmla="*/ 9174 w 10841"/>
                  <a:gd name="connsiteY2" fmla="*/ 6084 h 11084"/>
                  <a:gd name="connsiteX3" fmla="*/ 10841 w 10841"/>
                  <a:gd name="connsiteY3" fmla="*/ 11084 h 11084"/>
                  <a:gd name="connsiteX4" fmla="*/ 2508 w 10841"/>
                  <a:gd name="connsiteY4" fmla="*/ 11084 h 11084"/>
                  <a:gd name="connsiteX5" fmla="*/ 4 w 10841"/>
                  <a:gd name="connsiteY5" fmla="*/ 6584 h 11084"/>
                  <a:gd name="connsiteX6" fmla="*/ 3114 w 10841"/>
                  <a:gd name="connsiteY6" fmla="*/ 0 h 11084"/>
                  <a:gd name="connsiteX0" fmla="*/ 3114 w 10841"/>
                  <a:gd name="connsiteY0" fmla="*/ 468 h 11552"/>
                  <a:gd name="connsiteX1" fmla="*/ 10841 w 10841"/>
                  <a:gd name="connsiteY1" fmla="*/ 1552 h 11552"/>
                  <a:gd name="connsiteX2" fmla="*/ 9174 w 10841"/>
                  <a:gd name="connsiteY2" fmla="*/ 6552 h 11552"/>
                  <a:gd name="connsiteX3" fmla="*/ 10841 w 10841"/>
                  <a:gd name="connsiteY3" fmla="*/ 11552 h 11552"/>
                  <a:gd name="connsiteX4" fmla="*/ 2508 w 10841"/>
                  <a:gd name="connsiteY4" fmla="*/ 11552 h 11552"/>
                  <a:gd name="connsiteX5" fmla="*/ 4 w 10841"/>
                  <a:gd name="connsiteY5" fmla="*/ 7052 h 11552"/>
                  <a:gd name="connsiteX6" fmla="*/ 3114 w 10841"/>
                  <a:gd name="connsiteY6" fmla="*/ 468 h 11552"/>
                  <a:gd name="connsiteX0" fmla="*/ 3114 w 10841"/>
                  <a:gd name="connsiteY0" fmla="*/ 1218 h 12302"/>
                  <a:gd name="connsiteX1" fmla="*/ 8358 w 10841"/>
                  <a:gd name="connsiteY1" fmla="*/ 56 h 12302"/>
                  <a:gd name="connsiteX2" fmla="*/ 10841 w 10841"/>
                  <a:gd name="connsiteY2" fmla="*/ 2302 h 12302"/>
                  <a:gd name="connsiteX3" fmla="*/ 9174 w 10841"/>
                  <a:gd name="connsiteY3" fmla="*/ 7302 h 12302"/>
                  <a:gd name="connsiteX4" fmla="*/ 10841 w 10841"/>
                  <a:gd name="connsiteY4" fmla="*/ 12302 h 12302"/>
                  <a:gd name="connsiteX5" fmla="*/ 2508 w 10841"/>
                  <a:gd name="connsiteY5" fmla="*/ 12302 h 12302"/>
                  <a:gd name="connsiteX6" fmla="*/ 4 w 10841"/>
                  <a:gd name="connsiteY6" fmla="*/ 7802 h 12302"/>
                  <a:gd name="connsiteX7" fmla="*/ 3114 w 10841"/>
                  <a:gd name="connsiteY7" fmla="*/ 1218 h 12302"/>
                  <a:gd name="connsiteX0" fmla="*/ 3114 w 12573"/>
                  <a:gd name="connsiteY0" fmla="*/ 1218 h 12302"/>
                  <a:gd name="connsiteX1" fmla="*/ 8358 w 12573"/>
                  <a:gd name="connsiteY1" fmla="*/ 56 h 12302"/>
                  <a:gd name="connsiteX2" fmla="*/ 12573 w 12573"/>
                  <a:gd name="connsiteY2" fmla="*/ 1135 h 12302"/>
                  <a:gd name="connsiteX3" fmla="*/ 9174 w 12573"/>
                  <a:gd name="connsiteY3" fmla="*/ 7302 h 12302"/>
                  <a:gd name="connsiteX4" fmla="*/ 10841 w 12573"/>
                  <a:gd name="connsiteY4" fmla="*/ 12302 h 12302"/>
                  <a:gd name="connsiteX5" fmla="*/ 2508 w 12573"/>
                  <a:gd name="connsiteY5" fmla="*/ 12302 h 12302"/>
                  <a:gd name="connsiteX6" fmla="*/ 4 w 12573"/>
                  <a:gd name="connsiteY6" fmla="*/ 7802 h 12302"/>
                  <a:gd name="connsiteX7" fmla="*/ 3114 w 12573"/>
                  <a:gd name="connsiteY7" fmla="*/ 1218 h 1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73" h="12302">
                    <a:moveTo>
                      <a:pt x="3114" y="1218"/>
                    </a:moveTo>
                    <a:cubicBezTo>
                      <a:pt x="4362" y="94"/>
                      <a:pt x="7070" y="-125"/>
                      <a:pt x="8358" y="56"/>
                    </a:cubicBezTo>
                    <a:cubicBezTo>
                      <a:pt x="9646" y="237"/>
                      <a:pt x="12293" y="94"/>
                      <a:pt x="12573" y="1135"/>
                    </a:cubicBezTo>
                    <a:cubicBezTo>
                      <a:pt x="11652" y="1135"/>
                      <a:pt x="9463" y="5441"/>
                      <a:pt x="9174" y="7302"/>
                    </a:cubicBezTo>
                    <a:cubicBezTo>
                      <a:pt x="8885" y="9163"/>
                      <a:pt x="9920" y="12302"/>
                      <a:pt x="10841" y="12302"/>
                    </a:cubicBezTo>
                    <a:lnTo>
                      <a:pt x="2508" y="12302"/>
                    </a:lnTo>
                    <a:cubicBezTo>
                      <a:pt x="1587" y="12302"/>
                      <a:pt x="-97" y="9649"/>
                      <a:pt x="4" y="7802"/>
                    </a:cubicBezTo>
                    <a:cubicBezTo>
                      <a:pt x="105" y="5955"/>
                      <a:pt x="2193" y="1218"/>
                      <a:pt x="3114" y="121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" name="Derékszögű háromszög 35">
                <a:extLst>
                  <a:ext uri="{FF2B5EF4-FFF2-40B4-BE49-F238E27FC236}">
                    <a16:creationId xmlns:a16="http://schemas.microsoft.com/office/drawing/2014/main" id="{E7FD94AA-5DBA-23DA-FBBC-0A65C98D0CFB}"/>
                  </a:ext>
                </a:extLst>
              </p:cNvPr>
              <p:cNvSpPr/>
              <p:nvPr/>
            </p:nvSpPr>
            <p:spPr>
              <a:xfrm rot="21372173" flipV="1">
                <a:off x="5836289" y="4528636"/>
                <a:ext cx="878051" cy="1697407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Kivonás jele 36">
                <a:extLst>
                  <a:ext uri="{FF2B5EF4-FFF2-40B4-BE49-F238E27FC236}">
                    <a16:creationId xmlns:a16="http://schemas.microsoft.com/office/drawing/2014/main" id="{543B2024-1AF1-A062-748A-5D293C67027D}"/>
                  </a:ext>
                </a:extLst>
              </p:cNvPr>
              <p:cNvSpPr/>
              <p:nvPr/>
            </p:nvSpPr>
            <p:spPr>
              <a:xfrm rot="5400000">
                <a:off x="4154036" y="45411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ED41864E-6DF7-D061-E93B-F029D71C0562}"/>
                  </a:ext>
                </a:extLst>
              </p:cNvPr>
              <p:cNvSpPr/>
              <p:nvPr/>
            </p:nvSpPr>
            <p:spPr>
              <a:xfrm>
                <a:off x="4324353" y="4900824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3F9F2EB5-E9C3-F73D-C201-9942948A0720}"/>
                  </a:ext>
                </a:extLst>
              </p:cNvPr>
              <p:cNvSpPr/>
              <p:nvPr/>
            </p:nvSpPr>
            <p:spPr>
              <a:xfrm>
                <a:off x="7930925" y="4961910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Kivonás jele 39">
                <a:extLst>
                  <a:ext uri="{FF2B5EF4-FFF2-40B4-BE49-F238E27FC236}">
                    <a16:creationId xmlns:a16="http://schemas.microsoft.com/office/drawing/2014/main" id="{794BCCCF-83D0-B153-1C27-2767C5546F89}"/>
                  </a:ext>
                </a:extLst>
              </p:cNvPr>
              <p:cNvSpPr/>
              <p:nvPr/>
            </p:nvSpPr>
            <p:spPr>
              <a:xfrm rot="5400000">
                <a:off x="7758247" y="4659777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Kivonás jele 40">
                <a:extLst>
                  <a:ext uri="{FF2B5EF4-FFF2-40B4-BE49-F238E27FC236}">
                    <a16:creationId xmlns:a16="http://schemas.microsoft.com/office/drawing/2014/main" id="{2BB53783-DAA2-F879-2D98-1F3F43AEEC34}"/>
                  </a:ext>
                </a:extLst>
              </p:cNvPr>
              <p:cNvSpPr/>
              <p:nvPr/>
            </p:nvSpPr>
            <p:spPr>
              <a:xfrm rot="5400000">
                <a:off x="7362082" y="4425711"/>
                <a:ext cx="669912" cy="441532"/>
              </a:xfrm>
              <a:prstGeom prst="mathMinus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076B873D-8025-0ABA-0C4D-57E36F5A9EE0}"/>
                  </a:ext>
                </a:extLst>
              </p:cNvPr>
              <p:cNvSpPr/>
              <p:nvPr/>
            </p:nvSpPr>
            <p:spPr>
              <a:xfrm>
                <a:off x="7547881" y="4804728"/>
                <a:ext cx="339754" cy="33975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Romboid 42">
                <a:extLst>
                  <a:ext uri="{FF2B5EF4-FFF2-40B4-BE49-F238E27FC236}">
                    <a16:creationId xmlns:a16="http://schemas.microsoft.com/office/drawing/2014/main" id="{3B603D91-B85D-C53A-1175-C3B8DF6C746E}"/>
                  </a:ext>
                </a:extLst>
              </p:cNvPr>
              <p:cNvSpPr/>
              <p:nvPr/>
            </p:nvSpPr>
            <p:spPr>
              <a:xfrm rot="2439114">
                <a:off x="3708046" y="3888749"/>
                <a:ext cx="442772" cy="255238"/>
              </a:xfrm>
              <a:prstGeom prst="parallelogram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4" name="Téglalap 43">
                <a:extLst>
                  <a:ext uri="{FF2B5EF4-FFF2-40B4-BE49-F238E27FC236}">
                    <a16:creationId xmlns:a16="http://schemas.microsoft.com/office/drawing/2014/main" id="{FC5E8609-5BAE-328E-4574-3C8D16779EA3}"/>
                  </a:ext>
                </a:extLst>
              </p:cNvPr>
              <p:cNvSpPr/>
              <p:nvPr/>
            </p:nvSpPr>
            <p:spPr>
              <a:xfrm>
                <a:off x="4800962" y="4080923"/>
                <a:ext cx="340586" cy="669912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5" name="Téglalap: lekerekített 44">
                <a:extLst>
                  <a:ext uri="{FF2B5EF4-FFF2-40B4-BE49-F238E27FC236}">
                    <a16:creationId xmlns:a16="http://schemas.microsoft.com/office/drawing/2014/main" id="{C7E52B76-1CC3-4AF7-B8EC-FA4C437DA893}"/>
                  </a:ext>
                </a:extLst>
              </p:cNvPr>
              <p:cNvSpPr/>
              <p:nvPr/>
            </p:nvSpPr>
            <p:spPr>
              <a:xfrm>
                <a:off x="5661424" y="4073114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6" name="Téglalap: lekerekített 45">
                <a:extLst>
                  <a:ext uri="{FF2B5EF4-FFF2-40B4-BE49-F238E27FC236}">
                    <a16:creationId xmlns:a16="http://schemas.microsoft.com/office/drawing/2014/main" id="{5AFA581A-985E-EF9C-4E85-654DF52CB15B}"/>
                  </a:ext>
                </a:extLst>
              </p:cNvPr>
              <p:cNvSpPr/>
              <p:nvPr/>
            </p:nvSpPr>
            <p:spPr>
              <a:xfrm>
                <a:off x="6162268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7" name="Téglalap: lekerekített 46">
                <a:extLst>
                  <a:ext uri="{FF2B5EF4-FFF2-40B4-BE49-F238E27FC236}">
                    <a16:creationId xmlns:a16="http://schemas.microsoft.com/office/drawing/2014/main" id="{62B90BCC-53C2-5172-8B33-41C1249F1B67}"/>
                  </a:ext>
                </a:extLst>
              </p:cNvPr>
              <p:cNvSpPr/>
              <p:nvPr/>
            </p:nvSpPr>
            <p:spPr>
              <a:xfrm>
                <a:off x="6657700" y="406666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8" name="Téglalap: lekerekített 47">
                <a:extLst>
                  <a:ext uri="{FF2B5EF4-FFF2-40B4-BE49-F238E27FC236}">
                    <a16:creationId xmlns:a16="http://schemas.microsoft.com/office/drawing/2014/main" id="{2A32846A-9CE6-FA35-8A13-61A0B096301F}"/>
                  </a:ext>
                </a:extLst>
              </p:cNvPr>
              <p:cNvSpPr/>
              <p:nvPr/>
            </p:nvSpPr>
            <p:spPr>
              <a:xfrm>
                <a:off x="7144255" y="4058852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9" name="Téglalap: lekerekített 48">
                <a:extLst>
                  <a:ext uri="{FF2B5EF4-FFF2-40B4-BE49-F238E27FC236}">
                    <a16:creationId xmlns:a16="http://schemas.microsoft.com/office/drawing/2014/main" id="{8F63B93D-1B84-F81E-BFC0-E7EB9CEE233D}"/>
                  </a:ext>
                </a:extLst>
              </p:cNvPr>
              <p:cNvSpPr/>
              <p:nvPr/>
            </p:nvSpPr>
            <p:spPr>
              <a:xfrm>
                <a:off x="7599017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Téglalap: lekerekített 49">
                <a:extLst>
                  <a:ext uri="{FF2B5EF4-FFF2-40B4-BE49-F238E27FC236}">
                    <a16:creationId xmlns:a16="http://schemas.microsoft.com/office/drawing/2014/main" id="{44F55CA7-ABAD-D13B-6EA8-912E698C9A2D}"/>
                  </a:ext>
                </a:extLst>
              </p:cNvPr>
              <p:cNvSpPr/>
              <p:nvPr/>
            </p:nvSpPr>
            <p:spPr>
              <a:xfrm>
                <a:off x="8038861" y="4058273"/>
                <a:ext cx="197635" cy="310787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pic>
          <p:nvPicPr>
            <p:cNvPr id="30" name="Picture 2" descr="Forráskép megtekintése">
              <a:extLst>
                <a:ext uri="{FF2B5EF4-FFF2-40B4-BE49-F238E27FC236}">
                  <a16:creationId xmlns:a16="http://schemas.microsoft.com/office/drawing/2014/main" id="{AA6AE0A7-93CF-E44D-A51C-94BE4028AA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5183" y="3935780"/>
              <a:ext cx="506808" cy="591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6" descr="Forráskép megtekintése">
              <a:extLst>
                <a:ext uri="{FF2B5EF4-FFF2-40B4-BE49-F238E27FC236}">
                  <a16:creationId xmlns:a16="http://schemas.microsoft.com/office/drawing/2014/main" id="{9ED555AD-E1FA-4FD0-F19F-737E08373D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570" y="3867966"/>
              <a:ext cx="876545" cy="5244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42A5B743-3DD9-0CDC-4710-E9076AC0A0B2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846B5EAD-0FF2-E7BE-69BF-214FEE583BEC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399C03B1-82B2-27EB-7E60-35788AE32216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84E19118-ED4C-9F25-9281-19905EC24CD2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79D44781-8093-1D70-B278-69DC8653E777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B0E11C32-0C20-C1BB-62F7-CF646BF33B1E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9EB1D2B2-2D1E-632B-287E-245C0312C4A6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8" name="Csoportba foglalás 57">
            <a:extLst>
              <a:ext uri="{FF2B5EF4-FFF2-40B4-BE49-F238E27FC236}">
                <a16:creationId xmlns:a16="http://schemas.microsoft.com/office/drawing/2014/main" id="{102D53DE-8C53-BEC0-BA5A-050860137E2F}"/>
              </a:ext>
            </a:extLst>
          </p:cNvPr>
          <p:cNvGrpSpPr/>
          <p:nvPr/>
        </p:nvGrpSpPr>
        <p:grpSpPr>
          <a:xfrm>
            <a:off x="7956976" y="4044722"/>
            <a:ext cx="167010" cy="267276"/>
            <a:chOff x="3714334" y="2820709"/>
            <a:chExt cx="313655" cy="597856"/>
          </a:xfrm>
        </p:grpSpPr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CE0D75B6-762C-46A1-F490-00DE9166977B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62" name="Henger 61">
                <a:extLst>
                  <a:ext uri="{FF2B5EF4-FFF2-40B4-BE49-F238E27FC236}">
                    <a16:creationId xmlns:a16="http://schemas.microsoft.com/office/drawing/2014/main" id="{ED10C92C-CF38-3E23-CED9-ECBBCC4ACF2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Ellipszis 62">
                <a:extLst>
                  <a:ext uri="{FF2B5EF4-FFF2-40B4-BE49-F238E27FC236}">
                    <a16:creationId xmlns:a16="http://schemas.microsoft.com/office/drawing/2014/main" id="{CF7F0D2F-CDF1-D2A8-479B-17B64DF6731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06E7179A-99EA-1149-8F3B-8E9C2BEF8001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5" name="Ellipszis 64">
                <a:extLst>
                  <a:ext uri="{FF2B5EF4-FFF2-40B4-BE49-F238E27FC236}">
                    <a16:creationId xmlns:a16="http://schemas.microsoft.com/office/drawing/2014/main" id="{77006630-2915-79C2-C047-BD6997AFDBB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43657E1F-C1D1-2530-6656-F310603637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1A47CD38-23C1-5903-834A-28DFF80C523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2FFCD9FA-56C4-9045-396A-3D0E44CA51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70CA9361-E7A3-1DE6-59ED-F404332203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70" name="Ellipszis 69">
                <a:extLst>
                  <a:ext uri="{FF2B5EF4-FFF2-40B4-BE49-F238E27FC236}">
                    <a16:creationId xmlns:a16="http://schemas.microsoft.com/office/drawing/2014/main" id="{FD20CE9D-439A-6FBB-538F-8834618CD9B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60" name="Egyenes összekötő 59">
              <a:extLst>
                <a:ext uri="{FF2B5EF4-FFF2-40B4-BE49-F238E27FC236}">
                  <a16:creationId xmlns:a16="http://schemas.microsoft.com/office/drawing/2014/main" id="{92F9A571-9A18-24C7-B9E2-32777F3573E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61" name="Egyenes összekötő 60">
              <a:extLst>
                <a:ext uri="{FF2B5EF4-FFF2-40B4-BE49-F238E27FC236}">
                  <a16:creationId xmlns:a16="http://schemas.microsoft.com/office/drawing/2014/main" id="{315B641A-33E2-1DAD-7AA5-8B8AF394236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71" name="Téglalap 70">
            <a:extLst>
              <a:ext uri="{FF2B5EF4-FFF2-40B4-BE49-F238E27FC236}">
                <a16:creationId xmlns:a16="http://schemas.microsoft.com/office/drawing/2014/main" id="{D799D6E4-C68C-2F46-EFFA-FB6D096069A6}"/>
              </a:ext>
            </a:extLst>
          </p:cNvPr>
          <p:cNvSpPr/>
          <p:nvPr/>
        </p:nvSpPr>
        <p:spPr>
          <a:xfrm>
            <a:off x="1956060" y="2502505"/>
            <a:ext cx="743764" cy="1096443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2" name="Csoportba foglalás 71">
            <a:extLst>
              <a:ext uri="{FF2B5EF4-FFF2-40B4-BE49-F238E27FC236}">
                <a16:creationId xmlns:a16="http://schemas.microsoft.com/office/drawing/2014/main" id="{36F84789-4A91-DF60-7A74-6E7DB4983D17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73" name="Henger 72">
              <a:extLst>
                <a:ext uri="{FF2B5EF4-FFF2-40B4-BE49-F238E27FC236}">
                  <a16:creationId xmlns:a16="http://schemas.microsoft.com/office/drawing/2014/main" id="{CBDCE945-09B3-519B-08AC-E4B0CE91EDB6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3C8C7878-8323-4F69-663E-202A578EADD6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89D95CF0-0ECF-DF18-ECFE-2ADA93B123E3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Ellipszis 76">
                <a:extLst>
                  <a:ext uri="{FF2B5EF4-FFF2-40B4-BE49-F238E27FC236}">
                    <a16:creationId xmlns:a16="http://schemas.microsoft.com/office/drawing/2014/main" id="{203B6B7B-39AD-6475-AAF4-FBBF717EACB8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789F154B-93AB-47FE-BC63-AE377ACB43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D2A74F09-0343-2F16-7DD1-D17CC5688F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5D17FDE2-71B3-A765-9981-4BB78C7B3E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88CF7BA2-4525-9C0B-C58E-B3D73341A93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37AFABB3-3632-7FE4-389D-B162470DBABB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5" name="Téglalap 74">
              <a:extLst>
                <a:ext uri="{FF2B5EF4-FFF2-40B4-BE49-F238E27FC236}">
                  <a16:creationId xmlns:a16="http://schemas.microsoft.com/office/drawing/2014/main" id="{D4093E27-9A49-FD36-901F-63B1A33BC88E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83" name="Csoportba foglalás 82">
            <a:extLst>
              <a:ext uri="{FF2B5EF4-FFF2-40B4-BE49-F238E27FC236}">
                <a16:creationId xmlns:a16="http://schemas.microsoft.com/office/drawing/2014/main" id="{5467CBC6-4B23-7FD3-34A0-6A37D4469C44}"/>
              </a:ext>
            </a:extLst>
          </p:cNvPr>
          <p:cNvGrpSpPr/>
          <p:nvPr/>
        </p:nvGrpSpPr>
        <p:grpSpPr>
          <a:xfrm flipH="1">
            <a:off x="8405199" y="4004675"/>
            <a:ext cx="188941" cy="291754"/>
            <a:chOff x="6019780" y="4023344"/>
            <a:chExt cx="188941" cy="291754"/>
          </a:xfrm>
        </p:grpSpPr>
        <p:sp>
          <p:nvSpPr>
            <p:cNvPr id="84" name="Henger 83">
              <a:extLst>
                <a:ext uri="{FF2B5EF4-FFF2-40B4-BE49-F238E27FC236}">
                  <a16:creationId xmlns:a16="http://schemas.microsoft.com/office/drawing/2014/main" id="{26788F32-B348-D92E-1221-291DC7796DB5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5" name="Csoportba foglalás 84">
              <a:extLst>
                <a:ext uri="{FF2B5EF4-FFF2-40B4-BE49-F238E27FC236}">
                  <a16:creationId xmlns:a16="http://schemas.microsoft.com/office/drawing/2014/main" id="{3305741C-A690-1744-C3B7-EE8F35085E2F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68DF3E01-074E-73A6-7C3E-D395FF78B708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Ellipszis 87">
                <a:extLst>
                  <a:ext uri="{FF2B5EF4-FFF2-40B4-BE49-F238E27FC236}">
                    <a16:creationId xmlns:a16="http://schemas.microsoft.com/office/drawing/2014/main" id="{AA72C304-3661-BA4D-341A-6826EABDB700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9" name="Egyenes összekötő 88">
                <a:extLst>
                  <a:ext uri="{FF2B5EF4-FFF2-40B4-BE49-F238E27FC236}">
                    <a16:creationId xmlns:a16="http://schemas.microsoft.com/office/drawing/2014/main" id="{F9653F62-1C89-676B-A136-6792A809F3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0" name="Egyenes összekötő 89">
                <a:extLst>
                  <a:ext uri="{FF2B5EF4-FFF2-40B4-BE49-F238E27FC236}">
                    <a16:creationId xmlns:a16="http://schemas.microsoft.com/office/drawing/2014/main" id="{96B014EC-806F-08E4-9EAE-B6D8D764889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1" name="Egyenes összekötő 90">
                <a:extLst>
                  <a:ext uri="{FF2B5EF4-FFF2-40B4-BE49-F238E27FC236}">
                    <a16:creationId xmlns:a16="http://schemas.microsoft.com/office/drawing/2014/main" id="{1D2C26D0-1289-67D3-2E30-B0B6D4A264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C551040E-C4A3-9D7E-96C3-54E2DF90446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3" name="Ellipszis 92">
                <a:extLst>
                  <a:ext uri="{FF2B5EF4-FFF2-40B4-BE49-F238E27FC236}">
                    <a16:creationId xmlns:a16="http://schemas.microsoft.com/office/drawing/2014/main" id="{2828EADF-9C55-6DB2-0246-220E4245A3F2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86" name="Téglalap 85">
              <a:extLst>
                <a:ext uri="{FF2B5EF4-FFF2-40B4-BE49-F238E27FC236}">
                  <a16:creationId xmlns:a16="http://schemas.microsoft.com/office/drawing/2014/main" id="{DB07632D-9E38-DCAF-6921-0665C9FEC595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4" name="Csoportba foglalás 93">
            <a:extLst>
              <a:ext uri="{FF2B5EF4-FFF2-40B4-BE49-F238E27FC236}">
                <a16:creationId xmlns:a16="http://schemas.microsoft.com/office/drawing/2014/main" id="{62744ECA-7233-3DED-0C45-E6EE5BB1C94F}"/>
              </a:ext>
            </a:extLst>
          </p:cNvPr>
          <p:cNvGrpSpPr/>
          <p:nvPr/>
        </p:nvGrpSpPr>
        <p:grpSpPr>
          <a:xfrm flipH="1">
            <a:off x="7524845" y="4040646"/>
            <a:ext cx="152086" cy="265094"/>
            <a:chOff x="-519618" y="3211145"/>
            <a:chExt cx="389120" cy="678258"/>
          </a:xfrm>
        </p:grpSpPr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D386B7D5-F74A-FE33-9D0D-2F3044694EF5}"/>
                </a:ext>
              </a:extLst>
            </p:cNvPr>
            <p:cNvGrpSpPr/>
            <p:nvPr/>
          </p:nvGrpSpPr>
          <p:grpSpPr>
            <a:xfrm>
              <a:off x="-501405" y="3365418"/>
              <a:ext cx="370907" cy="523985"/>
              <a:chOff x="5771858" y="4427087"/>
              <a:chExt cx="370907" cy="523985"/>
            </a:xfrm>
          </p:grpSpPr>
          <p:sp>
            <p:nvSpPr>
              <p:cNvPr id="103" name="Henger 102">
                <a:extLst>
                  <a:ext uri="{FF2B5EF4-FFF2-40B4-BE49-F238E27FC236}">
                    <a16:creationId xmlns:a16="http://schemas.microsoft.com/office/drawing/2014/main" id="{6F1835DD-27C4-BE54-7129-A3228500BC81}"/>
                  </a:ext>
                </a:extLst>
              </p:cNvPr>
              <p:cNvSpPr/>
              <p:nvPr/>
            </p:nvSpPr>
            <p:spPr>
              <a:xfrm flipH="1">
                <a:off x="5831023" y="4633059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CF1F6C8B-CC1E-0FFD-D7D8-65761EA6D880}"/>
                  </a:ext>
                </a:extLst>
              </p:cNvPr>
              <p:cNvSpPr/>
              <p:nvPr/>
            </p:nvSpPr>
            <p:spPr>
              <a:xfrm flipH="1">
                <a:off x="5773578" y="4427087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5" name="Ív 104">
                <a:extLst>
                  <a:ext uri="{FF2B5EF4-FFF2-40B4-BE49-F238E27FC236}">
                    <a16:creationId xmlns:a16="http://schemas.microsoft.com/office/drawing/2014/main" id="{EA987657-13D4-AAB0-B999-0BD41B2F8A21}"/>
                  </a:ext>
                </a:extLst>
              </p:cNvPr>
              <p:cNvSpPr/>
              <p:nvPr/>
            </p:nvSpPr>
            <p:spPr>
              <a:xfrm rot="13791435" flipH="1">
                <a:off x="5797924" y="4492899"/>
                <a:ext cx="238282" cy="230007"/>
              </a:xfrm>
              <a:prstGeom prst="arc">
                <a:avLst/>
              </a:prstGeom>
              <a:ln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06" name="Picture 2" descr="Forráskép megtekintése">
                <a:extLst>
                  <a:ext uri="{FF2B5EF4-FFF2-40B4-BE49-F238E27FC236}">
                    <a16:creationId xmlns:a16="http://schemas.microsoft.com/office/drawing/2014/main" id="{A36E32A5-9A1D-C3C9-2EC6-3FFD9F1E5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5957031" y="4720632"/>
                <a:ext cx="54124" cy="1679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8E719866-1411-5095-DEC3-1AE1709D314F}"/>
                  </a:ext>
                </a:extLst>
              </p:cNvPr>
              <p:cNvSpPr/>
              <p:nvPr/>
            </p:nvSpPr>
            <p:spPr>
              <a:xfrm rot="21405262" flipH="1">
                <a:off x="5855237" y="4700723"/>
                <a:ext cx="287528" cy="70602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8" name="Csillag: 4 ágú 107">
                <a:extLst>
                  <a:ext uri="{FF2B5EF4-FFF2-40B4-BE49-F238E27FC236}">
                    <a16:creationId xmlns:a16="http://schemas.microsoft.com/office/drawing/2014/main" id="{88A9E031-F58C-93E9-F891-31AE631D77C9}"/>
                  </a:ext>
                </a:extLst>
              </p:cNvPr>
              <p:cNvSpPr/>
              <p:nvPr/>
            </p:nvSpPr>
            <p:spPr>
              <a:xfrm flipH="1">
                <a:off x="5771858" y="4491953"/>
                <a:ext cx="102873" cy="79251"/>
              </a:xfrm>
              <a:prstGeom prst="star4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9" name="Szabadkézi sokszög: alakzat 108">
                <a:extLst>
                  <a:ext uri="{FF2B5EF4-FFF2-40B4-BE49-F238E27FC236}">
                    <a16:creationId xmlns:a16="http://schemas.microsoft.com/office/drawing/2014/main" id="{40C24B35-733C-B47B-C290-A445C318E039}"/>
                  </a:ext>
                </a:extLst>
              </p:cNvPr>
              <p:cNvSpPr/>
              <p:nvPr/>
            </p:nvSpPr>
            <p:spPr>
              <a:xfrm flipH="1">
                <a:off x="5848788" y="4612066"/>
                <a:ext cx="121444" cy="26194"/>
              </a:xfrm>
              <a:custGeom>
                <a:avLst/>
                <a:gdLst>
                  <a:gd name="connsiteX0" fmla="*/ 0 w 121444"/>
                  <a:gd name="connsiteY0" fmla="*/ 7144 h 26194"/>
                  <a:gd name="connsiteX1" fmla="*/ 11906 w 121444"/>
                  <a:gd name="connsiteY1" fmla="*/ 14288 h 26194"/>
                  <a:gd name="connsiteX2" fmla="*/ 19050 w 121444"/>
                  <a:gd name="connsiteY2" fmla="*/ 19050 h 26194"/>
                  <a:gd name="connsiteX3" fmla="*/ 33338 w 121444"/>
                  <a:gd name="connsiteY3" fmla="*/ 23813 h 26194"/>
                  <a:gd name="connsiteX4" fmla="*/ 40481 w 121444"/>
                  <a:gd name="connsiteY4" fmla="*/ 26194 h 26194"/>
                  <a:gd name="connsiteX5" fmla="*/ 97631 w 121444"/>
                  <a:gd name="connsiteY5" fmla="*/ 23813 h 26194"/>
                  <a:gd name="connsiteX6" fmla="*/ 104775 w 121444"/>
                  <a:gd name="connsiteY6" fmla="*/ 21431 h 26194"/>
                  <a:gd name="connsiteX7" fmla="*/ 111919 w 121444"/>
                  <a:gd name="connsiteY7" fmla="*/ 14288 h 26194"/>
                  <a:gd name="connsiteX8" fmla="*/ 121444 w 121444"/>
                  <a:gd name="connsiteY8" fmla="*/ 0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444" h="26194">
                    <a:moveTo>
                      <a:pt x="0" y="7144"/>
                    </a:moveTo>
                    <a:cubicBezTo>
                      <a:pt x="3969" y="9525"/>
                      <a:pt x="7981" y="11835"/>
                      <a:pt x="11906" y="14288"/>
                    </a:cubicBezTo>
                    <a:cubicBezTo>
                      <a:pt x="14333" y="15805"/>
                      <a:pt x="16435" y="17888"/>
                      <a:pt x="19050" y="19050"/>
                    </a:cubicBezTo>
                    <a:cubicBezTo>
                      <a:pt x="23638" y="21089"/>
                      <a:pt x="28575" y="22225"/>
                      <a:pt x="33338" y="23813"/>
                    </a:cubicBezTo>
                    <a:lnTo>
                      <a:pt x="40481" y="26194"/>
                    </a:lnTo>
                    <a:cubicBezTo>
                      <a:pt x="59531" y="25400"/>
                      <a:pt x="78617" y="25222"/>
                      <a:pt x="97631" y="23813"/>
                    </a:cubicBezTo>
                    <a:cubicBezTo>
                      <a:pt x="100134" y="23628"/>
                      <a:pt x="102686" y="22823"/>
                      <a:pt x="104775" y="21431"/>
                    </a:cubicBezTo>
                    <a:cubicBezTo>
                      <a:pt x="107577" y="19563"/>
                      <a:pt x="109852" y="16946"/>
                      <a:pt x="111919" y="14288"/>
                    </a:cubicBezTo>
                    <a:cubicBezTo>
                      <a:pt x="115433" y="9770"/>
                      <a:pt x="121444" y="0"/>
                      <a:pt x="121444" y="0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0" name="Ellipszis 109">
                <a:extLst>
                  <a:ext uri="{FF2B5EF4-FFF2-40B4-BE49-F238E27FC236}">
                    <a16:creationId xmlns:a16="http://schemas.microsoft.com/office/drawing/2014/main" id="{87035792-04DD-7EC9-9E29-D47D3FC4ACB0}"/>
                  </a:ext>
                </a:extLst>
              </p:cNvPr>
              <p:cNvSpPr/>
              <p:nvPr/>
            </p:nvSpPr>
            <p:spPr>
              <a:xfrm rot="21415554" flipH="1">
                <a:off x="5922653" y="4675584"/>
                <a:ext cx="93768" cy="45719"/>
              </a:xfrm>
              <a:prstGeom prst="ellipse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6" name="Ellipszis 95">
              <a:extLst>
                <a:ext uri="{FF2B5EF4-FFF2-40B4-BE49-F238E27FC236}">
                  <a16:creationId xmlns:a16="http://schemas.microsoft.com/office/drawing/2014/main" id="{8F370201-039B-602E-32DD-D57DB159910F}"/>
                </a:ext>
              </a:extLst>
            </p:cNvPr>
            <p:cNvSpPr/>
            <p:nvPr/>
          </p:nvSpPr>
          <p:spPr>
            <a:xfrm flipH="1" flipV="1">
              <a:off x="-339071" y="3445120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7" name="Ellipszis 96">
              <a:extLst>
                <a:ext uri="{FF2B5EF4-FFF2-40B4-BE49-F238E27FC236}">
                  <a16:creationId xmlns:a16="http://schemas.microsoft.com/office/drawing/2014/main" id="{116D5EFC-8F7C-AA2D-3648-85A7427F269D}"/>
                </a:ext>
              </a:extLst>
            </p:cNvPr>
            <p:cNvSpPr/>
            <p:nvPr/>
          </p:nvSpPr>
          <p:spPr>
            <a:xfrm flipH="1" flipV="1">
              <a:off x="-321935" y="3455121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4B280D5D-60D4-9011-B670-82A37D192C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-310722" y="3356222"/>
              <a:ext cx="112873" cy="36246"/>
            </a:xfrm>
            <a:prstGeom prst="line">
              <a:avLst/>
            </a:prstGeom>
            <a:ln>
              <a:solidFill>
                <a:srgbClr val="FFCC66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99" name="Ellipszis 98">
              <a:extLst>
                <a:ext uri="{FF2B5EF4-FFF2-40B4-BE49-F238E27FC236}">
                  <a16:creationId xmlns:a16="http://schemas.microsoft.com/office/drawing/2014/main" id="{4B4029B4-42B6-D5B1-85B2-284DCCBF1BDD}"/>
                </a:ext>
              </a:extLst>
            </p:cNvPr>
            <p:cNvSpPr/>
            <p:nvPr/>
          </p:nvSpPr>
          <p:spPr>
            <a:xfrm flipH="1" flipV="1">
              <a:off x="-429307" y="3447317"/>
              <a:ext cx="53243" cy="5107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0" name="Ellipszis 99">
              <a:extLst>
                <a:ext uri="{FF2B5EF4-FFF2-40B4-BE49-F238E27FC236}">
                  <a16:creationId xmlns:a16="http://schemas.microsoft.com/office/drawing/2014/main" id="{F1A1B645-5CE3-5D13-EF97-482B54FE8FF5}"/>
                </a:ext>
              </a:extLst>
            </p:cNvPr>
            <p:cNvSpPr/>
            <p:nvPr/>
          </p:nvSpPr>
          <p:spPr>
            <a:xfrm flipH="1" flipV="1">
              <a:off x="-411283" y="3458628"/>
              <a:ext cx="36000" cy="3600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01" name="Kép 100">
              <a:extLst>
                <a:ext uri="{FF2B5EF4-FFF2-40B4-BE49-F238E27FC236}">
                  <a16:creationId xmlns:a16="http://schemas.microsoft.com/office/drawing/2014/main" id="{9E32D98C-8884-3F50-A128-2DAD16EE54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9916" b="89662" l="4852" r="90295">
                          <a14:foregroundMark x1="41983" y1="35865" x2="45570" y2="27426"/>
                          <a14:foregroundMark x1="12869" y1="59283" x2="5063" y2="63291"/>
                          <a14:foregroundMark x1="88819" y1="58650" x2="90295" y2="440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4623" flipH="1">
              <a:off x="-519618" y="3211145"/>
              <a:ext cx="304599" cy="304599"/>
            </a:xfrm>
            <a:prstGeom prst="rect">
              <a:avLst/>
            </a:prstGeom>
          </p:spPr>
        </p:pic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0139C3B5-ED8F-14AA-A824-EF04C9E2E38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197849" y="3636774"/>
              <a:ext cx="10778" cy="72376"/>
            </a:xfrm>
            <a:prstGeom prst="line">
              <a:avLst/>
            </a:prstGeom>
            <a:ln>
              <a:solidFill>
                <a:srgbClr val="FFCC0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1" name="Téglalap 110">
            <a:extLst>
              <a:ext uri="{FF2B5EF4-FFF2-40B4-BE49-F238E27FC236}">
                <a16:creationId xmlns:a16="http://schemas.microsoft.com/office/drawing/2014/main" id="{3F7B14D8-76B1-E924-8A17-820CD3BAEB2A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2" name="Csoportba foglalás 111">
            <a:extLst>
              <a:ext uri="{FF2B5EF4-FFF2-40B4-BE49-F238E27FC236}">
                <a16:creationId xmlns:a16="http://schemas.microsoft.com/office/drawing/2014/main" id="{5DEF8D07-3508-F05D-8C88-8E4BFF2C44ED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3" name="Csoportba foglalás 112">
              <a:extLst>
                <a:ext uri="{FF2B5EF4-FFF2-40B4-BE49-F238E27FC236}">
                  <a16:creationId xmlns:a16="http://schemas.microsoft.com/office/drawing/2014/main" id="{9F839B2E-AE8B-6FE1-2AE8-94DBC234172B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6" name="Henger 115">
                <a:extLst>
                  <a:ext uri="{FF2B5EF4-FFF2-40B4-BE49-F238E27FC236}">
                    <a16:creationId xmlns:a16="http://schemas.microsoft.com/office/drawing/2014/main" id="{A45AC4AF-98BB-028B-5117-96636923229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7" name="Ellipszis 116">
                <a:extLst>
                  <a:ext uri="{FF2B5EF4-FFF2-40B4-BE49-F238E27FC236}">
                    <a16:creationId xmlns:a16="http://schemas.microsoft.com/office/drawing/2014/main" id="{ACA5EE44-B5C2-EC4C-AB63-D1A8F732415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8" name="Téglalap 117">
                <a:extLst>
                  <a:ext uri="{FF2B5EF4-FFF2-40B4-BE49-F238E27FC236}">
                    <a16:creationId xmlns:a16="http://schemas.microsoft.com/office/drawing/2014/main" id="{004227A4-3E39-CB8C-55A5-104567B1D1DC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1724EBD2-F1D5-9BC2-63D9-73E6D225DC0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0" name="Egyenes összekötő 119">
                <a:extLst>
                  <a:ext uri="{FF2B5EF4-FFF2-40B4-BE49-F238E27FC236}">
                    <a16:creationId xmlns:a16="http://schemas.microsoft.com/office/drawing/2014/main" id="{92BF98D2-4AD1-3DFE-88CA-7CA083317F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1" name="Egyenes összekötő 120">
                <a:extLst>
                  <a:ext uri="{FF2B5EF4-FFF2-40B4-BE49-F238E27FC236}">
                    <a16:creationId xmlns:a16="http://schemas.microsoft.com/office/drawing/2014/main" id="{CE6E1E0C-CA52-C645-D0BC-018C25AD51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922B335E-7604-AEEA-E061-AB66D62CB1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9B3E8E15-B7C3-C6AD-F711-2B023967D7C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C3C5C3EE-B9FB-E15E-F438-EAD1F2FC301E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4" name="Egyenes összekötő 113">
              <a:extLst>
                <a:ext uri="{FF2B5EF4-FFF2-40B4-BE49-F238E27FC236}">
                  <a16:creationId xmlns:a16="http://schemas.microsoft.com/office/drawing/2014/main" id="{D52AF91F-6FE7-15A1-5CE4-C9C6C394703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5" name="Egyenes összekötő 114">
              <a:extLst>
                <a:ext uri="{FF2B5EF4-FFF2-40B4-BE49-F238E27FC236}">
                  <a16:creationId xmlns:a16="http://schemas.microsoft.com/office/drawing/2014/main" id="{29F999FC-BB13-1598-67E2-376C6338BCD0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261873A9-FD71-6D46-2B33-3CAE91DF9EEB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2DC23CEC-A08D-62A1-1759-DF82232C365A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85970E09-27D2-4EAC-5398-A2806038EFA0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0D7594B2-D70A-23B0-399B-47748C0BFBAF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060029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" name="Csoportba foglalás 130">
            <a:extLst>
              <a:ext uri="{FF2B5EF4-FFF2-40B4-BE49-F238E27FC236}">
                <a16:creationId xmlns:a16="http://schemas.microsoft.com/office/drawing/2014/main" id="{1B108251-79CA-43A3-5BEA-77C545034589}"/>
              </a:ext>
            </a:extLst>
          </p:cNvPr>
          <p:cNvGrpSpPr/>
          <p:nvPr/>
        </p:nvGrpSpPr>
        <p:grpSpPr>
          <a:xfrm>
            <a:off x="165100" y="2026970"/>
            <a:ext cx="6975968" cy="2740695"/>
            <a:chOff x="0" y="2026970"/>
            <a:chExt cx="6975968" cy="2740695"/>
          </a:xfrm>
        </p:grpSpPr>
        <p:sp>
          <p:nvSpPr>
            <p:cNvPr id="3" name="Téglalap 2">
              <a:extLst>
                <a:ext uri="{FF2B5EF4-FFF2-40B4-BE49-F238E27FC236}">
                  <a16:creationId xmlns:a16="http://schemas.microsoft.com/office/drawing/2014/main" id="{A53F654E-6D10-3A9E-73D2-DDB4EF304354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" name="Téglalap 18">
              <a:extLst>
                <a:ext uri="{FF2B5EF4-FFF2-40B4-BE49-F238E27FC236}">
                  <a16:creationId xmlns:a16="http://schemas.microsoft.com/office/drawing/2014/main" id="{E7F3B3BE-4982-595F-E958-E45A35290DC3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6" name="Téglalap 25">
              <a:extLst>
                <a:ext uri="{FF2B5EF4-FFF2-40B4-BE49-F238E27FC236}">
                  <a16:creationId xmlns:a16="http://schemas.microsoft.com/office/drawing/2014/main" id="{45C993C2-9280-E3FA-B0ED-02B73573C8A1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Téglalap 26">
              <a:extLst>
                <a:ext uri="{FF2B5EF4-FFF2-40B4-BE49-F238E27FC236}">
                  <a16:creationId xmlns:a16="http://schemas.microsoft.com/office/drawing/2014/main" id="{2FFDFEB6-FDE2-17AA-C679-B117A3A419BB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Téglalap 70">
              <a:extLst>
                <a:ext uri="{FF2B5EF4-FFF2-40B4-BE49-F238E27FC236}">
                  <a16:creationId xmlns:a16="http://schemas.microsoft.com/office/drawing/2014/main" id="{6F2ED538-207A-29D2-D320-C8A1FBA3AE1A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4" name="Téglalap 3">
            <a:extLst>
              <a:ext uri="{FF2B5EF4-FFF2-40B4-BE49-F238E27FC236}">
                <a16:creationId xmlns:a16="http://schemas.microsoft.com/office/drawing/2014/main" id="{AA182F90-97D6-9F0A-BE01-30735F3BD606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Téglalap 4">
            <a:extLst>
              <a:ext uri="{FF2B5EF4-FFF2-40B4-BE49-F238E27FC236}">
                <a16:creationId xmlns:a16="http://schemas.microsoft.com/office/drawing/2014/main" id="{2C78CE38-4456-8FAE-6C16-47D61E6EDEDC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Téglalap 5">
            <a:extLst>
              <a:ext uri="{FF2B5EF4-FFF2-40B4-BE49-F238E27FC236}">
                <a16:creationId xmlns:a16="http://schemas.microsoft.com/office/drawing/2014/main" id="{83C0739E-87CC-6912-9F3C-FCB033695363}"/>
              </a:ext>
            </a:extLst>
          </p:cNvPr>
          <p:cNvSpPr/>
          <p:nvPr/>
        </p:nvSpPr>
        <p:spPr>
          <a:xfrm>
            <a:off x="83142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7D773A28-468C-E761-56DA-190483D455F0}"/>
              </a:ext>
            </a:extLst>
          </p:cNvPr>
          <p:cNvSpPr/>
          <p:nvPr/>
        </p:nvSpPr>
        <p:spPr>
          <a:xfrm>
            <a:off x="7251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Téglalap 7">
            <a:extLst>
              <a:ext uri="{FF2B5EF4-FFF2-40B4-BE49-F238E27FC236}">
                <a16:creationId xmlns:a16="http://schemas.microsoft.com/office/drawing/2014/main" id="{F162DEAB-410E-24D5-DF44-591A02AD335D}"/>
              </a:ext>
            </a:extLst>
          </p:cNvPr>
          <p:cNvSpPr/>
          <p:nvPr/>
        </p:nvSpPr>
        <p:spPr>
          <a:xfrm>
            <a:off x="61374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Téglalap 8">
            <a:extLst>
              <a:ext uri="{FF2B5EF4-FFF2-40B4-BE49-F238E27FC236}">
                <a16:creationId xmlns:a16="http://schemas.microsoft.com/office/drawing/2014/main" id="{BA3CBD9B-489A-3FED-FEA7-D42E22CB9B98}"/>
              </a:ext>
            </a:extLst>
          </p:cNvPr>
          <p:cNvSpPr/>
          <p:nvPr/>
        </p:nvSpPr>
        <p:spPr>
          <a:xfrm>
            <a:off x="4984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F920CE1B-E959-B141-ADFD-75B98A18E12E}"/>
              </a:ext>
            </a:extLst>
          </p:cNvPr>
          <p:cNvSpPr/>
          <p:nvPr/>
        </p:nvSpPr>
        <p:spPr>
          <a:xfrm>
            <a:off x="37866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F3D27E86-2673-BF7C-71A3-E0BC1D78C36B}"/>
              </a:ext>
            </a:extLst>
          </p:cNvPr>
          <p:cNvSpPr/>
          <p:nvPr/>
        </p:nvSpPr>
        <p:spPr>
          <a:xfrm>
            <a:off x="27751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5B70D1AD-6A97-7464-8653-D113D37379D4}"/>
              </a:ext>
            </a:extLst>
          </p:cNvPr>
          <p:cNvSpPr/>
          <p:nvPr/>
        </p:nvSpPr>
        <p:spPr>
          <a:xfrm>
            <a:off x="16984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C2F6DBA0-CFE4-9633-A610-424AB2387C4B}"/>
              </a:ext>
            </a:extLst>
          </p:cNvPr>
          <p:cNvSpPr/>
          <p:nvPr/>
        </p:nvSpPr>
        <p:spPr>
          <a:xfrm>
            <a:off x="6334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565A2DC0-FC82-5449-21DE-4732E8243E9D}"/>
              </a:ext>
            </a:extLst>
          </p:cNvPr>
          <p:cNvSpPr/>
          <p:nvPr/>
        </p:nvSpPr>
        <p:spPr>
          <a:xfrm>
            <a:off x="-3510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58B6F547-326D-5FD2-6DCF-7AA14844F79B}"/>
              </a:ext>
            </a:extLst>
          </p:cNvPr>
          <p:cNvSpPr/>
          <p:nvPr/>
        </p:nvSpPr>
        <p:spPr>
          <a:xfrm>
            <a:off x="93924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F1F71050-2593-4A3B-4FF3-2EBE5A53E1F7}"/>
              </a:ext>
            </a:extLst>
          </p:cNvPr>
          <p:cNvSpPr/>
          <p:nvPr/>
        </p:nvSpPr>
        <p:spPr>
          <a:xfrm>
            <a:off x="105349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F8B51ADC-5688-2AFE-213D-4CEBE3801D4F}"/>
              </a:ext>
            </a:extLst>
          </p:cNvPr>
          <p:cNvSpPr/>
          <p:nvPr/>
        </p:nvSpPr>
        <p:spPr>
          <a:xfrm>
            <a:off x="115256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C694294B-514C-2EA5-5D76-013563323EE4}"/>
              </a:ext>
            </a:extLst>
          </p:cNvPr>
          <p:cNvSpPr/>
          <p:nvPr/>
        </p:nvSpPr>
        <p:spPr>
          <a:xfrm>
            <a:off x="12387212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3" name="Csoportba foglalás 132">
            <a:extLst>
              <a:ext uri="{FF2B5EF4-FFF2-40B4-BE49-F238E27FC236}">
                <a16:creationId xmlns:a16="http://schemas.microsoft.com/office/drawing/2014/main" id="{C6E2A71E-FC04-C691-D1BB-FD94C08C63E3}"/>
              </a:ext>
            </a:extLst>
          </p:cNvPr>
          <p:cNvGrpSpPr/>
          <p:nvPr/>
        </p:nvGrpSpPr>
        <p:grpSpPr>
          <a:xfrm>
            <a:off x="9620015" y="109752"/>
            <a:ext cx="3707311" cy="4498214"/>
            <a:chOff x="9442215" y="109752"/>
            <a:chExt cx="3707311" cy="4498214"/>
          </a:xfrm>
        </p:grpSpPr>
        <p:sp>
          <p:nvSpPr>
            <p:cNvPr id="18" name="Téglalap 17">
              <a:extLst>
                <a:ext uri="{FF2B5EF4-FFF2-40B4-BE49-F238E27FC236}">
                  <a16:creationId xmlns:a16="http://schemas.microsoft.com/office/drawing/2014/main" id="{5EBC96D1-7C8B-C7BA-8CAA-57474D96723B}"/>
                </a:ext>
              </a:extLst>
            </p:cNvPr>
            <p:cNvSpPr/>
            <p:nvPr/>
          </p:nvSpPr>
          <p:spPr>
            <a:xfrm>
              <a:off x="9673933" y="2558163"/>
              <a:ext cx="1294580" cy="2049803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" name="Trapezoid 20">
              <a:extLst>
                <a:ext uri="{FF2B5EF4-FFF2-40B4-BE49-F238E27FC236}">
                  <a16:creationId xmlns:a16="http://schemas.microsoft.com/office/drawing/2014/main" id="{DD325E93-2878-D81D-8A05-D540F6A599AA}"/>
                </a:ext>
              </a:extLst>
            </p:cNvPr>
            <p:cNvSpPr/>
            <p:nvPr/>
          </p:nvSpPr>
          <p:spPr>
            <a:xfrm rot="10800000">
              <a:off x="9442215" y="1694153"/>
              <a:ext cx="1773720" cy="872415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" name="Téglalap 21">
              <a:extLst>
                <a:ext uri="{FF2B5EF4-FFF2-40B4-BE49-F238E27FC236}">
                  <a16:creationId xmlns:a16="http://schemas.microsoft.com/office/drawing/2014/main" id="{06C1E233-550A-F8DE-A60E-72F21EC3B0A0}"/>
                </a:ext>
              </a:extLst>
            </p:cNvPr>
            <p:cNvSpPr/>
            <p:nvPr/>
          </p:nvSpPr>
          <p:spPr>
            <a:xfrm>
              <a:off x="9442215" y="1098186"/>
              <a:ext cx="1773720" cy="6096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" name="Trapezoid 22">
              <a:extLst>
                <a:ext uri="{FF2B5EF4-FFF2-40B4-BE49-F238E27FC236}">
                  <a16:creationId xmlns:a16="http://schemas.microsoft.com/office/drawing/2014/main" id="{96FC5A84-E1D4-D555-BB83-7B881F18FE5B}"/>
                </a:ext>
              </a:extLst>
            </p:cNvPr>
            <p:cNvSpPr/>
            <p:nvPr/>
          </p:nvSpPr>
          <p:spPr>
            <a:xfrm>
              <a:off x="9442215" y="603969"/>
              <a:ext cx="1773720" cy="494217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" name="Trapezoid 23">
              <a:extLst>
                <a:ext uri="{FF2B5EF4-FFF2-40B4-BE49-F238E27FC236}">
                  <a16:creationId xmlns:a16="http://schemas.microsoft.com/office/drawing/2014/main" id="{6060778A-AEF7-0773-EEF2-FB70C50F3116}"/>
                </a:ext>
              </a:extLst>
            </p:cNvPr>
            <p:cNvSpPr/>
            <p:nvPr/>
          </p:nvSpPr>
          <p:spPr>
            <a:xfrm>
              <a:off x="10011525" y="109752"/>
              <a:ext cx="649706" cy="494217"/>
            </a:xfrm>
            <a:prstGeom prst="trapezoid">
              <a:avLst/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" name="Folyamatábra: Kézi művelet 24">
              <a:extLst>
                <a:ext uri="{FF2B5EF4-FFF2-40B4-BE49-F238E27FC236}">
                  <a16:creationId xmlns:a16="http://schemas.microsoft.com/office/drawing/2014/main" id="{1E24550C-091A-79F1-DFA1-601F5EB0EC2D}"/>
                </a:ext>
              </a:extLst>
            </p:cNvPr>
            <p:cNvSpPr/>
            <p:nvPr/>
          </p:nvSpPr>
          <p:spPr>
            <a:xfrm rot="6967340">
              <a:off x="11235375" y="-496332"/>
              <a:ext cx="766988" cy="3061314"/>
            </a:xfrm>
            <a:prstGeom prst="flowChartManualOperation">
              <a:avLst/>
            </a:prstGeom>
            <a:solidFill>
              <a:schemeClr val="accent4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51" name="Csillag: 5 ágú 50">
            <a:extLst>
              <a:ext uri="{FF2B5EF4-FFF2-40B4-BE49-F238E27FC236}">
                <a16:creationId xmlns:a16="http://schemas.microsoft.com/office/drawing/2014/main" id="{0101D820-9488-FD7B-FF81-C6DE16E6AECE}"/>
              </a:ext>
            </a:extLst>
          </p:cNvPr>
          <p:cNvSpPr/>
          <p:nvPr/>
        </p:nvSpPr>
        <p:spPr>
          <a:xfrm>
            <a:off x="1008894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2" name="Csillag: 5 ágú 51">
            <a:extLst>
              <a:ext uri="{FF2B5EF4-FFF2-40B4-BE49-F238E27FC236}">
                <a16:creationId xmlns:a16="http://schemas.microsoft.com/office/drawing/2014/main" id="{3FCAC4A6-7D6C-35B2-7BED-64D8C52AA094}"/>
              </a:ext>
            </a:extLst>
          </p:cNvPr>
          <p:cNvSpPr/>
          <p:nvPr/>
        </p:nvSpPr>
        <p:spPr>
          <a:xfrm>
            <a:off x="2670650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3" name="Csillag: 5 ágú 52">
            <a:extLst>
              <a:ext uri="{FF2B5EF4-FFF2-40B4-BE49-F238E27FC236}">
                <a16:creationId xmlns:a16="http://schemas.microsoft.com/office/drawing/2014/main" id="{2ED81BCE-08F0-580B-ACAF-4DF9B8C5E280}"/>
              </a:ext>
            </a:extLst>
          </p:cNvPr>
          <p:cNvSpPr/>
          <p:nvPr/>
        </p:nvSpPr>
        <p:spPr>
          <a:xfrm>
            <a:off x="3805733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4" name="Csillag: 5 ágú 53">
            <a:extLst>
              <a:ext uri="{FF2B5EF4-FFF2-40B4-BE49-F238E27FC236}">
                <a16:creationId xmlns:a16="http://schemas.microsoft.com/office/drawing/2014/main" id="{B9E7E8A1-B6C1-7FDB-8B01-12EDB4F3A509}"/>
              </a:ext>
            </a:extLst>
          </p:cNvPr>
          <p:cNvSpPr/>
          <p:nvPr/>
        </p:nvSpPr>
        <p:spPr>
          <a:xfrm>
            <a:off x="6433544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5" name="Csillag: 5 ágú 54">
            <a:extLst>
              <a:ext uri="{FF2B5EF4-FFF2-40B4-BE49-F238E27FC236}">
                <a16:creationId xmlns:a16="http://schemas.microsoft.com/office/drawing/2014/main" id="{60938D6D-BEFE-78CB-9FAB-8D72D4D664E0}"/>
              </a:ext>
            </a:extLst>
          </p:cNvPr>
          <p:cNvSpPr/>
          <p:nvPr/>
        </p:nvSpPr>
        <p:spPr>
          <a:xfrm>
            <a:off x="4710572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6" name="Csillag: 5 ágú 55">
            <a:extLst>
              <a:ext uri="{FF2B5EF4-FFF2-40B4-BE49-F238E27FC236}">
                <a16:creationId xmlns:a16="http://schemas.microsoft.com/office/drawing/2014/main" id="{8E3E20AF-BD24-A790-5FB7-85A8463F9E77}"/>
              </a:ext>
            </a:extLst>
          </p:cNvPr>
          <p:cNvSpPr/>
          <p:nvPr/>
        </p:nvSpPr>
        <p:spPr>
          <a:xfrm>
            <a:off x="8486736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7" name="Csillag: 5 ágú 56">
            <a:extLst>
              <a:ext uri="{FF2B5EF4-FFF2-40B4-BE49-F238E27FC236}">
                <a16:creationId xmlns:a16="http://schemas.microsoft.com/office/drawing/2014/main" id="{6B05D127-CE2C-8933-8E95-CAF4B4C417CC}"/>
              </a:ext>
            </a:extLst>
          </p:cNvPr>
          <p:cNvSpPr/>
          <p:nvPr/>
        </p:nvSpPr>
        <p:spPr>
          <a:xfrm>
            <a:off x="8027065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72" name="Csoportba foglalás 71">
            <a:extLst>
              <a:ext uri="{FF2B5EF4-FFF2-40B4-BE49-F238E27FC236}">
                <a16:creationId xmlns:a16="http://schemas.microsoft.com/office/drawing/2014/main" id="{C075D3A6-7D25-71E3-DE61-04145FD74FD8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73" name="Henger 72">
              <a:extLst>
                <a:ext uri="{FF2B5EF4-FFF2-40B4-BE49-F238E27FC236}">
                  <a16:creationId xmlns:a16="http://schemas.microsoft.com/office/drawing/2014/main" id="{FB7C48D8-E1DE-2892-1694-A14ADDED0124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E3807CF1-FB12-2B84-E6A8-8267FFC8648E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76" name="Ellipszis 75">
                <a:extLst>
                  <a:ext uri="{FF2B5EF4-FFF2-40B4-BE49-F238E27FC236}">
                    <a16:creationId xmlns:a16="http://schemas.microsoft.com/office/drawing/2014/main" id="{13DFB38D-B5C0-0906-C433-C9590DD3B1DD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Ellipszis 76">
                <a:extLst>
                  <a:ext uri="{FF2B5EF4-FFF2-40B4-BE49-F238E27FC236}">
                    <a16:creationId xmlns:a16="http://schemas.microsoft.com/office/drawing/2014/main" id="{944C0EF0-1B69-301C-BDB5-92520E87A8A7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8" name="Egyenes összekötő 77">
                <a:extLst>
                  <a:ext uri="{FF2B5EF4-FFF2-40B4-BE49-F238E27FC236}">
                    <a16:creationId xmlns:a16="http://schemas.microsoft.com/office/drawing/2014/main" id="{EF31C956-2A27-7BEC-28D3-C6B92EE45B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9" name="Egyenes összekötő 78">
                <a:extLst>
                  <a:ext uri="{FF2B5EF4-FFF2-40B4-BE49-F238E27FC236}">
                    <a16:creationId xmlns:a16="http://schemas.microsoft.com/office/drawing/2014/main" id="{41DBA005-93BF-FD19-E253-07225497848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F1C3A4FA-9F9E-9180-688F-33D8576F6DC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C5F51DAE-8510-356F-B4E9-3C236A58528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1EEFD97C-7B6B-A93A-3EF2-09F241202378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75" name="Téglalap 74">
              <a:extLst>
                <a:ext uri="{FF2B5EF4-FFF2-40B4-BE49-F238E27FC236}">
                  <a16:creationId xmlns:a16="http://schemas.microsoft.com/office/drawing/2014/main" id="{C48FF89A-D499-592D-54E3-2C96E995E765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30" name="Csoportba foglalás 129">
            <a:extLst>
              <a:ext uri="{FF2B5EF4-FFF2-40B4-BE49-F238E27FC236}">
                <a16:creationId xmlns:a16="http://schemas.microsoft.com/office/drawing/2014/main" id="{5002912A-ABE2-8C78-854E-9AAABA196366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0E01A15C-E729-EEA6-3EA1-9AE356869994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29" name="Csoportba foglalás 28">
                <a:extLst>
                  <a:ext uri="{FF2B5EF4-FFF2-40B4-BE49-F238E27FC236}">
                    <a16:creationId xmlns:a16="http://schemas.microsoft.com/office/drawing/2014/main" id="{C03B2E64-0309-3A86-6B85-4F73F47479B7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32" name="Derékszögű háromszög 31">
                  <a:extLst>
                    <a:ext uri="{FF2B5EF4-FFF2-40B4-BE49-F238E27FC236}">
                      <a16:creationId xmlns:a16="http://schemas.microsoft.com/office/drawing/2014/main" id="{CA148404-D6C4-1557-C7F9-E8CFFACB6EB9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3" name="Derékszögű háromszög 32">
                  <a:extLst>
                    <a:ext uri="{FF2B5EF4-FFF2-40B4-BE49-F238E27FC236}">
                      <a16:creationId xmlns:a16="http://schemas.microsoft.com/office/drawing/2014/main" id="{CBDF6241-CB6F-E6B2-7BDD-2C5C07762CD2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4" name="Téglalap 15">
                  <a:extLst>
                    <a:ext uri="{FF2B5EF4-FFF2-40B4-BE49-F238E27FC236}">
                      <a16:creationId xmlns:a16="http://schemas.microsoft.com/office/drawing/2014/main" id="{C81DE11B-FB81-FF34-F21A-797CAF6DC64D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5" name="Folyamatábra: Tárolt adat 17">
                  <a:extLst>
                    <a:ext uri="{FF2B5EF4-FFF2-40B4-BE49-F238E27FC236}">
                      <a16:creationId xmlns:a16="http://schemas.microsoft.com/office/drawing/2014/main" id="{3AA5BEA4-478C-E799-D60C-7F789B077891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6" name="Derékszögű háromszög 35">
                  <a:extLst>
                    <a:ext uri="{FF2B5EF4-FFF2-40B4-BE49-F238E27FC236}">
                      <a16:creationId xmlns:a16="http://schemas.microsoft.com/office/drawing/2014/main" id="{CF7AFAE9-5DC2-88C1-AC6E-71C1780975B6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7" name="Kivonás jele 36">
                  <a:extLst>
                    <a:ext uri="{FF2B5EF4-FFF2-40B4-BE49-F238E27FC236}">
                      <a16:creationId xmlns:a16="http://schemas.microsoft.com/office/drawing/2014/main" id="{01669EED-2EA9-5E66-5F70-4F623A2C0879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8" name="Ellipszis 37">
                  <a:extLst>
                    <a:ext uri="{FF2B5EF4-FFF2-40B4-BE49-F238E27FC236}">
                      <a16:creationId xmlns:a16="http://schemas.microsoft.com/office/drawing/2014/main" id="{71D04995-531E-9F7B-7FA4-30949325E8AD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9" name="Ellipszis 38">
                  <a:extLst>
                    <a:ext uri="{FF2B5EF4-FFF2-40B4-BE49-F238E27FC236}">
                      <a16:creationId xmlns:a16="http://schemas.microsoft.com/office/drawing/2014/main" id="{C865A73C-C9CB-A8B5-5449-526D79DAE7C7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0" name="Kivonás jele 39">
                  <a:extLst>
                    <a:ext uri="{FF2B5EF4-FFF2-40B4-BE49-F238E27FC236}">
                      <a16:creationId xmlns:a16="http://schemas.microsoft.com/office/drawing/2014/main" id="{76791633-6493-66AF-40DB-C32B27F78C28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1" name="Kivonás jele 40">
                  <a:extLst>
                    <a:ext uri="{FF2B5EF4-FFF2-40B4-BE49-F238E27FC236}">
                      <a16:creationId xmlns:a16="http://schemas.microsoft.com/office/drawing/2014/main" id="{AEEC6983-7F63-320C-1AFB-B8720772D8A3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DBBBC7CF-D989-D02E-8015-7E3C9819C476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3" name="Romboid 42">
                  <a:extLst>
                    <a:ext uri="{FF2B5EF4-FFF2-40B4-BE49-F238E27FC236}">
                      <a16:creationId xmlns:a16="http://schemas.microsoft.com/office/drawing/2014/main" id="{CB909A63-3EF9-AC78-B05A-7BC1C49FA66D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4" name="Téglalap 43">
                  <a:extLst>
                    <a:ext uri="{FF2B5EF4-FFF2-40B4-BE49-F238E27FC236}">
                      <a16:creationId xmlns:a16="http://schemas.microsoft.com/office/drawing/2014/main" id="{8080DE06-9625-BC2F-95C4-3CF1572E06AE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5" name="Téglalap: lekerekített 44">
                  <a:extLst>
                    <a:ext uri="{FF2B5EF4-FFF2-40B4-BE49-F238E27FC236}">
                      <a16:creationId xmlns:a16="http://schemas.microsoft.com/office/drawing/2014/main" id="{D64D79C5-3E1E-D3D4-4C26-A090C7CEFC62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6" name="Téglalap: lekerekített 45">
                  <a:extLst>
                    <a:ext uri="{FF2B5EF4-FFF2-40B4-BE49-F238E27FC236}">
                      <a16:creationId xmlns:a16="http://schemas.microsoft.com/office/drawing/2014/main" id="{F178675E-F0D0-E693-DF37-FCFA346DA3C1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Téglalap: lekerekített 46">
                  <a:extLst>
                    <a:ext uri="{FF2B5EF4-FFF2-40B4-BE49-F238E27FC236}">
                      <a16:creationId xmlns:a16="http://schemas.microsoft.com/office/drawing/2014/main" id="{4D07DEDF-FFA2-10B7-BF87-88F1A6338BFB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8" name="Téglalap: lekerekített 47">
                  <a:extLst>
                    <a:ext uri="{FF2B5EF4-FFF2-40B4-BE49-F238E27FC236}">
                      <a16:creationId xmlns:a16="http://schemas.microsoft.com/office/drawing/2014/main" id="{5ED64934-401D-5848-F833-F5B4927B72C2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9" name="Téglalap: lekerekített 48">
                  <a:extLst>
                    <a:ext uri="{FF2B5EF4-FFF2-40B4-BE49-F238E27FC236}">
                      <a16:creationId xmlns:a16="http://schemas.microsoft.com/office/drawing/2014/main" id="{EAA58F20-C1DF-BA09-DA7B-8153BBAD668A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Téglalap: lekerekített 49">
                  <a:extLst>
                    <a:ext uri="{FF2B5EF4-FFF2-40B4-BE49-F238E27FC236}">
                      <a16:creationId xmlns:a16="http://schemas.microsoft.com/office/drawing/2014/main" id="{2F8F50E4-73EE-F73F-952B-74B07FF95D48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30" name="Picture 2" descr="Forráskép megtekintése">
                <a:extLst>
                  <a:ext uri="{FF2B5EF4-FFF2-40B4-BE49-F238E27FC236}">
                    <a16:creationId xmlns:a16="http://schemas.microsoft.com/office/drawing/2014/main" id="{4CE8EAFD-CEEB-DBF6-B132-A0F86ACE2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1" name="Picture 6" descr="Forráskép megtekintése">
                <a:extLst>
                  <a:ext uri="{FF2B5EF4-FFF2-40B4-BE49-F238E27FC236}">
                    <a16:creationId xmlns:a16="http://schemas.microsoft.com/office/drawing/2014/main" id="{67F05775-8924-29CF-0628-AB442B88F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8" name="Csoportba foglalás 57">
              <a:extLst>
                <a:ext uri="{FF2B5EF4-FFF2-40B4-BE49-F238E27FC236}">
                  <a16:creationId xmlns:a16="http://schemas.microsoft.com/office/drawing/2014/main" id="{25C57780-F988-CD31-1450-3E5983D768C4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9" name="Csoportba foglalás 58">
                <a:extLst>
                  <a:ext uri="{FF2B5EF4-FFF2-40B4-BE49-F238E27FC236}">
                    <a16:creationId xmlns:a16="http://schemas.microsoft.com/office/drawing/2014/main" id="{9526B86B-7F12-287D-9A89-432B0136F56A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0D8A14D6-A86D-E79E-A983-17D968DEDD45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30970542-43C6-DAE8-832F-C093EF1F8BA3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Téglalap 63">
                  <a:extLst>
                    <a:ext uri="{FF2B5EF4-FFF2-40B4-BE49-F238E27FC236}">
                      <a16:creationId xmlns:a16="http://schemas.microsoft.com/office/drawing/2014/main" id="{FAD5E3A6-DAFD-BB66-4F86-7A1FBA70447E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FB31E47D-BCD9-5E65-9AEB-460694A3D25F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F56D849E-CAFF-67EA-1469-0698719778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E2C5AD0D-2DAF-07C7-767F-1F20441DF3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FF78500A-88CC-0561-A05B-E34833D3C4C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40E283D3-5F8F-0E0F-CEB7-68298E576F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0" name="Ellipszis 69">
                  <a:extLst>
                    <a:ext uri="{FF2B5EF4-FFF2-40B4-BE49-F238E27FC236}">
                      <a16:creationId xmlns:a16="http://schemas.microsoft.com/office/drawing/2014/main" id="{7B6278C6-737D-5BCC-184B-60FDED974E7F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BCE54D64-724A-FD45-6988-29EBE356E4F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E8AA2374-CE9E-1FC2-F8B0-AA1559F423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3" name="Csoportba foglalás 82">
              <a:extLst>
                <a:ext uri="{FF2B5EF4-FFF2-40B4-BE49-F238E27FC236}">
                  <a16:creationId xmlns:a16="http://schemas.microsoft.com/office/drawing/2014/main" id="{00546F3D-74E8-3DD2-5632-A66AEED8A606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84" name="Henger 83">
                <a:extLst>
                  <a:ext uri="{FF2B5EF4-FFF2-40B4-BE49-F238E27FC236}">
                    <a16:creationId xmlns:a16="http://schemas.microsoft.com/office/drawing/2014/main" id="{B39D1580-F4CA-7856-B605-D98692A6443B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85" name="Csoportba foglalás 84">
                <a:extLst>
                  <a:ext uri="{FF2B5EF4-FFF2-40B4-BE49-F238E27FC236}">
                    <a16:creationId xmlns:a16="http://schemas.microsoft.com/office/drawing/2014/main" id="{8BDD790E-48C4-36E3-C3E3-5CD750AB7637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87" name="Ellipszis 86">
                  <a:extLst>
                    <a:ext uri="{FF2B5EF4-FFF2-40B4-BE49-F238E27FC236}">
                      <a16:creationId xmlns:a16="http://schemas.microsoft.com/office/drawing/2014/main" id="{C4517D71-41BF-5F29-13A9-3D0844E19574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Ellipszis 87">
                  <a:extLst>
                    <a:ext uri="{FF2B5EF4-FFF2-40B4-BE49-F238E27FC236}">
                      <a16:creationId xmlns:a16="http://schemas.microsoft.com/office/drawing/2014/main" id="{227619B6-C5FF-AC93-1D0B-B2218CD017DB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476817A8-9866-3EA7-53E9-22D266E300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Egyenes összekötő 89">
                  <a:extLst>
                    <a:ext uri="{FF2B5EF4-FFF2-40B4-BE49-F238E27FC236}">
                      <a16:creationId xmlns:a16="http://schemas.microsoft.com/office/drawing/2014/main" id="{D8717001-7836-8725-012D-EE957EB2F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Egyenes összekötő 90">
                  <a:extLst>
                    <a:ext uri="{FF2B5EF4-FFF2-40B4-BE49-F238E27FC236}">
                      <a16:creationId xmlns:a16="http://schemas.microsoft.com/office/drawing/2014/main" id="{61369AF2-3315-5642-4AAB-179787D2EA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Egyenes összekötő 91">
                  <a:extLst>
                    <a:ext uri="{FF2B5EF4-FFF2-40B4-BE49-F238E27FC236}">
                      <a16:creationId xmlns:a16="http://schemas.microsoft.com/office/drawing/2014/main" id="{06FA66C8-DA1C-F13B-32D7-8D49E69A5D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3" name="Ellipszis 92">
                  <a:extLst>
                    <a:ext uri="{FF2B5EF4-FFF2-40B4-BE49-F238E27FC236}">
                      <a16:creationId xmlns:a16="http://schemas.microsoft.com/office/drawing/2014/main" id="{F82450F1-A567-948B-71BE-993D2E926E10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86" name="Téglalap 85">
                <a:extLst>
                  <a:ext uri="{FF2B5EF4-FFF2-40B4-BE49-F238E27FC236}">
                    <a16:creationId xmlns:a16="http://schemas.microsoft.com/office/drawing/2014/main" id="{0DDA66BA-3382-1172-4A00-516018E1C6B9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4" name="Csoportba foglalás 93">
              <a:extLst>
                <a:ext uri="{FF2B5EF4-FFF2-40B4-BE49-F238E27FC236}">
                  <a16:creationId xmlns:a16="http://schemas.microsoft.com/office/drawing/2014/main" id="{BDFB959C-24E4-0561-7F6C-1BAD27102106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95" name="Csoportba foglalás 94">
                <a:extLst>
                  <a:ext uri="{FF2B5EF4-FFF2-40B4-BE49-F238E27FC236}">
                    <a16:creationId xmlns:a16="http://schemas.microsoft.com/office/drawing/2014/main" id="{2E14CBBC-559E-C438-5D75-C973BAA95421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103" name="Henger 102">
                  <a:extLst>
                    <a:ext uri="{FF2B5EF4-FFF2-40B4-BE49-F238E27FC236}">
                      <a16:creationId xmlns:a16="http://schemas.microsoft.com/office/drawing/2014/main" id="{83CF4461-B813-E4BF-2EA8-BD775FDBFDB7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7A3A63F5-CDFA-2243-0684-8F426C03C433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05" name="Ív 104">
                  <a:extLst>
                    <a:ext uri="{FF2B5EF4-FFF2-40B4-BE49-F238E27FC236}">
                      <a16:creationId xmlns:a16="http://schemas.microsoft.com/office/drawing/2014/main" id="{9F320BF6-E297-1892-7B28-9AD7D52B25DC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106" name="Picture 2" descr="Forráskép megtekintése">
                  <a:extLst>
                    <a:ext uri="{FF2B5EF4-FFF2-40B4-BE49-F238E27FC236}">
                      <a16:creationId xmlns:a16="http://schemas.microsoft.com/office/drawing/2014/main" id="{0310B17E-B51E-A8C2-A5CC-9BE91093547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07" name="Téglalap 106">
                  <a:extLst>
                    <a:ext uri="{FF2B5EF4-FFF2-40B4-BE49-F238E27FC236}">
                      <a16:creationId xmlns:a16="http://schemas.microsoft.com/office/drawing/2014/main" id="{CBC9A481-77B1-0DCA-E503-8549FC4EEA5D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08" name="Csillag: 4 ágú 107">
                  <a:extLst>
                    <a:ext uri="{FF2B5EF4-FFF2-40B4-BE49-F238E27FC236}">
                      <a16:creationId xmlns:a16="http://schemas.microsoft.com/office/drawing/2014/main" id="{ED579C7C-BF9D-E806-42CD-D220DB9D4287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Szabadkézi sokszög: alakzat 108">
                  <a:extLst>
                    <a:ext uri="{FF2B5EF4-FFF2-40B4-BE49-F238E27FC236}">
                      <a16:creationId xmlns:a16="http://schemas.microsoft.com/office/drawing/2014/main" id="{6AA904CE-B7AB-02D8-497F-892D9C0F1CE6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Ellipszis 109">
                  <a:extLst>
                    <a:ext uri="{FF2B5EF4-FFF2-40B4-BE49-F238E27FC236}">
                      <a16:creationId xmlns:a16="http://schemas.microsoft.com/office/drawing/2014/main" id="{16A5FCD3-83BD-7CF7-0706-AEC8E8FD687B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D024B146-1818-8408-DF11-2CCEDBD6A99F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31D9C3BE-1506-D255-46C2-1D86A9EC5CC1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AABF9036-A6E7-4296-016E-EC2D0939E57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5B159937-28E4-26BE-C6CB-9109AF151153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1C6BACE1-FBF4-BE56-F64D-A145FE5BACCC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101" name="Kép 100">
                <a:extLst>
                  <a:ext uri="{FF2B5EF4-FFF2-40B4-BE49-F238E27FC236}">
                    <a16:creationId xmlns:a16="http://schemas.microsoft.com/office/drawing/2014/main" id="{06393E89-D4C9-0B07-9AA4-D3A47FE3CC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102" name="Egyenes összekötő 101">
                <a:extLst>
                  <a:ext uri="{FF2B5EF4-FFF2-40B4-BE49-F238E27FC236}">
                    <a16:creationId xmlns:a16="http://schemas.microsoft.com/office/drawing/2014/main" id="{ADC4AB01-58CF-E26E-81B1-475728A18E4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11" name="Téglalap 110">
            <a:extLst>
              <a:ext uri="{FF2B5EF4-FFF2-40B4-BE49-F238E27FC236}">
                <a16:creationId xmlns:a16="http://schemas.microsoft.com/office/drawing/2014/main" id="{E6B498E5-EFA9-4863-ED8D-83D2255AD08B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2" name="Csoportba foglalás 111">
            <a:extLst>
              <a:ext uri="{FF2B5EF4-FFF2-40B4-BE49-F238E27FC236}">
                <a16:creationId xmlns:a16="http://schemas.microsoft.com/office/drawing/2014/main" id="{0AEDD246-7ADB-9F3F-F049-CC9E9FFEAA67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3" name="Csoportba foglalás 112">
              <a:extLst>
                <a:ext uri="{FF2B5EF4-FFF2-40B4-BE49-F238E27FC236}">
                  <a16:creationId xmlns:a16="http://schemas.microsoft.com/office/drawing/2014/main" id="{6D886B71-A3CF-593F-EE9B-26B1163BE4B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6" name="Henger 115">
                <a:extLst>
                  <a:ext uri="{FF2B5EF4-FFF2-40B4-BE49-F238E27FC236}">
                    <a16:creationId xmlns:a16="http://schemas.microsoft.com/office/drawing/2014/main" id="{BF9C36B2-9BA6-21E1-4288-FA681E00360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7" name="Ellipszis 116">
                <a:extLst>
                  <a:ext uri="{FF2B5EF4-FFF2-40B4-BE49-F238E27FC236}">
                    <a16:creationId xmlns:a16="http://schemas.microsoft.com/office/drawing/2014/main" id="{3CBB7814-12BB-6394-6270-C2EB69819F08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8" name="Téglalap 117">
                <a:extLst>
                  <a:ext uri="{FF2B5EF4-FFF2-40B4-BE49-F238E27FC236}">
                    <a16:creationId xmlns:a16="http://schemas.microsoft.com/office/drawing/2014/main" id="{ACD78C3B-D10A-D281-F3CD-5AE99212B54E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8C44ECB5-75CC-9614-5284-A41A98CC7FD6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0" name="Egyenes összekötő 119">
                <a:extLst>
                  <a:ext uri="{FF2B5EF4-FFF2-40B4-BE49-F238E27FC236}">
                    <a16:creationId xmlns:a16="http://schemas.microsoft.com/office/drawing/2014/main" id="{3E7A75AE-F37B-A387-57CE-84BEA89107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1" name="Egyenes összekötő 120">
                <a:extLst>
                  <a:ext uri="{FF2B5EF4-FFF2-40B4-BE49-F238E27FC236}">
                    <a16:creationId xmlns:a16="http://schemas.microsoft.com/office/drawing/2014/main" id="{DE247D42-1815-0C9A-2BA6-D42141EFC62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F1554C5A-741F-DE82-1409-1EC185C123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D091405F-13C3-E5C3-B3E7-BE4766FC2AA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4" name="Ellipszis 123">
                <a:extLst>
                  <a:ext uri="{FF2B5EF4-FFF2-40B4-BE49-F238E27FC236}">
                    <a16:creationId xmlns:a16="http://schemas.microsoft.com/office/drawing/2014/main" id="{B9FA89B7-1867-9CD9-7B24-6B1A2DFA78FF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4" name="Egyenes összekötő 113">
              <a:extLst>
                <a:ext uri="{FF2B5EF4-FFF2-40B4-BE49-F238E27FC236}">
                  <a16:creationId xmlns:a16="http://schemas.microsoft.com/office/drawing/2014/main" id="{EF6A8ADE-CB2E-7601-51CF-681A8D7EBE5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5" name="Egyenes összekötő 114">
              <a:extLst>
                <a:ext uri="{FF2B5EF4-FFF2-40B4-BE49-F238E27FC236}">
                  <a16:creationId xmlns:a16="http://schemas.microsoft.com/office/drawing/2014/main" id="{2F88C8A4-00BD-F886-D478-7B9874A1C9E6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5" name="Téglalap 124">
            <a:extLst>
              <a:ext uri="{FF2B5EF4-FFF2-40B4-BE49-F238E27FC236}">
                <a16:creationId xmlns:a16="http://schemas.microsoft.com/office/drawing/2014/main" id="{C91077B6-DFB0-A9F3-5D27-1FFC9EFB95EC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BDE9A630-91C2-78BE-8E33-4DC4CEF16A48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Téglalap 126">
            <a:extLst>
              <a:ext uri="{FF2B5EF4-FFF2-40B4-BE49-F238E27FC236}">
                <a16:creationId xmlns:a16="http://schemas.microsoft.com/office/drawing/2014/main" id="{5BB536BF-33C7-C23A-028E-60B903F84FB8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0C3E35CA-DF89-EB98-801D-AA8A977F9B33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FAA895DA-CE5C-420C-463B-5534EB114ED7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613954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EDDE31A4-D852-EF8A-69FC-0B97292F905D}"/>
              </a:ext>
            </a:extLst>
          </p:cNvPr>
          <p:cNvGrpSpPr/>
          <p:nvPr/>
        </p:nvGrpSpPr>
        <p:grpSpPr>
          <a:xfrm>
            <a:off x="381000" y="2026970"/>
            <a:ext cx="6975968" cy="2740695"/>
            <a:chOff x="0" y="2026970"/>
            <a:chExt cx="6975968" cy="2740695"/>
          </a:xfrm>
        </p:grpSpPr>
        <p:sp>
          <p:nvSpPr>
            <p:cNvPr id="4" name="Téglalap 3">
              <a:extLst>
                <a:ext uri="{FF2B5EF4-FFF2-40B4-BE49-F238E27FC236}">
                  <a16:creationId xmlns:a16="http://schemas.microsoft.com/office/drawing/2014/main" id="{82079B14-2A6F-ACFE-3E23-352EDBF3A9AA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" name="Téglalap 4">
              <a:extLst>
                <a:ext uri="{FF2B5EF4-FFF2-40B4-BE49-F238E27FC236}">
                  <a16:creationId xmlns:a16="http://schemas.microsoft.com/office/drawing/2014/main" id="{CEB34104-69FB-3795-689E-FCDF16F5C028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6" name="Téglalap 5">
              <a:extLst>
                <a:ext uri="{FF2B5EF4-FFF2-40B4-BE49-F238E27FC236}">
                  <a16:creationId xmlns:a16="http://schemas.microsoft.com/office/drawing/2014/main" id="{E4547027-4EA3-62D7-5359-799E57DDEA23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" name="Téglalap 6">
              <a:extLst>
                <a:ext uri="{FF2B5EF4-FFF2-40B4-BE49-F238E27FC236}">
                  <a16:creationId xmlns:a16="http://schemas.microsoft.com/office/drawing/2014/main" id="{FD65A564-3602-B0E2-370F-5930E28EBE8A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" name="Téglalap 7">
              <a:extLst>
                <a:ext uri="{FF2B5EF4-FFF2-40B4-BE49-F238E27FC236}">
                  <a16:creationId xmlns:a16="http://schemas.microsoft.com/office/drawing/2014/main" id="{E5F6FA7A-ECF3-0362-FFC8-7A56A9E4E939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9" name="Téglalap 8">
            <a:extLst>
              <a:ext uri="{FF2B5EF4-FFF2-40B4-BE49-F238E27FC236}">
                <a16:creationId xmlns:a16="http://schemas.microsoft.com/office/drawing/2014/main" id="{08DE5368-17CD-280F-5B55-190E2D856772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989DFFA5-C244-90FF-C8E1-A8DDC1646403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A219D83C-7B8A-BC75-E5F0-8B43DAB6E5D3}"/>
              </a:ext>
            </a:extLst>
          </p:cNvPr>
          <p:cNvSpPr/>
          <p:nvPr/>
        </p:nvSpPr>
        <p:spPr>
          <a:xfrm>
            <a:off x="851741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755713A4-C1AE-F801-2F1F-979748F3F6FF}"/>
              </a:ext>
            </a:extLst>
          </p:cNvPr>
          <p:cNvSpPr/>
          <p:nvPr/>
        </p:nvSpPr>
        <p:spPr>
          <a:xfrm>
            <a:off x="74170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1E7282A7-1088-661A-2732-E32FEAD99C79}"/>
              </a:ext>
            </a:extLst>
          </p:cNvPr>
          <p:cNvSpPr/>
          <p:nvPr/>
        </p:nvSpPr>
        <p:spPr>
          <a:xfrm>
            <a:off x="63406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9E4AE415-A8EF-E70C-7444-CCDCAA26CE3B}"/>
              </a:ext>
            </a:extLst>
          </p:cNvPr>
          <p:cNvSpPr/>
          <p:nvPr/>
        </p:nvSpPr>
        <p:spPr>
          <a:xfrm>
            <a:off x="50859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99A5FDD3-E6D4-A245-490A-A0697F915883}"/>
              </a:ext>
            </a:extLst>
          </p:cNvPr>
          <p:cNvSpPr/>
          <p:nvPr/>
        </p:nvSpPr>
        <p:spPr>
          <a:xfrm>
            <a:off x="40279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61493821-C1C1-A01A-D85C-EF26A56E145A}"/>
              </a:ext>
            </a:extLst>
          </p:cNvPr>
          <p:cNvSpPr/>
          <p:nvPr/>
        </p:nvSpPr>
        <p:spPr>
          <a:xfrm>
            <a:off x="29783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9EFAEBB9-BF29-D730-D138-C72749534E6A}"/>
              </a:ext>
            </a:extLst>
          </p:cNvPr>
          <p:cNvSpPr/>
          <p:nvPr/>
        </p:nvSpPr>
        <p:spPr>
          <a:xfrm>
            <a:off x="19016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0AAF909E-F5BF-D6F6-734E-099B934BF9FD}"/>
              </a:ext>
            </a:extLst>
          </p:cNvPr>
          <p:cNvSpPr/>
          <p:nvPr/>
        </p:nvSpPr>
        <p:spPr>
          <a:xfrm>
            <a:off x="8366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DB8527F0-2FA3-8856-F29B-C6BB89DD3AE5}"/>
              </a:ext>
            </a:extLst>
          </p:cNvPr>
          <p:cNvSpPr/>
          <p:nvPr/>
        </p:nvSpPr>
        <p:spPr>
          <a:xfrm>
            <a:off x="-224057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6DDAC3B1-88F8-56AE-9AA3-E177C1043DED}"/>
              </a:ext>
            </a:extLst>
          </p:cNvPr>
          <p:cNvSpPr/>
          <p:nvPr/>
        </p:nvSpPr>
        <p:spPr>
          <a:xfrm>
            <a:off x="95956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églalap 20">
            <a:extLst>
              <a:ext uri="{FF2B5EF4-FFF2-40B4-BE49-F238E27FC236}">
                <a16:creationId xmlns:a16="http://schemas.microsoft.com/office/drawing/2014/main" id="{BC740CCB-02EA-A39F-7817-6A8F805AE999}"/>
              </a:ext>
            </a:extLst>
          </p:cNvPr>
          <p:cNvSpPr/>
          <p:nvPr/>
        </p:nvSpPr>
        <p:spPr>
          <a:xfrm>
            <a:off x="107000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02BECC6C-C672-3223-E7E1-1A64D0241EF4}"/>
              </a:ext>
            </a:extLst>
          </p:cNvPr>
          <p:cNvSpPr/>
          <p:nvPr/>
        </p:nvSpPr>
        <p:spPr>
          <a:xfrm>
            <a:off x="116272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églalap 22">
            <a:extLst>
              <a:ext uri="{FF2B5EF4-FFF2-40B4-BE49-F238E27FC236}">
                <a16:creationId xmlns:a16="http://schemas.microsoft.com/office/drawing/2014/main" id="{3E9F9C84-10BA-A550-3D56-CCEBA620DE38}"/>
              </a:ext>
            </a:extLst>
          </p:cNvPr>
          <p:cNvSpPr/>
          <p:nvPr/>
        </p:nvSpPr>
        <p:spPr>
          <a:xfrm>
            <a:off x="-98273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4" name="Csoportba foglalás 23">
            <a:extLst>
              <a:ext uri="{FF2B5EF4-FFF2-40B4-BE49-F238E27FC236}">
                <a16:creationId xmlns:a16="http://schemas.microsoft.com/office/drawing/2014/main" id="{482B85A8-658C-37E3-9DA3-D297BD4D4805}"/>
              </a:ext>
            </a:extLst>
          </p:cNvPr>
          <p:cNvGrpSpPr/>
          <p:nvPr/>
        </p:nvGrpSpPr>
        <p:grpSpPr>
          <a:xfrm>
            <a:off x="9912115" y="109752"/>
            <a:ext cx="1911106" cy="4498214"/>
            <a:chOff x="9442215" y="109752"/>
            <a:chExt cx="1911106" cy="4498214"/>
          </a:xfrm>
        </p:grpSpPr>
        <p:sp>
          <p:nvSpPr>
            <p:cNvPr id="25" name="Téglalap 24">
              <a:extLst>
                <a:ext uri="{FF2B5EF4-FFF2-40B4-BE49-F238E27FC236}">
                  <a16:creationId xmlns:a16="http://schemas.microsoft.com/office/drawing/2014/main" id="{1C05327B-9465-3DF6-D4E4-F89EC0B2B41D}"/>
                </a:ext>
              </a:extLst>
            </p:cNvPr>
            <p:cNvSpPr/>
            <p:nvPr/>
          </p:nvSpPr>
          <p:spPr>
            <a:xfrm>
              <a:off x="9673933" y="2558163"/>
              <a:ext cx="1294580" cy="2049803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" name="Trapezoid 25">
              <a:extLst>
                <a:ext uri="{FF2B5EF4-FFF2-40B4-BE49-F238E27FC236}">
                  <a16:creationId xmlns:a16="http://schemas.microsoft.com/office/drawing/2014/main" id="{3A03812F-432E-F5B6-0474-C555762B3378}"/>
                </a:ext>
              </a:extLst>
            </p:cNvPr>
            <p:cNvSpPr/>
            <p:nvPr/>
          </p:nvSpPr>
          <p:spPr>
            <a:xfrm rot="10800000">
              <a:off x="9442215" y="1694153"/>
              <a:ext cx="1773720" cy="872415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Téglalap 26">
              <a:extLst>
                <a:ext uri="{FF2B5EF4-FFF2-40B4-BE49-F238E27FC236}">
                  <a16:creationId xmlns:a16="http://schemas.microsoft.com/office/drawing/2014/main" id="{6C0FC891-E134-231F-329D-CF46546BF045}"/>
                </a:ext>
              </a:extLst>
            </p:cNvPr>
            <p:cNvSpPr/>
            <p:nvPr/>
          </p:nvSpPr>
          <p:spPr>
            <a:xfrm>
              <a:off x="9442215" y="1098186"/>
              <a:ext cx="1773720" cy="6096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" name="Trapezoid 27">
              <a:extLst>
                <a:ext uri="{FF2B5EF4-FFF2-40B4-BE49-F238E27FC236}">
                  <a16:creationId xmlns:a16="http://schemas.microsoft.com/office/drawing/2014/main" id="{78486DC5-AA66-E04A-0785-82750E6E136F}"/>
                </a:ext>
              </a:extLst>
            </p:cNvPr>
            <p:cNvSpPr/>
            <p:nvPr/>
          </p:nvSpPr>
          <p:spPr>
            <a:xfrm>
              <a:off x="9442215" y="603969"/>
              <a:ext cx="1773720" cy="494217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Trapezoid 28">
              <a:extLst>
                <a:ext uri="{FF2B5EF4-FFF2-40B4-BE49-F238E27FC236}">
                  <a16:creationId xmlns:a16="http://schemas.microsoft.com/office/drawing/2014/main" id="{0ADBDDA6-CAD4-0C7E-36F6-1FF50B23F3C8}"/>
                </a:ext>
              </a:extLst>
            </p:cNvPr>
            <p:cNvSpPr/>
            <p:nvPr/>
          </p:nvSpPr>
          <p:spPr>
            <a:xfrm>
              <a:off x="10011525" y="109752"/>
              <a:ext cx="649706" cy="494217"/>
            </a:xfrm>
            <a:prstGeom prst="trapezoid">
              <a:avLst/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Folyamatábra: Kézi művelet 29">
              <a:extLst>
                <a:ext uri="{FF2B5EF4-FFF2-40B4-BE49-F238E27FC236}">
                  <a16:creationId xmlns:a16="http://schemas.microsoft.com/office/drawing/2014/main" id="{0FBF1B1F-B0AF-E252-D81C-FFB016CD55F7}"/>
                </a:ext>
              </a:extLst>
            </p:cNvPr>
            <p:cNvSpPr/>
            <p:nvPr/>
          </p:nvSpPr>
          <p:spPr>
            <a:xfrm rot="9260764">
              <a:off x="10586333" y="189292"/>
              <a:ext cx="766988" cy="3061314"/>
            </a:xfrm>
            <a:prstGeom prst="flowChartManualOperation">
              <a:avLst/>
            </a:prstGeom>
            <a:solidFill>
              <a:schemeClr val="accent4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31" name="Csillag: 5 ágú 30">
            <a:extLst>
              <a:ext uri="{FF2B5EF4-FFF2-40B4-BE49-F238E27FC236}">
                <a16:creationId xmlns:a16="http://schemas.microsoft.com/office/drawing/2014/main" id="{A51A66DD-7798-90B9-2A22-A4E06A3E4078}"/>
              </a:ext>
            </a:extLst>
          </p:cNvPr>
          <p:cNvSpPr/>
          <p:nvPr/>
        </p:nvSpPr>
        <p:spPr>
          <a:xfrm>
            <a:off x="1513097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" name="Csillag: 5 ágú 31">
            <a:extLst>
              <a:ext uri="{FF2B5EF4-FFF2-40B4-BE49-F238E27FC236}">
                <a16:creationId xmlns:a16="http://schemas.microsoft.com/office/drawing/2014/main" id="{1B04620C-51D3-7697-C8D9-11726A4C7123}"/>
              </a:ext>
            </a:extLst>
          </p:cNvPr>
          <p:cNvSpPr/>
          <p:nvPr/>
        </p:nvSpPr>
        <p:spPr>
          <a:xfrm>
            <a:off x="3089395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3" name="Csillag: 5 ágú 32">
            <a:extLst>
              <a:ext uri="{FF2B5EF4-FFF2-40B4-BE49-F238E27FC236}">
                <a16:creationId xmlns:a16="http://schemas.microsoft.com/office/drawing/2014/main" id="{D2C0514A-D726-8DC8-EBAC-7418A4AFCCF2}"/>
              </a:ext>
            </a:extLst>
          </p:cNvPr>
          <p:cNvSpPr/>
          <p:nvPr/>
        </p:nvSpPr>
        <p:spPr>
          <a:xfrm>
            <a:off x="4121928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Csillag: 5 ágú 33">
            <a:extLst>
              <a:ext uri="{FF2B5EF4-FFF2-40B4-BE49-F238E27FC236}">
                <a16:creationId xmlns:a16="http://schemas.microsoft.com/office/drawing/2014/main" id="{F92237A5-DE3A-5310-3D86-5DC5903D7E94}"/>
              </a:ext>
            </a:extLst>
          </p:cNvPr>
          <p:cNvSpPr/>
          <p:nvPr/>
        </p:nvSpPr>
        <p:spPr>
          <a:xfrm>
            <a:off x="6809561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Csillag: 5 ágú 34">
            <a:extLst>
              <a:ext uri="{FF2B5EF4-FFF2-40B4-BE49-F238E27FC236}">
                <a16:creationId xmlns:a16="http://schemas.microsoft.com/office/drawing/2014/main" id="{A295EA17-4E57-F2D8-6CB5-0218BE68E47C}"/>
              </a:ext>
            </a:extLst>
          </p:cNvPr>
          <p:cNvSpPr/>
          <p:nvPr/>
        </p:nvSpPr>
        <p:spPr>
          <a:xfrm>
            <a:off x="5334416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Csillag: 5 ágú 35">
            <a:extLst>
              <a:ext uri="{FF2B5EF4-FFF2-40B4-BE49-F238E27FC236}">
                <a16:creationId xmlns:a16="http://schemas.microsoft.com/office/drawing/2014/main" id="{36DE5110-17EC-9A0F-F3FF-3A2DA6BBB326}"/>
              </a:ext>
            </a:extLst>
          </p:cNvPr>
          <p:cNvSpPr/>
          <p:nvPr/>
        </p:nvSpPr>
        <p:spPr>
          <a:xfrm>
            <a:off x="8666197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Csillag: 5 ágú 36">
            <a:extLst>
              <a:ext uri="{FF2B5EF4-FFF2-40B4-BE49-F238E27FC236}">
                <a16:creationId xmlns:a16="http://schemas.microsoft.com/office/drawing/2014/main" id="{6EDACB1E-E901-3131-FA8E-DEE2E6180D1C}"/>
              </a:ext>
            </a:extLst>
          </p:cNvPr>
          <p:cNvSpPr/>
          <p:nvPr/>
        </p:nvSpPr>
        <p:spPr>
          <a:xfrm>
            <a:off x="8240710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8" name="Csoportba foglalás 37">
            <a:extLst>
              <a:ext uri="{FF2B5EF4-FFF2-40B4-BE49-F238E27FC236}">
                <a16:creationId xmlns:a16="http://schemas.microsoft.com/office/drawing/2014/main" id="{33FC1F64-0FBB-0E26-92DD-FF9A19A1B435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39" name="Henger 38">
              <a:extLst>
                <a:ext uri="{FF2B5EF4-FFF2-40B4-BE49-F238E27FC236}">
                  <a16:creationId xmlns:a16="http://schemas.microsoft.com/office/drawing/2014/main" id="{57CBC301-D916-8C44-AD87-712F636D4C46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0" name="Csoportba foglalás 39">
              <a:extLst>
                <a:ext uri="{FF2B5EF4-FFF2-40B4-BE49-F238E27FC236}">
                  <a16:creationId xmlns:a16="http://schemas.microsoft.com/office/drawing/2014/main" id="{A113A37F-36B2-5B45-653C-216313AADD0F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CC556CE0-0157-81B2-BF16-7932C762A199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1F5CD19C-0726-D780-030D-AD67AE75AEDE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44" name="Egyenes összekötő 43">
                <a:extLst>
                  <a:ext uri="{FF2B5EF4-FFF2-40B4-BE49-F238E27FC236}">
                    <a16:creationId xmlns:a16="http://schemas.microsoft.com/office/drawing/2014/main" id="{89709D10-865A-2A65-8947-7F393FC7BD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5" name="Egyenes összekötő 44">
                <a:extLst>
                  <a:ext uri="{FF2B5EF4-FFF2-40B4-BE49-F238E27FC236}">
                    <a16:creationId xmlns:a16="http://schemas.microsoft.com/office/drawing/2014/main" id="{4438E1A9-9426-D11A-F2C5-4F2A1A1BED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6" name="Egyenes összekötő 45">
                <a:extLst>
                  <a:ext uri="{FF2B5EF4-FFF2-40B4-BE49-F238E27FC236}">
                    <a16:creationId xmlns:a16="http://schemas.microsoft.com/office/drawing/2014/main" id="{0D8705F7-615D-C699-FC32-3741686964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7" name="Egyenes összekötő 46">
                <a:extLst>
                  <a:ext uri="{FF2B5EF4-FFF2-40B4-BE49-F238E27FC236}">
                    <a16:creationId xmlns:a16="http://schemas.microsoft.com/office/drawing/2014/main" id="{1C22A154-2EDC-8AAC-5D6E-0A26642AA8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8" name="Ellipszis 47">
                <a:extLst>
                  <a:ext uri="{FF2B5EF4-FFF2-40B4-BE49-F238E27FC236}">
                    <a16:creationId xmlns:a16="http://schemas.microsoft.com/office/drawing/2014/main" id="{EDD9C85E-0562-EF21-4F20-A836B9814A72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94E57F27-0666-DEA9-5309-6990995485C1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9" name="Csoportba foglalás 48">
            <a:extLst>
              <a:ext uri="{FF2B5EF4-FFF2-40B4-BE49-F238E27FC236}">
                <a16:creationId xmlns:a16="http://schemas.microsoft.com/office/drawing/2014/main" id="{13C4DB38-A950-CE47-A30E-8268D031F9DD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50" name="Csoportba foglalás 49">
              <a:extLst>
                <a:ext uri="{FF2B5EF4-FFF2-40B4-BE49-F238E27FC236}">
                  <a16:creationId xmlns:a16="http://schemas.microsoft.com/office/drawing/2014/main" id="{4943A408-E8CF-E501-2DAE-940814A709B9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92" name="Csoportba foglalás 91">
                <a:extLst>
                  <a:ext uri="{FF2B5EF4-FFF2-40B4-BE49-F238E27FC236}">
                    <a16:creationId xmlns:a16="http://schemas.microsoft.com/office/drawing/2014/main" id="{F3A1F1FA-8D51-56D3-DE88-19F9EFD5678C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95" name="Derékszögű háromszög 94">
                  <a:extLst>
                    <a:ext uri="{FF2B5EF4-FFF2-40B4-BE49-F238E27FC236}">
                      <a16:creationId xmlns:a16="http://schemas.microsoft.com/office/drawing/2014/main" id="{340C58CE-6F68-306F-EDFB-AB3A421A9F3F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6" name="Derékszögű háromszög 95">
                  <a:extLst>
                    <a:ext uri="{FF2B5EF4-FFF2-40B4-BE49-F238E27FC236}">
                      <a16:creationId xmlns:a16="http://schemas.microsoft.com/office/drawing/2014/main" id="{46EC2719-71B8-7A70-6920-3DCB5552547A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7" name="Téglalap 15">
                  <a:extLst>
                    <a:ext uri="{FF2B5EF4-FFF2-40B4-BE49-F238E27FC236}">
                      <a16:creationId xmlns:a16="http://schemas.microsoft.com/office/drawing/2014/main" id="{8DA7BB1D-3AFE-BC9F-8D03-0C86F283034D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8" name="Folyamatábra: Tárolt adat 17">
                  <a:extLst>
                    <a:ext uri="{FF2B5EF4-FFF2-40B4-BE49-F238E27FC236}">
                      <a16:creationId xmlns:a16="http://schemas.microsoft.com/office/drawing/2014/main" id="{DC4BAA50-CAD2-8A32-4683-93B6937EF832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Derékszögű háromszög 98">
                  <a:extLst>
                    <a:ext uri="{FF2B5EF4-FFF2-40B4-BE49-F238E27FC236}">
                      <a16:creationId xmlns:a16="http://schemas.microsoft.com/office/drawing/2014/main" id="{8A676AEA-8EBB-80C0-1B14-AD8496E549EF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Kivonás jele 99">
                  <a:extLst>
                    <a:ext uri="{FF2B5EF4-FFF2-40B4-BE49-F238E27FC236}">
                      <a16:creationId xmlns:a16="http://schemas.microsoft.com/office/drawing/2014/main" id="{615D9067-77C4-3947-B34F-5B27F66146EE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1" name="Ellipszis 100">
                  <a:extLst>
                    <a:ext uri="{FF2B5EF4-FFF2-40B4-BE49-F238E27FC236}">
                      <a16:creationId xmlns:a16="http://schemas.microsoft.com/office/drawing/2014/main" id="{FF45FA01-B59E-3086-44A0-688E7C36ECB8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Ellipszis 101">
                  <a:extLst>
                    <a:ext uri="{FF2B5EF4-FFF2-40B4-BE49-F238E27FC236}">
                      <a16:creationId xmlns:a16="http://schemas.microsoft.com/office/drawing/2014/main" id="{B43CC961-F28E-1AC5-679C-F4195F271BE3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3" name="Kivonás jele 102">
                  <a:extLst>
                    <a:ext uri="{FF2B5EF4-FFF2-40B4-BE49-F238E27FC236}">
                      <a16:creationId xmlns:a16="http://schemas.microsoft.com/office/drawing/2014/main" id="{9C988372-88B5-F4BE-A20A-2740743D2F71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4" name="Kivonás jele 103">
                  <a:extLst>
                    <a:ext uri="{FF2B5EF4-FFF2-40B4-BE49-F238E27FC236}">
                      <a16:creationId xmlns:a16="http://schemas.microsoft.com/office/drawing/2014/main" id="{C0205DBF-8040-F402-DCBB-00AABCA429AB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Ellipszis 104">
                  <a:extLst>
                    <a:ext uri="{FF2B5EF4-FFF2-40B4-BE49-F238E27FC236}">
                      <a16:creationId xmlns:a16="http://schemas.microsoft.com/office/drawing/2014/main" id="{46FF48B1-DE2B-86EB-0503-38A2091ED0A6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Romboid 105">
                  <a:extLst>
                    <a:ext uri="{FF2B5EF4-FFF2-40B4-BE49-F238E27FC236}">
                      <a16:creationId xmlns:a16="http://schemas.microsoft.com/office/drawing/2014/main" id="{BF82736C-2022-7645-E6FF-9202AE5A7C81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Téglalap 106">
                  <a:extLst>
                    <a:ext uri="{FF2B5EF4-FFF2-40B4-BE49-F238E27FC236}">
                      <a16:creationId xmlns:a16="http://schemas.microsoft.com/office/drawing/2014/main" id="{A69B9E91-7F1B-966F-CEDF-7ADAC23181BE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Téglalap: lekerekített 107">
                  <a:extLst>
                    <a:ext uri="{FF2B5EF4-FFF2-40B4-BE49-F238E27FC236}">
                      <a16:creationId xmlns:a16="http://schemas.microsoft.com/office/drawing/2014/main" id="{A55EC209-6B84-AE56-AABB-02CBEEBB0DD6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Téglalap: lekerekített 108">
                  <a:extLst>
                    <a:ext uri="{FF2B5EF4-FFF2-40B4-BE49-F238E27FC236}">
                      <a16:creationId xmlns:a16="http://schemas.microsoft.com/office/drawing/2014/main" id="{5D8B8ECF-FC3B-8083-32FE-7C9B24913750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Téglalap: lekerekített 109">
                  <a:extLst>
                    <a:ext uri="{FF2B5EF4-FFF2-40B4-BE49-F238E27FC236}">
                      <a16:creationId xmlns:a16="http://schemas.microsoft.com/office/drawing/2014/main" id="{ADEE4E26-73F5-4EF4-1781-A86196349662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Téglalap: lekerekített 110">
                  <a:extLst>
                    <a:ext uri="{FF2B5EF4-FFF2-40B4-BE49-F238E27FC236}">
                      <a16:creationId xmlns:a16="http://schemas.microsoft.com/office/drawing/2014/main" id="{2B2CE3A1-D4D3-6F25-94F8-EBE4921F4E16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Téglalap: lekerekített 111">
                  <a:extLst>
                    <a:ext uri="{FF2B5EF4-FFF2-40B4-BE49-F238E27FC236}">
                      <a16:creationId xmlns:a16="http://schemas.microsoft.com/office/drawing/2014/main" id="{AFAB36DA-8030-9938-1EA4-F86621E5AC55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3" name="Téglalap: lekerekített 112">
                  <a:extLst>
                    <a:ext uri="{FF2B5EF4-FFF2-40B4-BE49-F238E27FC236}">
                      <a16:creationId xmlns:a16="http://schemas.microsoft.com/office/drawing/2014/main" id="{4C091D54-5A83-1DC8-760B-41B0440BD303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93" name="Picture 2" descr="Forráskép megtekintése">
                <a:extLst>
                  <a:ext uri="{FF2B5EF4-FFF2-40B4-BE49-F238E27FC236}">
                    <a16:creationId xmlns:a16="http://schemas.microsoft.com/office/drawing/2014/main" id="{FC60156B-0BEE-1BFB-7A86-6B37A7142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4" name="Picture 6" descr="Forráskép megtekintése">
                <a:extLst>
                  <a:ext uri="{FF2B5EF4-FFF2-40B4-BE49-F238E27FC236}">
                    <a16:creationId xmlns:a16="http://schemas.microsoft.com/office/drawing/2014/main" id="{AB47E6DC-F15E-8991-5009-7D08E3FC9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1" name="Csoportba foglalás 50">
              <a:extLst>
                <a:ext uri="{FF2B5EF4-FFF2-40B4-BE49-F238E27FC236}">
                  <a16:creationId xmlns:a16="http://schemas.microsoft.com/office/drawing/2014/main" id="{FA55EDB7-2C98-96FE-2714-8B667200131C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80" name="Csoportba foglalás 79">
                <a:extLst>
                  <a:ext uri="{FF2B5EF4-FFF2-40B4-BE49-F238E27FC236}">
                    <a16:creationId xmlns:a16="http://schemas.microsoft.com/office/drawing/2014/main" id="{8E47F28D-4CA7-1F17-FA7F-5985B92B4104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83" name="Henger 82">
                  <a:extLst>
                    <a:ext uri="{FF2B5EF4-FFF2-40B4-BE49-F238E27FC236}">
                      <a16:creationId xmlns:a16="http://schemas.microsoft.com/office/drawing/2014/main" id="{C77E913B-EB3E-A8E3-719D-3626FFC1CD1F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Ellipszis 83">
                  <a:extLst>
                    <a:ext uri="{FF2B5EF4-FFF2-40B4-BE49-F238E27FC236}">
                      <a16:creationId xmlns:a16="http://schemas.microsoft.com/office/drawing/2014/main" id="{8CB4BD4B-BB0D-637A-2F53-C7266F946265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5" name="Téglalap 84">
                  <a:extLst>
                    <a:ext uri="{FF2B5EF4-FFF2-40B4-BE49-F238E27FC236}">
                      <a16:creationId xmlns:a16="http://schemas.microsoft.com/office/drawing/2014/main" id="{1D29C663-CDA7-9DCF-6945-BF27A56A4950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6" name="Ellipszis 85">
                  <a:extLst>
                    <a:ext uri="{FF2B5EF4-FFF2-40B4-BE49-F238E27FC236}">
                      <a16:creationId xmlns:a16="http://schemas.microsoft.com/office/drawing/2014/main" id="{E7E6B23F-1744-CAD8-011C-12724179545B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7" name="Egyenes összekötő 86">
                  <a:extLst>
                    <a:ext uri="{FF2B5EF4-FFF2-40B4-BE49-F238E27FC236}">
                      <a16:creationId xmlns:a16="http://schemas.microsoft.com/office/drawing/2014/main" id="{07A1B307-C462-A56A-5CB9-B783E2669D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FC4CA5C3-8AE9-D6DC-BC61-DA7264D74F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0CF8D812-09ED-0539-7B1F-9386FE4E78F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Egyenes összekötő 89">
                  <a:extLst>
                    <a:ext uri="{FF2B5EF4-FFF2-40B4-BE49-F238E27FC236}">
                      <a16:creationId xmlns:a16="http://schemas.microsoft.com/office/drawing/2014/main" id="{F99438D0-C6EA-9219-5B1E-0E52F7E1D5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1" name="Ellipszis 90">
                  <a:extLst>
                    <a:ext uri="{FF2B5EF4-FFF2-40B4-BE49-F238E27FC236}">
                      <a16:creationId xmlns:a16="http://schemas.microsoft.com/office/drawing/2014/main" id="{997B9E8C-6077-5125-0FAA-6D4C30A5269B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2B90B297-9F6F-D079-6CBA-2C2F2C50E5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C341EBFF-4CBD-9C3D-18D5-4C1FADA237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2" name="Csoportba foglalás 51">
              <a:extLst>
                <a:ext uri="{FF2B5EF4-FFF2-40B4-BE49-F238E27FC236}">
                  <a16:creationId xmlns:a16="http://schemas.microsoft.com/office/drawing/2014/main" id="{A6DB29E0-C524-1F63-8BB8-3AB7FBC7C24D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70" name="Henger 69">
                <a:extLst>
                  <a:ext uri="{FF2B5EF4-FFF2-40B4-BE49-F238E27FC236}">
                    <a16:creationId xmlns:a16="http://schemas.microsoft.com/office/drawing/2014/main" id="{712B9F11-59BB-39A1-983C-F0BD3F736D18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E339E47E-DD8C-FD21-8BC7-F5DC26B31213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C05A8639-33FD-3C36-EE5F-A0D474B57652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Ellipszis 73">
                  <a:extLst>
                    <a:ext uri="{FF2B5EF4-FFF2-40B4-BE49-F238E27FC236}">
                      <a16:creationId xmlns:a16="http://schemas.microsoft.com/office/drawing/2014/main" id="{38E8686A-AC1E-8A68-5D8F-D70718733A00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75" name="Egyenes összekötő 74">
                  <a:extLst>
                    <a:ext uri="{FF2B5EF4-FFF2-40B4-BE49-F238E27FC236}">
                      <a16:creationId xmlns:a16="http://schemas.microsoft.com/office/drawing/2014/main" id="{790CE68F-4123-6B00-6B26-779BE38229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Egyenes összekötő 75">
                  <a:extLst>
                    <a:ext uri="{FF2B5EF4-FFF2-40B4-BE49-F238E27FC236}">
                      <a16:creationId xmlns:a16="http://schemas.microsoft.com/office/drawing/2014/main" id="{E5B075B2-D5B0-7547-F44F-21ED3E01EA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Egyenes összekötő 76">
                  <a:extLst>
                    <a:ext uri="{FF2B5EF4-FFF2-40B4-BE49-F238E27FC236}">
                      <a16:creationId xmlns:a16="http://schemas.microsoft.com/office/drawing/2014/main" id="{D4F03C75-64B7-CB47-48C5-426406836D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Egyenes összekötő 77">
                  <a:extLst>
                    <a:ext uri="{FF2B5EF4-FFF2-40B4-BE49-F238E27FC236}">
                      <a16:creationId xmlns:a16="http://schemas.microsoft.com/office/drawing/2014/main" id="{E57416E3-C4BE-9AA9-94AB-5C95897E3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9" name="Ellipszis 78">
                  <a:extLst>
                    <a:ext uri="{FF2B5EF4-FFF2-40B4-BE49-F238E27FC236}">
                      <a16:creationId xmlns:a16="http://schemas.microsoft.com/office/drawing/2014/main" id="{5DB114C9-5AC3-655D-FE5F-EBF1FDA4D7C7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3F3E428C-7DF0-C758-60E6-000889C501A8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3" name="Csoportba foglalás 52">
              <a:extLst>
                <a:ext uri="{FF2B5EF4-FFF2-40B4-BE49-F238E27FC236}">
                  <a16:creationId xmlns:a16="http://schemas.microsoft.com/office/drawing/2014/main" id="{E3885E82-636E-2F4C-6183-BB9AC950DE43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54" name="Csoportba foglalás 53">
                <a:extLst>
                  <a:ext uri="{FF2B5EF4-FFF2-40B4-BE49-F238E27FC236}">
                    <a16:creationId xmlns:a16="http://schemas.microsoft.com/office/drawing/2014/main" id="{458CBAFC-F940-9C22-5C69-19104E8EFFAD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3257B871-B5D1-3B9A-CE49-474BFF2BF45F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99415FD7-072C-ED02-EF33-AC544C0ABA07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Ív 63">
                  <a:extLst>
                    <a:ext uri="{FF2B5EF4-FFF2-40B4-BE49-F238E27FC236}">
                      <a16:creationId xmlns:a16="http://schemas.microsoft.com/office/drawing/2014/main" id="{3D991EDA-5CBB-F4A5-DA52-119E4BC2959C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65" name="Picture 2" descr="Forráskép megtekintése">
                  <a:extLst>
                    <a:ext uri="{FF2B5EF4-FFF2-40B4-BE49-F238E27FC236}">
                      <a16:creationId xmlns:a16="http://schemas.microsoft.com/office/drawing/2014/main" id="{DA554EC8-A781-E71D-21A1-BFABD557CB3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42014CA6-CFA9-AFDF-1F78-E0CCD532EF64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Csillag: 4 ágú 66">
                  <a:extLst>
                    <a:ext uri="{FF2B5EF4-FFF2-40B4-BE49-F238E27FC236}">
                      <a16:creationId xmlns:a16="http://schemas.microsoft.com/office/drawing/2014/main" id="{945E3096-E5B5-6F73-5BED-5A33BDAA6AD6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Szabadkézi sokszög: alakzat 67">
                  <a:extLst>
                    <a:ext uri="{FF2B5EF4-FFF2-40B4-BE49-F238E27FC236}">
                      <a16:creationId xmlns:a16="http://schemas.microsoft.com/office/drawing/2014/main" id="{76216832-312E-B3B4-5D2C-86AF9034A004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FA10976A-24D0-A838-FC18-8D32904FE2B5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540B4FDE-E66D-6379-C7D0-872BD3B76439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Ellipszis 55">
                <a:extLst>
                  <a:ext uri="{FF2B5EF4-FFF2-40B4-BE49-F238E27FC236}">
                    <a16:creationId xmlns:a16="http://schemas.microsoft.com/office/drawing/2014/main" id="{D259169C-9B58-EEF0-F212-7D6B8B712A37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7" name="Egyenes összekötő 56">
                <a:extLst>
                  <a:ext uri="{FF2B5EF4-FFF2-40B4-BE49-F238E27FC236}">
                    <a16:creationId xmlns:a16="http://schemas.microsoft.com/office/drawing/2014/main" id="{2173977A-FD2E-F8F9-2CB0-1809A483AA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26FA53E4-FD32-DF26-7A1F-3B96D2AC4ED6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Ellipszis 58">
                <a:extLst>
                  <a:ext uri="{FF2B5EF4-FFF2-40B4-BE49-F238E27FC236}">
                    <a16:creationId xmlns:a16="http://schemas.microsoft.com/office/drawing/2014/main" id="{8B040090-F487-7A28-84EB-54980F672056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60" name="Kép 59">
                <a:extLst>
                  <a:ext uri="{FF2B5EF4-FFF2-40B4-BE49-F238E27FC236}">
                    <a16:creationId xmlns:a16="http://schemas.microsoft.com/office/drawing/2014/main" id="{031F16DF-45AC-BE1C-ED7A-5B53991261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93C4580D-726B-A4B6-606A-B74F5F2AC2A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58C84856-6779-A3D4-9E7F-A53A7EA75669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5" name="Csoportba foglalás 114">
            <a:extLst>
              <a:ext uri="{FF2B5EF4-FFF2-40B4-BE49-F238E27FC236}">
                <a16:creationId xmlns:a16="http://schemas.microsoft.com/office/drawing/2014/main" id="{97B832BC-EC44-D963-0C52-77743E0E24DC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6CA4D0FF-50A7-2B41-873F-C6949C1C853F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9" name="Henger 118">
                <a:extLst>
                  <a:ext uri="{FF2B5EF4-FFF2-40B4-BE49-F238E27FC236}">
                    <a16:creationId xmlns:a16="http://schemas.microsoft.com/office/drawing/2014/main" id="{627BE88D-50FA-5929-8E8E-26A89E5B8762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0" name="Ellipszis 119">
                <a:extLst>
                  <a:ext uri="{FF2B5EF4-FFF2-40B4-BE49-F238E27FC236}">
                    <a16:creationId xmlns:a16="http://schemas.microsoft.com/office/drawing/2014/main" id="{8C10AC9E-C6F4-71CE-EC76-80EE6B9881A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DAAB372E-9ACF-5432-151A-148A7C5FFBD1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Ellipszis 121">
                <a:extLst>
                  <a:ext uri="{FF2B5EF4-FFF2-40B4-BE49-F238E27FC236}">
                    <a16:creationId xmlns:a16="http://schemas.microsoft.com/office/drawing/2014/main" id="{531C90EA-34FD-B1A1-B1AB-2BD86111A1F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BE710370-431A-666A-4AFE-47CF67701E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4" name="Egyenes összekötő 123">
                <a:extLst>
                  <a:ext uri="{FF2B5EF4-FFF2-40B4-BE49-F238E27FC236}">
                    <a16:creationId xmlns:a16="http://schemas.microsoft.com/office/drawing/2014/main" id="{EAEA2759-FC2C-142F-326C-DBE6A0C3D75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8869E8C0-6F15-1B5C-C3DE-00A0BFAC28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6" name="Egyenes összekötő 125">
                <a:extLst>
                  <a:ext uri="{FF2B5EF4-FFF2-40B4-BE49-F238E27FC236}">
                    <a16:creationId xmlns:a16="http://schemas.microsoft.com/office/drawing/2014/main" id="{C61DF6F4-A4A2-3658-F223-0A5E0ED5EF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7" name="Ellipszis 126">
                <a:extLst>
                  <a:ext uri="{FF2B5EF4-FFF2-40B4-BE49-F238E27FC236}">
                    <a16:creationId xmlns:a16="http://schemas.microsoft.com/office/drawing/2014/main" id="{41500302-039B-CC0B-40BA-19963180551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63B33F4F-9FC7-70EE-CAFA-DC5F165672A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8" name="Egyenes összekötő 117">
              <a:extLst>
                <a:ext uri="{FF2B5EF4-FFF2-40B4-BE49-F238E27FC236}">
                  <a16:creationId xmlns:a16="http://schemas.microsoft.com/office/drawing/2014/main" id="{4E1FCC7F-08BA-6F55-8853-4FE4F4BB330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8" name="Téglalap 127">
            <a:extLst>
              <a:ext uri="{FF2B5EF4-FFF2-40B4-BE49-F238E27FC236}">
                <a16:creationId xmlns:a16="http://schemas.microsoft.com/office/drawing/2014/main" id="{FA3ED134-7FE3-D470-2614-65A627651718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C093E589-F0A5-98C7-521A-4D69230570F7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Téglalap 129">
            <a:extLst>
              <a:ext uri="{FF2B5EF4-FFF2-40B4-BE49-F238E27FC236}">
                <a16:creationId xmlns:a16="http://schemas.microsoft.com/office/drawing/2014/main" id="{279039F1-F46B-2D34-905B-D45D26AD135B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F65F66D9-E118-1498-80D8-E7FA11CC905F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Téglalap 131">
            <a:extLst>
              <a:ext uri="{FF2B5EF4-FFF2-40B4-BE49-F238E27FC236}">
                <a16:creationId xmlns:a16="http://schemas.microsoft.com/office/drawing/2014/main" id="{7CABC381-0C58-242C-1A26-7F30D61FFED9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3" name="Csoportba foglalás 132">
            <a:extLst>
              <a:ext uri="{FF2B5EF4-FFF2-40B4-BE49-F238E27FC236}">
                <a16:creationId xmlns:a16="http://schemas.microsoft.com/office/drawing/2014/main" id="{A94E3E21-A0A2-2D08-812B-B4A70D03CC2E}"/>
              </a:ext>
            </a:extLst>
          </p:cNvPr>
          <p:cNvGrpSpPr/>
          <p:nvPr/>
        </p:nvGrpSpPr>
        <p:grpSpPr>
          <a:xfrm>
            <a:off x="-891865" y="2352425"/>
            <a:ext cx="1152739" cy="2231794"/>
            <a:chOff x="21678" y="2352425"/>
            <a:chExt cx="1152739" cy="2231794"/>
          </a:xfrm>
        </p:grpSpPr>
        <p:sp>
          <p:nvSpPr>
            <p:cNvPr id="134" name="Téglalap 133">
              <a:extLst>
                <a:ext uri="{FF2B5EF4-FFF2-40B4-BE49-F238E27FC236}">
                  <a16:creationId xmlns:a16="http://schemas.microsoft.com/office/drawing/2014/main" id="{2BBE9354-144A-51D9-28B7-BBBA57F171B9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Ellipszis 134">
              <a:extLst>
                <a:ext uri="{FF2B5EF4-FFF2-40B4-BE49-F238E27FC236}">
                  <a16:creationId xmlns:a16="http://schemas.microsoft.com/office/drawing/2014/main" id="{960D18E3-D7A5-066E-240D-3BE9858E7A77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>
              <a:extLst>
                <a:ext uri="{FF2B5EF4-FFF2-40B4-BE49-F238E27FC236}">
                  <a16:creationId xmlns:a16="http://schemas.microsoft.com/office/drawing/2014/main" id="{1B5FB35F-3821-C6F6-7CF2-A01DD35F7BA5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>
              <a:extLst>
                <a:ext uri="{FF2B5EF4-FFF2-40B4-BE49-F238E27FC236}">
                  <a16:creationId xmlns:a16="http://schemas.microsoft.com/office/drawing/2014/main" id="{D7822E23-7ABF-D8DA-256C-F5D4EA54228D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Ellipszis 137">
              <a:extLst>
                <a:ext uri="{FF2B5EF4-FFF2-40B4-BE49-F238E27FC236}">
                  <a16:creationId xmlns:a16="http://schemas.microsoft.com/office/drawing/2014/main" id="{F687C04A-785D-304F-3949-DB3FD4FE8C47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436380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CF9F760B-12EB-AF20-D983-AB92671180A4}"/>
              </a:ext>
            </a:extLst>
          </p:cNvPr>
          <p:cNvGrpSpPr/>
          <p:nvPr/>
        </p:nvGrpSpPr>
        <p:grpSpPr>
          <a:xfrm>
            <a:off x="838200" y="2026970"/>
            <a:ext cx="6975968" cy="2740695"/>
            <a:chOff x="0" y="2026970"/>
            <a:chExt cx="6975968" cy="2740695"/>
          </a:xfrm>
        </p:grpSpPr>
        <p:sp>
          <p:nvSpPr>
            <p:cNvPr id="4" name="Téglalap 3">
              <a:extLst>
                <a:ext uri="{FF2B5EF4-FFF2-40B4-BE49-F238E27FC236}">
                  <a16:creationId xmlns:a16="http://schemas.microsoft.com/office/drawing/2014/main" id="{8CF31B67-B223-B24F-F2E8-37243AB0E0F8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" name="Téglalap 4">
              <a:extLst>
                <a:ext uri="{FF2B5EF4-FFF2-40B4-BE49-F238E27FC236}">
                  <a16:creationId xmlns:a16="http://schemas.microsoft.com/office/drawing/2014/main" id="{B8022CF2-18CB-5312-BB43-3F08924B7FD5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6" name="Téglalap 5">
              <a:extLst>
                <a:ext uri="{FF2B5EF4-FFF2-40B4-BE49-F238E27FC236}">
                  <a16:creationId xmlns:a16="http://schemas.microsoft.com/office/drawing/2014/main" id="{98957DAC-9273-5C98-F9B2-790DF77EB9C7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" name="Téglalap 6">
              <a:extLst>
                <a:ext uri="{FF2B5EF4-FFF2-40B4-BE49-F238E27FC236}">
                  <a16:creationId xmlns:a16="http://schemas.microsoft.com/office/drawing/2014/main" id="{3A03B353-A736-F749-0A91-F8E17F616CD3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" name="Téglalap 7">
              <a:extLst>
                <a:ext uri="{FF2B5EF4-FFF2-40B4-BE49-F238E27FC236}">
                  <a16:creationId xmlns:a16="http://schemas.microsoft.com/office/drawing/2014/main" id="{4F54A580-B7D2-E318-1C7F-FE44FC373B11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9" name="Téglalap 8">
            <a:extLst>
              <a:ext uri="{FF2B5EF4-FFF2-40B4-BE49-F238E27FC236}">
                <a16:creationId xmlns:a16="http://schemas.microsoft.com/office/drawing/2014/main" id="{5B760B04-FBD2-CFF7-6899-7E1F09C0441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593CE2F4-D39D-450F-60D0-77BDD6A5E4A6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F54CEE14-767C-E30D-7387-CA9AD47614CB}"/>
              </a:ext>
            </a:extLst>
          </p:cNvPr>
          <p:cNvSpPr/>
          <p:nvPr/>
        </p:nvSpPr>
        <p:spPr>
          <a:xfrm>
            <a:off x="8826429" y="5387986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9535F7F9-1616-4FE8-882D-2F2976DF2263}"/>
              </a:ext>
            </a:extLst>
          </p:cNvPr>
          <p:cNvSpPr/>
          <p:nvPr/>
        </p:nvSpPr>
        <p:spPr>
          <a:xfrm>
            <a:off x="77599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1001B0B1-9616-AA1B-0F3A-776E7EE048DC}"/>
              </a:ext>
            </a:extLst>
          </p:cNvPr>
          <p:cNvSpPr/>
          <p:nvPr/>
        </p:nvSpPr>
        <p:spPr>
          <a:xfrm>
            <a:off x="65819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6E1565A6-298F-E9D3-E7DB-FB3E2A6FF49A}"/>
              </a:ext>
            </a:extLst>
          </p:cNvPr>
          <p:cNvSpPr/>
          <p:nvPr/>
        </p:nvSpPr>
        <p:spPr>
          <a:xfrm>
            <a:off x="53780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B8726D16-404C-07AB-D46E-12AA8A99F916}"/>
              </a:ext>
            </a:extLst>
          </p:cNvPr>
          <p:cNvSpPr/>
          <p:nvPr/>
        </p:nvSpPr>
        <p:spPr>
          <a:xfrm>
            <a:off x="42692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0DEC46CF-9362-E865-1D76-5BB4154B553A}"/>
              </a:ext>
            </a:extLst>
          </p:cNvPr>
          <p:cNvSpPr/>
          <p:nvPr/>
        </p:nvSpPr>
        <p:spPr>
          <a:xfrm>
            <a:off x="32196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88E741ED-5E6E-4E93-4BBA-B967EE833FE7}"/>
              </a:ext>
            </a:extLst>
          </p:cNvPr>
          <p:cNvSpPr/>
          <p:nvPr/>
        </p:nvSpPr>
        <p:spPr>
          <a:xfrm>
            <a:off x="21937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A52E32A6-DBFB-C809-2C2B-347735F65840}"/>
              </a:ext>
            </a:extLst>
          </p:cNvPr>
          <p:cNvSpPr/>
          <p:nvPr/>
        </p:nvSpPr>
        <p:spPr>
          <a:xfrm>
            <a:off x="12303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57854A5E-DBBB-AB58-7578-134CC56F4BD5}"/>
              </a:ext>
            </a:extLst>
          </p:cNvPr>
          <p:cNvSpPr/>
          <p:nvPr/>
        </p:nvSpPr>
        <p:spPr>
          <a:xfrm>
            <a:off x="283943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74B351D8-20AB-95BF-40C5-5CDE45745730}"/>
              </a:ext>
            </a:extLst>
          </p:cNvPr>
          <p:cNvSpPr/>
          <p:nvPr/>
        </p:nvSpPr>
        <p:spPr>
          <a:xfrm>
            <a:off x="99385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églalap 20">
            <a:extLst>
              <a:ext uri="{FF2B5EF4-FFF2-40B4-BE49-F238E27FC236}">
                <a16:creationId xmlns:a16="http://schemas.microsoft.com/office/drawing/2014/main" id="{29E75550-6F9A-D1C9-3B10-9C19E9465AAB}"/>
              </a:ext>
            </a:extLst>
          </p:cNvPr>
          <p:cNvSpPr/>
          <p:nvPr/>
        </p:nvSpPr>
        <p:spPr>
          <a:xfrm>
            <a:off x="109286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499A91A3-65FC-1403-82CE-9611237E2874}"/>
              </a:ext>
            </a:extLst>
          </p:cNvPr>
          <p:cNvSpPr/>
          <p:nvPr/>
        </p:nvSpPr>
        <p:spPr>
          <a:xfrm>
            <a:off x="118304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églalap 22">
            <a:extLst>
              <a:ext uri="{FF2B5EF4-FFF2-40B4-BE49-F238E27FC236}">
                <a16:creationId xmlns:a16="http://schemas.microsoft.com/office/drawing/2014/main" id="{FD3ED28C-79C9-6B70-F2AD-32BEDA06F13C}"/>
              </a:ext>
            </a:extLst>
          </p:cNvPr>
          <p:cNvSpPr/>
          <p:nvPr/>
        </p:nvSpPr>
        <p:spPr>
          <a:xfrm>
            <a:off x="-62713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4" name="Csoportba foglalás 23">
            <a:extLst>
              <a:ext uri="{FF2B5EF4-FFF2-40B4-BE49-F238E27FC236}">
                <a16:creationId xmlns:a16="http://schemas.microsoft.com/office/drawing/2014/main" id="{9AF67DAB-576F-F216-9682-95D2B6007854}"/>
              </a:ext>
            </a:extLst>
          </p:cNvPr>
          <p:cNvGrpSpPr/>
          <p:nvPr/>
        </p:nvGrpSpPr>
        <p:grpSpPr>
          <a:xfrm>
            <a:off x="10153415" y="109752"/>
            <a:ext cx="1773720" cy="4498214"/>
            <a:chOff x="9442215" y="109752"/>
            <a:chExt cx="1773720" cy="4498214"/>
          </a:xfrm>
        </p:grpSpPr>
        <p:sp>
          <p:nvSpPr>
            <p:cNvPr id="25" name="Téglalap 24">
              <a:extLst>
                <a:ext uri="{FF2B5EF4-FFF2-40B4-BE49-F238E27FC236}">
                  <a16:creationId xmlns:a16="http://schemas.microsoft.com/office/drawing/2014/main" id="{7F9A7CBC-100B-80D8-9F0E-4ABC6201C19F}"/>
                </a:ext>
              </a:extLst>
            </p:cNvPr>
            <p:cNvSpPr/>
            <p:nvPr/>
          </p:nvSpPr>
          <p:spPr>
            <a:xfrm>
              <a:off x="9673933" y="2558163"/>
              <a:ext cx="1294580" cy="2049803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" name="Trapezoid 25">
              <a:extLst>
                <a:ext uri="{FF2B5EF4-FFF2-40B4-BE49-F238E27FC236}">
                  <a16:creationId xmlns:a16="http://schemas.microsoft.com/office/drawing/2014/main" id="{53E60EBC-035F-A023-7B87-3B16D3ADF3A5}"/>
                </a:ext>
              </a:extLst>
            </p:cNvPr>
            <p:cNvSpPr/>
            <p:nvPr/>
          </p:nvSpPr>
          <p:spPr>
            <a:xfrm rot="10800000">
              <a:off x="9442215" y="1694153"/>
              <a:ext cx="1773720" cy="872415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Téglalap 26">
              <a:extLst>
                <a:ext uri="{FF2B5EF4-FFF2-40B4-BE49-F238E27FC236}">
                  <a16:creationId xmlns:a16="http://schemas.microsoft.com/office/drawing/2014/main" id="{4C978432-6402-5B89-3152-424A0EB283C3}"/>
                </a:ext>
              </a:extLst>
            </p:cNvPr>
            <p:cNvSpPr/>
            <p:nvPr/>
          </p:nvSpPr>
          <p:spPr>
            <a:xfrm>
              <a:off x="9442215" y="1098186"/>
              <a:ext cx="1773720" cy="6096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" name="Trapezoid 27">
              <a:extLst>
                <a:ext uri="{FF2B5EF4-FFF2-40B4-BE49-F238E27FC236}">
                  <a16:creationId xmlns:a16="http://schemas.microsoft.com/office/drawing/2014/main" id="{77BF187E-1DE8-B52D-B0EB-280151DDC0AC}"/>
                </a:ext>
              </a:extLst>
            </p:cNvPr>
            <p:cNvSpPr/>
            <p:nvPr/>
          </p:nvSpPr>
          <p:spPr>
            <a:xfrm>
              <a:off x="9442215" y="603969"/>
              <a:ext cx="1773720" cy="494217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Trapezoid 28">
              <a:extLst>
                <a:ext uri="{FF2B5EF4-FFF2-40B4-BE49-F238E27FC236}">
                  <a16:creationId xmlns:a16="http://schemas.microsoft.com/office/drawing/2014/main" id="{A1A65BB6-E8DE-5DAF-B41E-D00155919407}"/>
                </a:ext>
              </a:extLst>
            </p:cNvPr>
            <p:cNvSpPr/>
            <p:nvPr/>
          </p:nvSpPr>
          <p:spPr>
            <a:xfrm>
              <a:off x="10011525" y="109752"/>
              <a:ext cx="649706" cy="494217"/>
            </a:xfrm>
            <a:prstGeom prst="trapezoid">
              <a:avLst/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Folyamatábra: Kézi művelet 29">
              <a:extLst>
                <a:ext uri="{FF2B5EF4-FFF2-40B4-BE49-F238E27FC236}">
                  <a16:creationId xmlns:a16="http://schemas.microsoft.com/office/drawing/2014/main" id="{2A7FDBDF-BBB1-2BE0-1641-A00B1CA304D0}"/>
                </a:ext>
              </a:extLst>
            </p:cNvPr>
            <p:cNvSpPr/>
            <p:nvPr/>
          </p:nvSpPr>
          <p:spPr>
            <a:xfrm rot="10278182">
              <a:off x="10150675" y="241357"/>
              <a:ext cx="766988" cy="3061314"/>
            </a:xfrm>
            <a:prstGeom prst="flowChartManualOperation">
              <a:avLst/>
            </a:prstGeom>
            <a:solidFill>
              <a:schemeClr val="accent4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31" name="Csillag: 5 ágú 30">
            <a:extLst>
              <a:ext uri="{FF2B5EF4-FFF2-40B4-BE49-F238E27FC236}">
                <a16:creationId xmlns:a16="http://schemas.microsoft.com/office/drawing/2014/main" id="{C2E53758-DF8B-A45B-F026-CC1D2D611D88}"/>
              </a:ext>
            </a:extLst>
          </p:cNvPr>
          <p:cNvSpPr/>
          <p:nvPr/>
        </p:nvSpPr>
        <p:spPr>
          <a:xfrm>
            <a:off x="3034248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" name="Csillag: 5 ágú 31">
            <a:extLst>
              <a:ext uri="{FF2B5EF4-FFF2-40B4-BE49-F238E27FC236}">
                <a16:creationId xmlns:a16="http://schemas.microsoft.com/office/drawing/2014/main" id="{AC678702-BB4D-9BF4-5A77-058D1EB8D55E}"/>
              </a:ext>
            </a:extLst>
          </p:cNvPr>
          <p:cNvSpPr/>
          <p:nvPr/>
        </p:nvSpPr>
        <p:spPr>
          <a:xfrm>
            <a:off x="5063474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3" name="Csillag: 5 ágú 32">
            <a:extLst>
              <a:ext uri="{FF2B5EF4-FFF2-40B4-BE49-F238E27FC236}">
                <a16:creationId xmlns:a16="http://schemas.microsoft.com/office/drawing/2014/main" id="{0F0658F2-D287-54B9-B761-673E9B59ED2B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Csillag: 5 ágú 33">
            <a:extLst>
              <a:ext uri="{FF2B5EF4-FFF2-40B4-BE49-F238E27FC236}">
                <a16:creationId xmlns:a16="http://schemas.microsoft.com/office/drawing/2014/main" id="{CA77B876-4F83-1A5F-CB4C-A79485DF5B4C}"/>
              </a:ext>
            </a:extLst>
          </p:cNvPr>
          <p:cNvSpPr/>
          <p:nvPr/>
        </p:nvSpPr>
        <p:spPr>
          <a:xfrm>
            <a:off x="6946293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Csillag: 5 ágú 34">
            <a:extLst>
              <a:ext uri="{FF2B5EF4-FFF2-40B4-BE49-F238E27FC236}">
                <a16:creationId xmlns:a16="http://schemas.microsoft.com/office/drawing/2014/main" id="{515CDB3C-6FBE-D089-04C4-84A6476B29A5}"/>
              </a:ext>
            </a:extLst>
          </p:cNvPr>
          <p:cNvSpPr/>
          <p:nvPr/>
        </p:nvSpPr>
        <p:spPr>
          <a:xfrm>
            <a:off x="6248816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Csillag: 5 ágú 35">
            <a:extLst>
              <a:ext uri="{FF2B5EF4-FFF2-40B4-BE49-F238E27FC236}">
                <a16:creationId xmlns:a16="http://schemas.microsoft.com/office/drawing/2014/main" id="{DF59FDA3-BE83-91B8-3263-703269044F90}"/>
              </a:ext>
            </a:extLst>
          </p:cNvPr>
          <p:cNvSpPr/>
          <p:nvPr/>
        </p:nvSpPr>
        <p:spPr>
          <a:xfrm>
            <a:off x="9854063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Csillag: 5 ágú 36">
            <a:extLst>
              <a:ext uri="{FF2B5EF4-FFF2-40B4-BE49-F238E27FC236}">
                <a16:creationId xmlns:a16="http://schemas.microsoft.com/office/drawing/2014/main" id="{0266A98A-5C15-00E2-6A3B-DFAF64F9E6A7}"/>
              </a:ext>
            </a:extLst>
          </p:cNvPr>
          <p:cNvSpPr/>
          <p:nvPr/>
        </p:nvSpPr>
        <p:spPr>
          <a:xfrm>
            <a:off x="9129473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8" name="Csoportba foglalás 37">
            <a:extLst>
              <a:ext uri="{FF2B5EF4-FFF2-40B4-BE49-F238E27FC236}">
                <a16:creationId xmlns:a16="http://schemas.microsoft.com/office/drawing/2014/main" id="{A8D1F57B-B450-38E8-86BE-68BB6CB33BFB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39" name="Henger 38">
              <a:extLst>
                <a:ext uri="{FF2B5EF4-FFF2-40B4-BE49-F238E27FC236}">
                  <a16:creationId xmlns:a16="http://schemas.microsoft.com/office/drawing/2014/main" id="{855E50B2-C06A-4E89-168A-3B0863053500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0" name="Csoportba foglalás 39">
              <a:extLst>
                <a:ext uri="{FF2B5EF4-FFF2-40B4-BE49-F238E27FC236}">
                  <a16:creationId xmlns:a16="http://schemas.microsoft.com/office/drawing/2014/main" id="{D70B1086-5B70-522C-6E2C-3235C883B2BA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12F7907E-18F9-EB34-3663-53940795F72C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75EE2D39-653B-56AD-F9A2-116B6F45824F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44" name="Egyenes összekötő 43">
                <a:extLst>
                  <a:ext uri="{FF2B5EF4-FFF2-40B4-BE49-F238E27FC236}">
                    <a16:creationId xmlns:a16="http://schemas.microsoft.com/office/drawing/2014/main" id="{099EA71F-0357-BEA7-E5BC-6D88F85876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5" name="Egyenes összekötő 44">
                <a:extLst>
                  <a:ext uri="{FF2B5EF4-FFF2-40B4-BE49-F238E27FC236}">
                    <a16:creationId xmlns:a16="http://schemas.microsoft.com/office/drawing/2014/main" id="{E6DD2642-FED3-C25B-38AE-9FDCB3FA28F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6" name="Egyenes összekötő 45">
                <a:extLst>
                  <a:ext uri="{FF2B5EF4-FFF2-40B4-BE49-F238E27FC236}">
                    <a16:creationId xmlns:a16="http://schemas.microsoft.com/office/drawing/2014/main" id="{2CF0E5E0-153C-1812-29E6-B6F9A1C8789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7" name="Egyenes összekötő 46">
                <a:extLst>
                  <a:ext uri="{FF2B5EF4-FFF2-40B4-BE49-F238E27FC236}">
                    <a16:creationId xmlns:a16="http://schemas.microsoft.com/office/drawing/2014/main" id="{9CA0839C-7380-92A8-E765-D7D585ED45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8" name="Ellipszis 47">
                <a:extLst>
                  <a:ext uri="{FF2B5EF4-FFF2-40B4-BE49-F238E27FC236}">
                    <a16:creationId xmlns:a16="http://schemas.microsoft.com/office/drawing/2014/main" id="{DA76CF02-BFFA-CE19-B138-D792E484F9C4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2982DE3E-0194-11DE-6BBF-B37D705FFD74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9" name="Csoportba foglalás 48">
            <a:extLst>
              <a:ext uri="{FF2B5EF4-FFF2-40B4-BE49-F238E27FC236}">
                <a16:creationId xmlns:a16="http://schemas.microsoft.com/office/drawing/2014/main" id="{4085AA06-1E83-E460-8AB6-FB4D1417D7F5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50" name="Csoportba foglalás 49">
              <a:extLst>
                <a:ext uri="{FF2B5EF4-FFF2-40B4-BE49-F238E27FC236}">
                  <a16:creationId xmlns:a16="http://schemas.microsoft.com/office/drawing/2014/main" id="{2A65D1CC-05B1-82EC-2A75-47851A10BDF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92" name="Csoportba foglalás 91">
                <a:extLst>
                  <a:ext uri="{FF2B5EF4-FFF2-40B4-BE49-F238E27FC236}">
                    <a16:creationId xmlns:a16="http://schemas.microsoft.com/office/drawing/2014/main" id="{C41052A8-B18F-2CA4-0DE6-A0B409E00D7B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95" name="Derékszögű háromszög 94">
                  <a:extLst>
                    <a:ext uri="{FF2B5EF4-FFF2-40B4-BE49-F238E27FC236}">
                      <a16:creationId xmlns:a16="http://schemas.microsoft.com/office/drawing/2014/main" id="{36E54347-B394-F320-504F-64CF7E59D864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6" name="Derékszögű háromszög 95">
                  <a:extLst>
                    <a:ext uri="{FF2B5EF4-FFF2-40B4-BE49-F238E27FC236}">
                      <a16:creationId xmlns:a16="http://schemas.microsoft.com/office/drawing/2014/main" id="{8609B1FA-322C-C1D7-DD60-ECABB32A2838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7" name="Téglalap 15">
                  <a:extLst>
                    <a:ext uri="{FF2B5EF4-FFF2-40B4-BE49-F238E27FC236}">
                      <a16:creationId xmlns:a16="http://schemas.microsoft.com/office/drawing/2014/main" id="{A1A06019-2998-33AE-A21D-CB5EA2690CA6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8" name="Folyamatábra: Tárolt adat 17">
                  <a:extLst>
                    <a:ext uri="{FF2B5EF4-FFF2-40B4-BE49-F238E27FC236}">
                      <a16:creationId xmlns:a16="http://schemas.microsoft.com/office/drawing/2014/main" id="{5410BC67-848B-C971-46AA-765712F751B0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Derékszögű háromszög 98">
                  <a:extLst>
                    <a:ext uri="{FF2B5EF4-FFF2-40B4-BE49-F238E27FC236}">
                      <a16:creationId xmlns:a16="http://schemas.microsoft.com/office/drawing/2014/main" id="{A6BD9038-058C-84BC-191D-9B149F866E15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Kivonás jele 99">
                  <a:extLst>
                    <a:ext uri="{FF2B5EF4-FFF2-40B4-BE49-F238E27FC236}">
                      <a16:creationId xmlns:a16="http://schemas.microsoft.com/office/drawing/2014/main" id="{51BC3824-1E8D-1DA7-A06C-A2AAF2CBD1BB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1" name="Ellipszis 100">
                  <a:extLst>
                    <a:ext uri="{FF2B5EF4-FFF2-40B4-BE49-F238E27FC236}">
                      <a16:creationId xmlns:a16="http://schemas.microsoft.com/office/drawing/2014/main" id="{4F734757-D822-FDE2-3E8B-3F3A35A056F5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Ellipszis 101">
                  <a:extLst>
                    <a:ext uri="{FF2B5EF4-FFF2-40B4-BE49-F238E27FC236}">
                      <a16:creationId xmlns:a16="http://schemas.microsoft.com/office/drawing/2014/main" id="{62C1DEF9-472D-6FA4-FCAF-BA2E9399438B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3" name="Kivonás jele 102">
                  <a:extLst>
                    <a:ext uri="{FF2B5EF4-FFF2-40B4-BE49-F238E27FC236}">
                      <a16:creationId xmlns:a16="http://schemas.microsoft.com/office/drawing/2014/main" id="{8518C7E2-B0C6-F164-27F6-EF2ADB65F9F8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4" name="Kivonás jele 103">
                  <a:extLst>
                    <a:ext uri="{FF2B5EF4-FFF2-40B4-BE49-F238E27FC236}">
                      <a16:creationId xmlns:a16="http://schemas.microsoft.com/office/drawing/2014/main" id="{A4E892E8-AD1F-35D6-CEF2-EB611E12554A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Ellipszis 104">
                  <a:extLst>
                    <a:ext uri="{FF2B5EF4-FFF2-40B4-BE49-F238E27FC236}">
                      <a16:creationId xmlns:a16="http://schemas.microsoft.com/office/drawing/2014/main" id="{F381C389-69AE-C30B-AAA2-0C652676F99F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Romboid 105">
                  <a:extLst>
                    <a:ext uri="{FF2B5EF4-FFF2-40B4-BE49-F238E27FC236}">
                      <a16:creationId xmlns:a16="http://schemas.microsoft.com/office/drawing/2014/main" id="{E78FF498-D157-0482-4081-C1730651C23B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Téglalap 106">
                  <a:extLst>
                    <a:ext uri="{FF2B5EF4-FFF2-40B4-BE49-F238E27FC236}">
                      <a16:creationId xmlns:a16="http://schemas.microsoft.com/office/drawing/2014/main" id="{0BDFCABA-927C-D3F7-6E22-D162ACB71E68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Téglalap: lekerekített 107">
                  <a:extLst>
                    <a:ext uri="{FF2B5EF4-FFF2-40B4-BE49-F238E27FC236}">
                      <a16:creationId xmlns:a16="http://schemas.microsoft.com/office/drawing/2014/main" id="{408113DD-1486-D14B-D7BD-8E9EB2CD3D33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Téglalap: lekerekített 108">
                  <a:extLst>
                    <a:ext uri="{FF2B5EF4-FFF2-40B4-BE49-F238E27FC236}">
                      <a16:creationId xmlns:a16="http://schemas.microsoft.com/office/drawing/2014/main" id="{1FD96509-1312-4A62-C5B0-74FEB4E32F4C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Téglalap: lekerekített 109">
                  <a:extLst>
                    <a:ext uri="{FF2B5EF4-FFF2-40B4-BE49-F238E27FC236}">
                      <a16:creationId xmlns:a16="http://schemas.microsoft.com/office/drawing/2014/main" id="{039FEFAB-CB69-EA27-8FD2-2C2675A6D68F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Téglalap: lekerekített 110">
                  <a:extLst>
                    <a:ext uri="{FF2B5EF4-FFF2-40B4-BE49-F238E27FC236}">
                      <a16:creationId xmlns:a16="http://schemas.microsoft.com/office/drawing/2014/main" id="{2BF29947-0803-120B-9FA0-1FFEA15DD555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Téglalap: lekerekített 111">
                  <a:extLst>
                    <a:ext uri="{FF2B5EF4-FFF2-40B4-BE49-F238E27FC236}">
                      <a16:creationId xmlns:a16="http://schemas.microsoft.com/office/drawing/2014/main" id="{A0334D18-ED2E-DA53-A2F5-E0A958C6D557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3" name="Téglalap: lekerekített 112">
                  <a:extLst>
                    <a:ext uri="{FF2B5EF4-FFF2-40B4-BE49-F238E27FC236}">
                      <a16:creationId xmlns:a16="http://schemas.microsoft.com/office/drawing/2014/main" id="{7A2A403E-C94E-57BA-1D46-F26E082605DD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93" name="Picture 2" descr="Forráskép megtekintése">
                <a:extLst>
                  <a:ext uri="{FF2B5EF4-FFF2-40B4-BE49-F238E27FC236}">
                    <a16:creationId xmlns:a16="http://schemas.microsoft.com/office/drawing/2014/main" id="{3C283F09-B831-42B4-EF7A-79CAF0BF5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4" name="Picture 6" descr="Forráskép megtekintése">
                <a:extLst>
                  <a:ext uri="{FF2B5EF4-FFF2-40B4-BE49-F238E27FC236}">
                    <a16:creationId xmlns:a16="http://schemas.microsoft.com/office/drawing/2014/main" id="{DCDB5AAE-B2F3-D427-94DA-D95BCD0BE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1" name="Csoportba foglalás 50">
              <a:extLst>
                <a:ext uri="{FF2B5EF4-FFF2-40B4-BE49-F238E27FC236}">
                  <a16:creationId xmlns:a16="http://schemas.microsoft.com/office/drawing/2014/main" id="{91129FEF-7891-F482-4FED-0C238876AD04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80" name="Csoportba foglalás 79">
                <a:extLst>
                  <a:ext uri="{FF2B5EF4-FFF2-40B4-BE49-F238E27FC236}">
                    <a16:creationId xmlns:a16="http://schemas.microsoft.com/office/drawing/2014/main" id="{76DDB6B0-A0BC-F177-769C-7E9985D496F6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83" name="Henger 82">
                  <a:extLst>
                    <a:ext uri="{FF2B5EF4-FFF2-40B4-BE49-F238E27FC236}">
                      <a16:creationId xmlns:a16="http://schemas.microsoft.com/office/drawing/2014/main" id="{4FD39772-18C0-1FF6-BCBA-9283614FC8AE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Ellipszis 83">
                  <a:extLst>
                    <a:ext uri="{FF2B5EF4-FFF2-40B4-BE49-F238E27FC236}">
                      <a16:creationId xmlns:a16="http://schemas.microsoft.com/office/drawing/2014/main" id="{52B48306-8432-247E-504D-4308A1AE1AA8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5" name="Téglalap 84">
                  <a:extLst>
                    <a:ext uri="{FF2B5EF4-FFF2-40B4-BE49-F238E27FC236}">
                      <a16:creationId xmlns:a16="http://schemas.microsoft.com/office/drawing/2014/main" id="{D4ACFC25-BAD5-AF9F-F4E1-71948DEC8700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6" name="Ellipszis 85">
                  <a:extLst>
                    <a:ext uri="{FF2B5EF4-FFF2-40B4-BE49-F238E27FC236}">
                      <a16:creationId xmlns:a16="http://schemas.microsoft.com/office/drawing/2014/main" id="{92DDA575-48DD-7516-87AA-269D2DD4F6A9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7" name="Egyenes összekötő 86">
                  <a:extLst>
                    <a:ext uri="{FF2B5EF4-FFF2-40B4-BE49-F238E27FC236}">
                      <a16:creationId xmlns:a16="http://schemas.microsoft.com/office/drawing/2014/main" id="{043A2CDD-28EE-A315-45A6-C3CB29CCFA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84BFC531-9444-1BB5-290A-AD47772E44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9DDBE570-5CBA-DDD8-37BF-32294D0357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Egyenes összekötő 89">
                  <a:extLst>
                    <a:ext uri="{FF2B5EF4-FFF2-40B4-BE49-F238E27FC236}">
                      <a16:creationId xmlns:a16="http://schemas.microsoft.com/office/drawing/2014/main" id="{AB249D3B-01AC-162D-4092-F78DFD88DA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1" name="Ellipszis 90">
                  <a:extLst>
                    <a:ext uri="{FF2B5EF4-FFF2-40B4-BE49-F238E27FC236}">
                      <a16:creationId xmlns:a16="http://schemas.microsoft.com/office/drawing/2014/main" id="{E27B9F69-FB21-A2DC-5120-D4B3C2C64C61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73CD748B-8C13-16C1-BF8D-CA848F4E648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9C5C7ED8-8EA4-5E85-0B59-A8070F70DD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2" name="Csoportba foglalás 51">
              <a:extLst>
                <a:ext uri="{FF2B5EF4-FFF2-40B4-BE49-F238E27FC236}">
                  <a16:creationId xmlns:a16="http://schemas.microsoft.com/office/drawing/2014/main" id="{32E9429B-0F74-49AC-BFD7-CA727C4A6455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70" name="Henger 69">
                <a:extLst>
                  <a:ext uri="{FF2B5EF4-FFF2-40B4-BE49-F238E27FC236}">
                    <a16:creationId xmlns:a16="http://schemas.microsoft.com/office/drawing/2014/main" id="{184B966F-4394-4C6E-DE05-5AFF368AC9DF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9340F386-C96F-FD53-84E0-8A060319E16C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33F01651-09B7-FD5B-C50B-1AF3DCF102C4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Ellipszis 73">
                  <a:extLst>
                    <a:ext uri="{FF2B5EF4-FFF2-40B4-BE49-F238E27FC236}">
                      <a16:creationId xmlns:a16="http://schemas.microsoft.com/office/drawing/2014/main" id="{4A4ABC5B-0146-B131-BC5C-BD43B7B50D01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75" name="Egyenes összekötő 74">
                  <a:extLst>
                    <a:ext uri="{FF2B5EF4-FFF2-40B4-BE49-F238E27FC236}">
                      <a16:creationId xmlns:a16="http://schemas.microsoft.com/office/drawing/2014/main" id="{11ECF4BC-7D63-8A3D-9BC8-E84BD31BE7E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Egyenes összekötő 75">
                  <a:extLst>
                    <a:ext uri="{FF2B5EF4-FFF2-40B4-BE49-F238E27FC236}">
                      <a16:creationId xmlns:a16="http://schemas.microsoft.com/office/drawing/2014/main" id="{E8520AD4-4CC7-CF00-CD0B-A646DA8DD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Egyenes összekötő 76">
                  <a:extLst>
                    <a:ext uri="{FF2B5EF4-FFF2-40B4-BE49-F238E27FC236}">
                      <a16:creationId xmlns:a16="http://schemas.microsoft.com/office/drawing/2014/main" id="{9E942761-60F6-2037-20D5-99E43959C8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Egyenes összekötő 77">
                  <a:extLst>
                    <a:ext uri="{FF2B5EF4-FFF2-40B4-BE49-F238E27FC236}">
                      <a16:creationId xmlns:a16="http://schemas.microsoft.com/office/drawing/2014/main" id="{CAE5A1F1-467E-24ED-DFC0-332A1D2C01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9" name="Ellipszis 78">
                  <a:extLst>
                    <a:ext uri="{FF2B5EF4-FFF2-40B4-BE49-F238E27FC236}">
                      <a16:creationId xmlns:a16="http://schemas.microsoft.com/office/drawing/2014/main" id="{38A7DFC3-3B35-B226-AC4F-1DEE80B35126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F921B705-B180-2F86-AD37-7E825D51A7DC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3" name="Csoportba foglalás 52">
              <a:extLst>
                <a:ext uri="{FF2B5EF4-FFF2-40B4-BE49-F238E27FC236}">
                  <a16:creationId xmlns:a16="http://schemas.microsoft.com/office/drawing/2014/main" id="{97AD25E5-ADA5-BA44-3DA2-69B7994E941A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54" name="Csoportba foglalás 53">
                <a:extLst>
                  <a:ext uri="{FF2B5EF4-FFF2-40B4-BE49-F238E27FC236}">
                    <a16:creationId xmlns:a16="http://schemas.microsoft.com/office/drawing/2014/main" id="{331DE03D-16CA-5D30-3844-22A16083753F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01D57830-4B5E-CBC0-0B62-FE54148C1E1E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EC4B80D4-46A8-E1BE-0697-CF509AF671A4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Ív 63">
                  <a:extLst>
                    <a:ext uri="{FF2B5EF4-FFF2-40B4-BE49-F238E27FC236}">
                      <a16:creationId xmlns:a16="http://schemas.microsoft.com/office/drawing/2014/main" id="{9FF72BDD-8AD7-3B6F-EC9E-B2E82F4948EF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65" name="Picture 2" descr="Forráskép megtekintése">
                  <a:extLst>
                    <a:ext uri="{FF2B5EF4-FFF2-40B4-BE49-F238E27FC236}">
                      <a16:creationId xmlns:a16="http://schemas.microsoft.com/office/drawing/2014/main" id="{89D9A64C-ED30-5CF8-3B8B-713C5469AF2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F6EF6B14-F79E-2355-C516-1509D87A1B94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Csillag: 4 ágú 66">
                  <a:extLst>
                    <a:ext uri="{FF2B5EF4-FFF2-40B4-BE49-F238E27FC236}">
                      <a16:creationId xmlns:a16="http://schemas.microsoft.com/office/drawing/2014/main" id="{3C5172B6-D4E6-1885-6DA8-5E7EEA7C0545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Szabadkézi sokszög: alakzat 67">
                  <a:extLst>
                    <a:ext uri="{FF2B5EF4-FFF2-40B4-BE49-F238E27FC236}">
                      <a16:creationId xmlns:a16="http://schemas.microsoft.com/office/drawing/2014/main" id="{E987C790-4A3A-21E0-B9B1-82FE20A9508E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50C26D3B-9D30-C695-DC50-26378BA3DAF1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6754AF69-26AB-0BC6-9261-926ECB8CBE20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Ellipszis 55">
                <a:extLst>
                  <a:ext uri="{FF2B5EF4-FFF2-40B4-BE49-F238E27FC236}">
                    <a16:creationId xmlns:a16="http://schemas.microsoft.com/office/drawing/2014/main" id="{A2736482-216B-71BA-0452-7631ADFF3BEB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7" name="Egyenes összekötő 56">
                <a:extLst>
                  <a:ext uri="{FF2B5EF4-FFF2-40B4-BE49-F238E27FC236}">
                    <a16:creationId xmlns:a16="http://schemas.microsoft.com/office/drawing/2014/main" id="{E1675311-6153-4535-FD74-B02689F346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4F940DCF-76F0-0FDB-63F9-FFA5EF85F1ED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Ellipszis 58">
                <a:extLst>
                  <a:ext uri="{FF2B5EF4-FFF2-40B4-BE49-F238E27FC236}">
                    <a16:creationId xmlns:a16="http://schemas.microsoft.com/office/drawing/2014/main" id="{E8BD0DC1-4042-3433-B260-49BBEEB72677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60" name="Kép 59">
                <a:extLst>
                  <a:ext uri="{FF2B5EF4-FFF2-40B4-BE49-F238E27FC236}">
                    <a16:creationId xmlns:a16="http://schemas.microsoft.com/office/drawing/2014/main" id="{95BCF036-90A0-CD38-3F7F-171FD6B70A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FD64EE7C-D803-FEB8-51B7-5F0CCA76264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2C4C94F8-BF5A-0707-EE22-91AF8A2AA200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5" name="Csoportba foglalás 114">
            <a:extLst>
              <a:ext uri="{FF2B5EF4-FFF2-40B4-BE49-F238E27FC236}">
                <a16:creationId xmlns:a16="http://schemas.microsoft.com/office/drawing/2014/main" id="{FAA3F684-6CAF-A98B-715B-CE873A1787DF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CA5B9084-6C5F-BF1A-1BD5-F7A86692A783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9" name="Henger 118">
                <a:extLst>
                  <a:ext uri="{FF2B5EF4-FFF2-40B4-BE49-F238E27FC236}">
                    <a16:creationId xmlns:a16="http://schemas.microsoft.com/office/drawing/2014/main" id="{EC9EE1AE-0C2F-807B-C412-7C2EC754CBB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0" name="Ellipszis 119">
                <a:extLst>
                  <a:ext uri="{FF2B5EF4-FFF2-40B4-BE49-F238E27FC236}">
                    <a16:creationId xmlns:a16="http://schemas.microsoft.com/office/drawing/2014/main" id="{64A4E54A-C1AC-3B1B-FA5B-BA9A50814A7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8DA0674D-3D97-88D9-9D0B-CB2FB5F22B01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Ellipszis 121">
                <a:extLst>
                  <a:ext uri="{FF2B5EF4-FFF2-40B4-BE49-F238E27FC236}">
                    <a16:creationId xmlns:a16="http://schemas.microsoft.com/office/drawing/2014/main" id="{5C3457E1-16BB-6C67-0C3C-D175E2625C3B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4F2DF327-5CF7-1D7C-5BC2-401C3BEC22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4" name="Egyenes összekötő 123">
                <a:extLst>
                  <a:ext uri="{FF2B5EF4-FFF2-40B4-BE49-F238E27FC236}">
                    <a16:creationId xmlns:a16="http://schemas.microsoft.com/office/drawing/2014/main" id="{1B2F7592-D7BC-ED77-A144-8BC95BCCBFD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23E37D8F-384D-BD69-B078-32A503A193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6" name="Egyenes összekötő 125">
                <a:extLst>
                  <a:ext uri="{FF2B5EF4-FFF2-40B4-BE49-F238E27FC236}">
                    <a16:creationId xmlns:a16="http://schemas.microsoft.com/office/drawing/2014/main" id="{C3CA035A-10B2-CEE8-2794-6D5B82F813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7" name="Ellipszis 126">
                <a:extLst>
                  <a:ext uri="{FF2B5EF4-FFF2-40B4-BE49-F238E27FC236}">
                    <a16:creationId xmlns:a16="http://schemas.microsoft.com/office/drawing/2014/main" id="{6D50B50D-F839-B24C-808A-0D41F6425C1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259C76A8-99CD-FCDC-29FA-0D3E76268A4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8" name="Egyenes összekötő 117">
              <a:extLst>
                <a:ext uri="{FF2B5EF4-FFF2-40B4-BE49-F238E27FC236}">
                  <a16:creationId xmlns:a16="http://schemas.microsoft.com/office/drawing/2014/main" id="{30DB77C4-39CA-F7F3-4CDD-BF14ED6CEF0A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8" name="Téglalap 127">
            <a:extLst>
              <a:ext uri="{FF2B5EF4-FFF2-40B4-BE49-F238E27FC236}">
                <a16:creationId xmlns:a16="http://schemas.microsoft.com/office/drawing/2014/main" id="{6D89F3ED-D352-5D3C-DAEE-440BB3FECCB7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24592C99-4D2C-8038-E4A4-452389743530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Téglalap 129">
            <a:extLst>
              <a:ext uri="{FF2B5EF4-FFF2-40B4-BE49-F238E27FC236}">
                <a16:creationId xmlns:a16="http://schemas.microsoft.com/office/drawing/2014/main" id="{EC19BF61-84FF-8666-4ABE-11CE49EE4922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660EE7D2-0951-FA83-1804-088466BD27EC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Téglalap 131">
            <a:extLst>
              <a:ext uri="{FF2B5EF4-FFF2-40B4-BE49-F238E27FC236}">
                <a16:creationId xmlns:a16="http://schemas.microsoft.com/office/drawing/2014/main" id="{4978AF33-07C8-2E34-62A6-A1E882B73E86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3" name="Csoportba foglalás 132">
            <a:extLst>
              <a:ext uri="{FF2B5EF4-FFF2-40B4-BE49-F238E27FC236}">
                <a16:creationId xmlns:a16="http://schemas.microsoft.com/office/drawing/2014/main" id="{2D9E1F7A-586E-C966-49F1-CC4CEC0D05A2}"/>
              </a:ext>
            </a:extLst>
          </p:cNvPr>
          <p:cNvGrpSpPr/>
          <p:nvPr/>
        </p:nvGrpSpPr>
        <p:grpSpPr>
          <a:xfrm>
            <a:off x="-435471" y="2391621"/>
            <a:ext cx="1152739" cy="2231794"/>
            <a:chOff x="21678" y="2352425"/>
            <a:chExt cx="1152739" cy="2231794"/>
          </a:xfrm>
        </p:grpSpPr>
        <p:sp>
          <p:nvSpPr>
            <p:cNvPr id="134" name="Téglalap 133">
              <a:extLst>
                <a:ext uri="{FF2B5EF4-FFF2-40B4-BE49-F238E27FC236}">
                  <a16:creationId xmlns:a16="http://schemas.microsoft.com/office/drawing/2014/main" id="{2BEEDB19-224B-5AF2-625A-5A8E35DD7623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Ellipszis 134">
              <a:extLst>
                <a:ext uri="{FF2B5EF4-FFF2-40B4-BE49-F238E27FC236}">
                  <a16:creationId xmlns:a16="http://schemas.microsoft.com/office/drawing/2014/main" id="{9CD8933F-9A01-9428-57D8-F4BAB6C303D8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>
              <a:extLst>
                <a:ext uri="{FF2B5EF4-FFF2-40B4-BE49-F238E27FC236}">
                  <a16:creationId xmlns:a16="http://schemas.microsoft.com/office/drawing/2014/main" id="{9FFB08E8-595C-198A-2067-0BB9380CE0F5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>
              <a:extLst>
                <a:ext uri="{FF2B5EF4-FFF2-40B4-BE49-F238E27FC236}">
                  <a16:creationId xmlns:a16="http://schemas.microsoft.com/office/drawing/2014/main" id="{2FD24F4D-5B5A-CAB3-85CA-FE1246678559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Ellipszis 137">
              <a:extLst>
                <a:ext uri="{FF2B5EF4-FFF2-40B4-BE49-F238E27FC236}">
                  <a16:creationId xmlns:a16="http://schemas.microsoft.com/office/drawing/2014/main" id="{C0F1F7E1-0B70-95C7-592E-54A5EB685DE5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DAA83129-17B6-469C-B2F4-F5E392DF6826}"/>
              </a:ext>
            </a:extLst>
          </p:cNvPr>
          <p:cNvSpPr/>
          <p:nvPr/>
        </p:nvSpPr>
        <p:spPr>
          <a:xfrm>
            <a:off x="1957789" y="142089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Csillag: 5 ágú 140">
            <a:extLst>
              <a:ext uri="{FF2B5EF4-FFF2-40B4-BE49-F238E27FC236}">
                <a16:creationId xmlns:a16="http://schemas.microsoft.com/office/drawing/2014/main" id="{0E7C4BFF-DD58-4338-8730-AFE1DD67CE9D}"/>
              </a:ext>
            </a:extLst>
          </p:cNvPr>
          <p:cNvSpPr/>
          <p:nvPr/>
        </p:nvSpPr>
        <p:spPr>
          <a:xfrm>
            <a:off x="1268354" y="714211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083921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FF43E31B-313E-290B-EB19-5BACE5065E0A}"/>
              </a:ext>
            </a:extLst>
          </p:cNvPr>
          <p:cNvGrpSpPr/>
          <p:nvPr/>
        </p:nvGrpSpPr>
        <p:grpSpPr>
          <a:xfrm>
            <a:off x="1295400" y="2026970"/>
            <a:ext cx="6975968" cy="2740695"/>
            <a:chOff x="0" y="2026970"/>
            <a:chExt cx="6975968" cy="2740695"/>
          </a:xfrm>
        </p:grpSpPr>
        <p:sp>
          <p:nvSpPr>
            <p:cNvPr id="4" name="Téglalap 3">
              <a:extLst>
                <a:ext uri="{FF2B5EF4-FFF2-40B4-BE49-F238E27FC236}">
                  <a16:creationId xmlns:a16="http://schemas.microsoft.com/office/drawing/2014/main" id="{9D6BA6E0-026F-3E94-797F-8F41259F3FC3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" name="Téglalap 4">
              <a:extLst>
                <a:ext uri="{FF2B5EF4-FFF2-40B4-BE49-F238E27FC236}">
                  <a16:creationId xmlns:a16="http://schemas.microsoft.com/office/drawing/2014/main" id="{B9037FEC-6E9D-BD67-46C2-D36BCD209210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6" name="Téglalap 5">
              <a:extLst>
                <a:ext uri="{FF2B5EF4-FFF2-40B4-BE49-F238E27FC236}">
                  <a16:creationId xmlns:a16="http://schemas.microsoft.com/office/drawing/2014/main" id="{19886BEE-E7F7-B5F9-6FC4-D5A09AB3E294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" name="Téglalap 6">
              <a:extLst>
                <a:ext uri="{FF2B5EF4-FFF2-40B4-BE49-F238E27FC236}">
                  <a16:creationId xmlns:a16="http://schemas.microsoft.com/office/drawing/2014/main" id="{2B186031-BE09-BDF6-E382-5263BC4F23BE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" name="Téglalap 7">
              <a:extLst>
                <a:ext uri="{FF2B5EF4-FFF2-40B4-BE49-F238E27FC236}">
                  <a16:creationId xmlns:a16="http://schemas.microsoft.com/office/drawing/2014/main" id="{696EDD87-CFE5-2AAC-9D74-7827CBAB126B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9" name="Téglalap 8">
            <a:extLst>
              <a:ext uri="{FF2B5EF4-FFF2-40B4-BE49-F238E27FC236}">
                <a16:creationId xmlns:a16="http://schemas.microsoft.com/office/drawing/2014/main" id="{F2552D8D-D744-8277-C018-6DD0339DFB3D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328617FB-922F-5E53-DABB-948CCE9838F8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43092DB8-16E2-9DF9-476E-F6DFD7838045}"/>
              </a:ext>
            </a:extLst>
          </p:cNvPr>
          <p:cNvSpPr/>
          <p:nvPr/>
        </p:nvSpPr>
        <p:spPr>
          <a:xfrm>
            <a:off x="9067729" y="5387986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8754705C-7361-BED4-75F5-407044F27A03}"/>
              </a:ext>
            </a:extLst>
          </p:cNvPr>
          <p:cNvSpPr/>
          <p:nvPr/>
        </p:nvSpPr>
        <p:spPr>
          <a:xfrm>
            <a:off x="79631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D688E96F-AFF0-0518-E191-AF479B464030}"/>
              </a:ext>
            </a:extLst>
          </p:cNvPr>
          <p:cNvSpPr/>
          <p:nvPr/>
        </p:nvSpPr>
        <p:spPr>
          <a:xfrm>
            <a:off x="67851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EBFC9DE3-6351-8D0D-F6D7-7B8FA8A61A9A}"/>
              </a:ext>
            </a:extLst>
          </p:cNvPr>
          <p:cNvSpPr/>
          <p:nvPr/>
        </p:nvSpPr>
        <p:spPr>
          <a:xfrm>
            <a:off x="56193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0CCEA143-1EF6-CE74-DDF5-F40538238A90}"/>
              </a:ext>
            </a:extLst>
          </p:cNvPr>
          <p:cNvSpPr/>
          <p:nvPr/>
        </p:nvSpPr>
        <p:spPr>
          <a:xfrm>
            <a:off x="46121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93D6633A-C337-FAB2-CEAF-0676A02C8A31}"/>
              </a:ext>
            </a:extLst>
          </p:cNvPr>
          <p:cNvSpPr/>
          <p:nvPr/>
        </p:nvSpPr>
        <p:spPr>
          <a:xfrm>
            <a:off x="34609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0A425C5E-C3A2-7381-5CA1-870C91DD4146}"/>
              </a:ext>
            </a:extLst>
          </p:cNvPr>
          <p:cNvSpPr/>
          <p:nvPr/>
        </p:nvSpPr>
        <p:spPr>
          <a:xfrm>
            <a:off x="24350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D20A1C45-CF5C-CF35-A774-772668FA7318}"/>
              </a:ext>
            </a:extLst>
          </p:cNvPr>
          <p:cNvSpPr/>
          <p:nvPr/>
        </p:nvSpPr>
        <p:spPr>
          <a:xfrm>
            <a:off x="14716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BD5129E4-BFE6-B8D4-6DD8-7E334B6B683C}"/>
              </a:ext>
            </a:extLst>
          </p:cNvPr>
          <p:cNvSpPr/>
          <p:nvPr/>
        </p:nvSpPr>
        <p:spPr>
          <a:xfrm>
            <a:off x="487143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268F4697-1AC7-E7B1-C3A6-959F9A0BFB15}"/>
              </a:ext>
            </a:extLst>
          </p:cNvPr>
          <p:cNvSpPr/>
          <p:nvPr/>
        </p:nvSpPr>
        <p:spPr>
          <a:xfrm>
            <a:off x="101798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églalap 20">
            <a:extLst>
              <a:ext uri="{FF2B5EF4-FFF2-40B4-BE49-F238E27FC236}">
                <a16:creationId xmlns:a16="http://schemas.microsoft.com/office/drawing/2014/main" id="{55945A88-7BE9-44B3-1E15-E5C730F18439}"/>
              </a:ext>
            </a:extLst>
          </p:cNvPr>
          <p:cNvSpPr/>
          <p:nvPr/>
        </p:nvSpPr>
        <p:spPr>
          <a:xfrm>
            <a:off x="110937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FB278EAB-3325-FB8A-DF6E-07C75A12C83C}"/>
              </a:ext>
            </a:extLst>
          </p:cNvPr>
          <p:cNvSpPr/>
          <p:nvPr/>
        </p:nvSpPr>
        <p:spPr>
          <a:xfrm>
            <a:off x="120082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églalap 22">
            <a:extLst>
              <a:ext uri="{FF2B5EF4-FFF2-40B4-BE49-F238E27FC236}">
                <a16:creationId xmlns:a16="http://schemas.microsoft.com/office/drawing/2014/main" id="{CCCDC67A-A90A-A2E6-F11C-24998C49F0F0}"/>
              </a:ext>
            </a:extLst>
          </p:cNvPr>
          <p:cNvSpPr/>
          <p:nvPr/>
        </p:nvSpPr>
        <p:spPr>
          <a:xfrm>
            <a:off x="-52553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4" name="Csoportba foglalás 23">
            <a:extLst>
              <a:ext uri="{FF2B5EF4-FFF2-40B4-BE49-F238E27FC236}">
                <a16:creationId xmlns:a16="http://schemas.microsoft.com/office/drawing/2014/main" id="{A833627C-9D5C-1D98-8375-4837812C10C2}"/>
              </a:ext>
            </a:extLst>
          </p:cNvPr>
          <p:cNvGrpSpPr/>
          <p:nvPr/>
        </p:nvGrpSpPr>
        <p:grpSpPr>
          <a:xfrm>
            <a:off x="10445515" y="109752"/>
            <a:ext cx="1773720" cy="4498214"/>
            <a:chOff x="9442215" y="109752"/>
            <a:chExt cx="1773720" cy="4498214"/>
          </a:xfrm>
        </p:grpSpPr>
        <p:sp>
          <p:nvSpPr>
            <p:cNvPr id="25" name="Téglalap 24">
              <a:extLst>
                <a:ext uri="{FF2B5EF4-FFF2-40B4-BE49-F238E27FC236}">
                  <a16:creationId xmlns:a16="http://schemas.microsoft.com/office/drawing/2014/main" id="{86A9E099-190E-6E29-F218-921F60B61D8C}"/>
                </a:ext>
              </a:extLst>
            </p:cNvPr>
            <p:cNvSpPr/>
            <p:nvPr/>
          </p:nvSpPr>
          <p:spPr>
            <a:xfrm>
              <a:off x="9673933" y="2558163"/>
              <a:ext cx="1294580" cy="2049803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" name="Trapezoid 25">
              <a:extLst>
                <a:ext uri="{FF2B5EF4-FFF2-40B4-BE49-F238E27FC236}">
                  <a16:creationId xmlns:a16="http://schemas.microsoft.com/office/drawing/2014/main" id="{C702C2B4-6BAC-3654-FA1E-327969DD6276}"/>
                </a:ext>
              </a:extLst>
            </p:cNvPr>
            <p:cNvSpPr/>
            <p:nvPr/>
          </p:nvSpPr>
          <p:spPr>
            <a:xfrm rot="10800000">
              <a:off x="9442215" y="1694153"/>
              <a:ext cx="1773720" cy="872415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Téglalap 26">
              <a:extLst>
                <a:ext uri="{FF2B5EF4-FFF2-40B4-BE49-F238E27FC236}">
                  <a16:creationId xmlns:a16="http://schemas.microsoft.com/office/drawing/2014/main" id="{7599ED22-01B7-9178-9323-0E7C4325E67D}"/>
                </a:ext>
              </a:extLst>
            </p:cNvPr>
            <p:cNvSpPr/>
            <p:nvPr/>
          </p:nvSpPr>
          <p:spPr>
            <a:xfrm>
              <a:off x="9442215" y="1098186"/>
              <a:ext cx="1773720" cy="6096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" name="Trapezoid 27">
              <a:extLst>
                <a:ext uri="{FF2B5EF4-FFF2-40B4-BE49-F238E27FC236}">
                  <a16:creationId xmlns:a16="http://schemas.microsoft.com/office/drawing/2014/main" id="{5ED56763-7CCD-E055-5491-C862DF37332D}"/>
                </a:ext>
              </a:extLst>
            </p:cNvPr>
            <p:cNvSpPr/>
            <p:nvPr/>
          </p:nvSpPr>
          <p:spPr>
            <a:xfrm>
              <a:off x="9442215" y="603969"/>
              <a:ext cx="1773720" cy="494217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Trapezoid 28">
              <a:extLst>
                <a:ext uri="{FF2B5EF4-FFF2-40B4-BE49-F238E27FC236}">
                  <a16:creationId xmlns:a16="http://schemas.microsoft.com/office/drawing/2014/main" id="{B9A2CD03-9954-7928-28EC-B35A699FA586}"/>
                </a:ext>
              </a:extLst>
            </p:cNvPr>
            <p:cNvSpPr/>
            <p:nvPr/>
          </p:nvSpPr>
          <p:spPr>
            <a:xfrm>
              <a:off x="10011525" y="109752"/>
              <a:ext cx="649706" cy="494217"/>
            </a:xfrm>
            <a:prstGeom prst="trapezoid">
              <a:avLst/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Folyamatábra: Kézi művelet 29">
              <a:extLst>
                <a:ext uri="{FF2B5EF4-FFF2-40B4-BE49-F238E27FC236}">
                  <a16:creationId xmlns:a16="http://schemas.microsoft.com/office/drawing/2014/main" id="{54BB1E5E-FA5F-E3B0-8DAE-3637A56205BB}"/>
                </a:ext>
              </a:extLst>
            </p:cNvPr>
            <p:cNvSpPr/>
            <p:nvPr/>
          </p:nvSpPr>
          <p:spPr>
            <a:xfrm rot="11491533">
              <a:off x="9686182" y="257384"/>
              <a:ext cx="766988" cy="3061314"/>
            </a:xfrm>
            <a:prstGeom prst="flowChartManualOperation">
              <a:avLst/>
            </a:prstGeom>
            <a:solidFill>
              <a:schemeClr val="accent4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31" name="Csillag: 5 ágú 30">
            <a:extLst>
              <a:ext uri="{FF2B5EF4-FFF2-40B4-BE49-F238E27FC236}">
                <a16:creationId xmlns:a16="http://schemas.microsoft.com/office/drawing/2014/main" id="{7A912D86-6C6A-D8A9-32DD-DDE0144D6A79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" name="Csillag: 5 ágú 31">
            <a:extLst>
              <a:ext uri="{FF2B5EF4-FFF2-40B4-BE49-F238E27FC236}">
                <a16:creationId xmlns:a16="http://schemas.microsoft.com/office/drawing/2014/main" id="{22EA4A73-52B3-D9BC-9DEE-FD0E96748E31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3" name="Csillag: 5 ágú 32">
            <a:extLst>
              <a:ext uri="{FF2B5EF4-FFF2-40B4-BE49-F238E27FC236}">
                <a16:creationId xmlns:a16="http://schemas.microsoft.com/office/drawing/2014/main" id="{BC818995-945A-ED4D-4D59-66EFC20DA210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Csillag: 5 ágú 33">
            <a:extLst>
              <a:ext uri="{FF2B5EF4-FFF2-40B4-BE49-F238E27FC236}">
                <a16:creationId xmlns:a16="http://schemas.microsoft.com/office/drawing/2014/main" id="{8F75211B-28D9-3628-0A0A-000ED9AB5DAE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Csillag: 5 ágú 34">
            <a:extLst>
              <a:ext uri="{FF2B5EF4-FFF2-40B4-BE49-F238E27FC236}">
                <a16:creationId xmlns:a16="http://schemas.microsoft.com/office/drawing/2014/main" id="{33906182-0CBA-E230-164B-2727D56881C6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Csillag: 5 ágú 35">
            <a:extLst>
              <a:ext uri="{FF2B5EF4-FFF2-40B4-BE49-F238E27FC236}">
                <a16:creationId xmlns:a16="http://schemas.microsoft.com/office/drawing/2014/main" id="{2B258862-14E3-8C32-ECE0-B818742CE982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Csillag: 5 ágú 36">
            <a:extLst>
              <a:ext uri="{FF2B5EF4-FFF2-40B4-BE49-F238E27FC236}">
                <a16:creationId xmlns:a16="http://schemas.microsoft.com/office/drawing/2014/main" id="{C6836FB7-0148-CBB9-9754-948AC6ADF0E6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8" name="Csoportba foglalás 37">
            <a:extLst>
              <a:ext uri="{FF2B5EF4-FFF2-40B4-BE49-F238E27FC236}">
                <a16:creationId xmlns:a16="http://schemas.microsoft.com/office/drawing/2014/main" id="{0AD75835-B96B-6363-A59F-8CC94C3DD7C3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39" name="Henger 38">
              <a:extLst>
                <a:ext uri="{FF2B5EF4-FFF2-40B4-BE49-F238E27FC236}">
                  <a16:creationId xmlns:a16="http://schemas.microsoft.com/office/drawing/2014/main" id="{61AEE331-E9E4-4674-152F-17DC0FDDDD33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0" name="Csoportba foglalás 39">
              <a:extLst>
                <a:ext uri="{FF2B5EF4-FFF2-40B4-BE49-F238E27FC236}">
                  <a16:creationId xmlns:a16="http://schemas.microsoft.com/office/drawing/2014/main" id="{2F4FE6B8-6550-3084-64F2-02BAA392697C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B2F5A821-F804-6C3B-BA18-55BFF02B94F0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1689F69D-6D43-4C00-3650-BF8ABCA58E1E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44" name="Egyenes összekötő 43">
                <a:extLst>
                  <a:ext uri="{FF2B5EF4-FFF2-40B4-BE49-F238E27FC236}">
                    <a16:creationId xmlns:a16="http://schemas.microsoft.com/office/drawing/2014/main" id="{0CAC1BF0-1A58-D803-BA62-94E983CD64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5" name="Egyenes összekötő 44">
                <a:extLst>
                  <a:ext uri="{FF2B5EF4-FFF2-40B4-BE49-F238E27FC236}">
                    <a16:creationId xmlns:a16="http://schemas.microsoft.com/office/drawing/2014/main" id="{BD18B7F9-6AAE-0698-50BA-3404337C841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6" name="Egyenes összekötő 45">
                <a:extLst>
                  <a:ext uri="{FF2B5EF4-FFF2-40B4-BE49-F238E27FC236}">
                    <a16:creationId xmlns:a16="http://schemas.microsoft.com/office/drawing/2014/main" id="{84FB0B60-1B70-CF15-E95F-9D00193E50C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7" name="Egyenes összekötő 46">
                <a:extLst>
                  <a:ext uri="{FF2B5EF4-FFF2-40B4-BE49-F238E27FC236}">
                    <a16:creationId xmlns:a16="http://schemas.microsoft.com/office/drawing/2014/main" id="{F512AA65-F558-C615-073A-D997C7A89B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8" name="Ellipszis 47">
                <a:extLst>
                  <a:ext uri="{FF2B5EF4-FFF2-40B4-BE49-F238E27FC236}">
                    <a16:creationId xmlns:a16="http://schemas.microsoft.com/office/drawing/2014/main" id="{72581408-CE0A-396B-3E7E-486C54B63726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B4C387A5-81BD-1457-FD85-5969F0DE2749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9" name="Csoportba foglalás 48">
            <a:extLst>
              <a:ext uri="{FF2B5EF4-FFF2-40B4-BE49-F238E27FC236}">
                <a16:creationId xmlns:a16="http://schemas.microsoft.com/office/drawing/2014/main" id="{E0ADEF20-B165-3E8F-E2FE-FDF8AFCE0F0D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50" name="Csoportba foglalás 49">
              <a:extLst>
                <a:ext uri="{FF2B5EF4-FFF2-40B4-BE49-F238E27FC236}">
                  <a16:creationId xmlns:a16="http://schemas.microsoft.com/office/drawing/2014/main" id="{FF79FDBD-108C-60FE-C0EE-3AB46B17E802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92" name="Csoportba foglalás 91">
                <a:extLst>
                  <a:ext uri="{FF2B5EF4-FFF2-40B4-BE49-F238E27FC236}">
                    <a16:creationId xmlns:a16="http://schemas.microsoft.com/office/drawing/2014/main" id="{594AB7D9-FF45-BCF8-F1AB-967A332A5612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95" name="Derékszögű háromszög 94">
                  <a:extLst>
                    <a:ext uri="{FF2B5EF4-FFF2-40B4-BE49-F238E27FC236}">
                      <a16:creationId xmlns:a16="http://schemas.microsoft.com/office/drawing/2014/main" id="{619F3ECC-6F5E-943C-D474-F4CF06BFEEE7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6" name="Derékszögű háromszög 95">
                  <a:extLst>
                    <a:ext uri="{FF2B5EF4-FFF2-40B4-BE49-F238E27FC236}">
                      <a16:creationId xmlns:a16="http://schemas.microsoft.com/office/drawing/2014/main" id="{4CB33DA6-BA7B-1965-027D-8C15E21F5708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7" name="Téglalap 15">
                  <a:extLst>
                    <a:ext uri="{FF2B5EF4-FFF2-40B4-BE49-F238E27FC236}">
                      <a16:creationId xmlns:a16="http://schemas.microsoft.com/office/drawing/2014/main" id="{4806E616-486E-6F49-FA4E-BAE75F4B311F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8" name="Folyamatábra: Tárolt adat 17">
                  <a:extLst>
                    <a:ext uri="{FF2B5EF4-FFF2-40B4-BE49-F238E27FC236}">
                      <a16:creationId xmlns:a16="http://schemas.microsoft.com/office/drawing/2014/main" id="{96DC4AFA-6B25-7AA1-6FDA-ED3F0CB8B1DF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Derékszögű háromszög 98">
                  <a:extLst>
                    <a:ext uri="{FF2B5EF4-FFF2-40B4-BE49-F238E27FC236}">
                      <a16:creationId xmlns:a16="http://schemas.microsoft.com/office/drawing/2014/main" id="{FB1F7EC5-209D-82BD-CF27-C39C04D267A6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Kivonás jele 99">
                  <a:extLst>
                    <a:ext uri="{FF2B5EF4-FFF2-40B4-BE49-F238E27FC236}">
                      <a16:creationId xmlns:a16="http://schemas.microsoft.com/office/drawing/2014/main" id="{29FD48F5-E067-5ED6-1FE9-BDB57336B41E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1" name="Ellipszis 100">
                  <a:extLst>
                    <a:ext uri="{FF2B5EF4-FFF2-40B4-BE49-F238E27FC236}">
                      <a16:creationId xmlns:a16="http://schemas.microsoft.com/office/drawing/2014/main" id="{D66DC486-FFD5-AC56-AD3F-089854AF29E7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Ellipszis 101">
                  <a:extLst>
                    <a:ext uri="{FF2B5EF4-FFF2-40B4-BE49-F238E27FC236}">
                      <a16:creationId xmlns:a16="http://schemas.microsoft.com/office/drawing/2014/main" id="{3E139793-20D6-DE77-E010-112E71D1CEB3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3" name="Kivonás jele 102">
                  <a:extLst>
                    <a:ext uri="{FF2B5EF4-FFF2-40B4-BE49-F238E27FC236}">
                      <a16:creationId xmlns:a16="http://schemas.microsoft.com/office/drawing/2014/main" id="{4E4EE86B-F2FE-D84F-169E-24C2BEB99934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4" name="Kivonás jele 103">
                  <a:extLst>
                    <a:ext uri="{FF2B5EF4-FFF2-40B4-BE49-F238E27FC236}">
                      <a16:creationId xmlns:a16="http://schemas.microsoft.com/office/drawing/2014/main" id="{68B9B651-0C54-7266-A114-BA669C6E8DDB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Ellipszis 104">
                  <a:extLst>
                    <a:ext uri="{FF2B5EF4-FFF2-40B4-BE49-F238E27FC236}">
                      <a16:creationId xmlns:a16="http://schemas.microsoft.com/office/drawing/2014/main" id="{0CC59D47-CEE7-DD13-8248-4C1C205D8F05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Romboid 105">
                  <a:extLst>
                    <a:ext uri="{FF2B5EF4-FFF2-40B4-BE49-F238E27FC236}">
                      <a16:creationId xmlns:a16="http://schemas.microsoft.com/office/drawing/2014/main" id="{6512138C-8F0A-B895-E9A3-B42DD483D68B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Téglalap 106">
                  <a:extLst>
                    <a:ext uri="{FF2B5EF4-FFF2-40B4-BE49-F238E27FC236}">
                      <a16:creationId xmlns:a16="http://schemas.microsoft.com/office/drawing/2014/main" id="{09F6D9F5-F006-3122-7682-F3230FFE4455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Téglalap: lekerekített 107">
                  <a:extLst>
                    <a:ext uri="{FF2B5EF4-FFF2-40B4-BE49-F238E27FC236}">
                      <a16:creationId xmlns:a16="http://schemas.microsoft.com/office/drawing/2014/main" id="{5937ABBB-7E85-466D-877E-CE2F48796F89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Téglalap: lekerekített 108">
                  <a:extLst>
                    <a:ext uri="{FF2B5EF4-FFF2-40B4-BE49-F238E27FC236}">
                      <a16:creationId xmlns:a16="http://schemas.microsoft.com/office/drawing/2014/main" id="{80DF0A92-1E8C-247B-8DE1-7369DC084ACC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Téglalap: lekerekített 109">
                  <a:extLst>
                    <a:ext uri="{FF2B5EF4-FFF2-40B4-BE49-F238E27FC236}">
                      <a16:creationId xmlns:a16="http://schemas.microsoft.com/office/drawing/2014/main" id="{530BA29A-9C4A-7E8E-2A61-36B81E85514A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Téglalap: lekerekített 110">
                  <a:extLst>
                    <a:ext uri="{FF2B5EF4-FFF2-40B4-BE49-F238E27FC236}">
                      <a16:creationId xmlns:a16="http://schemas.microsoft.com/office/drawing/2014/main" id="{4AD94126-F347-2BB2-C9EF-CBDEA2D3BF05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Téglalap: lekerekített 111">
                  <a:extLst>
                    <a:ext uri="{FF2B5EF4-FFF2-40B4-BE49-F238E27FC236}">
                      <a16:creationId xmlns:a16="http://schemas.microsoft.com/office/drawing/2014/main" id="{0C8D5AC5-7F47-4A79-4CCF-AB73A2FAEDDE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3" name="Téglalap: lekerekített 112">
                  <a:extLst>
                    <a:ext uri="{FF2B5EF4-FFF2-40B4-BE49-F238E27FC236}">
                      <a16:creationId xmlns:a16="http://schemas.microsoft.com/office/drawing/2014/main" id="{066A86B6-04FC-5192-007C-9833E0C38A51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93" name="Picture 2" descr="Forráskép megtekintése">
                <a:extLst>
                  <a:ext uri="{FF2B5EF4-FFF2-40B4-BE49-F238E27FC236}">
                    <a16:creationId xmlns:a16="http://schemas.microsoft.com/office/drawing/2014/main" id="{324925F5-3F8A-C32D-40A9-5DB9B81EB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4" name="Picture 6" descr="Forráskép megtekintése">
                <a:extLst>
                  <a:ext uri="{FF2B5EF4-FFF2-40B4-BE49-F238E27FC236}">
                    <a16:creationId xmlns:a16="http://schemas.microsoft.com/office/drawing/2014/main" id="{19C2212C-12E8-ED19-74C3-4FB6F4D47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1" name="Csoportba foglalás 50">
              <a:extLst>
                <a:ext uri="{FF2B5EF4-FFF2-40B4-BE49-F238E27FC236}">
                  <a16:creationId xmlns:a16="http://schemas.microsoft.com/office/drawing/2014/main" id="{D052B9D4-6221-3E0B-25E2-6AF1CF648BF9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80" name="Csoportba foglalás 79">
                <a:extLst>
                  <a:ext uri="{FF2B5EF4-FFF2-40B4-BE49-F238E27FC236}">
                    <a16:creationId xmlns:a16="http://schemas.microsoft.com/office/drawing/2014/main" id="{B9BE69C0-98B9-F564-CAC9-30DD85DFEBEC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83" name="Henger 82">
                  <a:extLst>
                    <a:ext uri="{FF2B5EF4-FFF2-40B4-BE49-F238E27FC236}">
                      <a16:creationId xmlns:a16="http://schemas.microsoft.com/office/drawing/2014/main" id="{1FD1223A-9B1E-A199-7C5C-06F34C515859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Ellipszis 83">
                  <a:extLst>
                    <a:ext uri="{FF2B5EF4-FFF2-40B4-BE49-F238E27FC236}">
                      <a16:creationId xmlns:a16="http://schemas.microsoft.com/office/drawing/2014/main" id="{BD1667C5-CBF2-4545-066F-420A3EA7D6FB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5" name="Téglalap 84">
                  <a:extLst>
                    <a:ext uri="{FF2B5EF4-FFF2-40B4-BE49-F238E27FC236}">
                      <a16:creationId xmlns:a16="http://schemas.microsoft.com/office/drawing/2014/main" id="{D3883A20-6D69-C531-3857-36FC722F9F23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6" name="Ellipszis 85">
                  <a:extLst>
                    <a:ext uri="{FF2B5EF4-FFF2-40B4-BE49-F238E27FC236}">
                      <a16:creationId xmlns:a16="http://schemas.microsoft.com/office/drawing/2014/main" id="{5140B95F-E397-2368-8DBF-4E81E9900089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7" name="Egyenes összekötő 86">
                  <a:extLst>
                    <a:ext uri="{FF2B5EF4-FFF2-40B4-BE49-F238E27FC236}">
                      <a16:creationId xmlns:a16="http://schemas.microsoft.com/office/drawing/2014/main" id="{D888A573-DD89-E057-4DAE-C7697BE51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BC88A02A-E760-006D-AC2F-F87CFB6355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EC2B571C-F855-5600-704C-8B8A6B3E6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Egyenes összekötő 89">
                  <a:extLst>
                    <a:ext uri="{FF2B5EF4-FFF2-40B4-BE49-F238E27FC236}">
                      <a16:creationId xmlns:a16="http://schemas.microsoft.com/office/drawing/2014/main" id="{CE601403-DB38-C8F5-0456-5726E1433A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1" name="Ellipszis 90">
                  <a:extLst>
                    <a:ext uri="{FF2B5EF4-FFF2-40B4-BE49-F238E27FC236}">
                      <a16:creationId xmlns:a16="http://schemas.microsoft.com/office/drawing/2014/main" id="{6B50E30C-C5B1-01D6-769A-106EDD8F1490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3FF385AA-A2D6-09FA-C367-2C333DBD79C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504173A0-32AA-EABB-514C-6C660E6128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2" name="Csoportba foglalás 51">
              <a:extLst>
                <a:ext uri="{FF2B5EF4-FFF2-40B4-BE49-F238E27FC236}">
                  <a16:creationId xmlns:a16="http://schemas.microsoft.com/office/drawing/2014/main" id="{A4802950-2BC2-B257-AEDA-3A0646AC502D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70" name="Henger 69">
                <a:extLst>
                  <a:ext uri="{FF2B5EF4-FFF2-40B4-BE49-F238E27FC236}">
                    <a16:creationId xmlns:a16="http://schemas.microsoft.com/office/drawing/2014/main" id="{1FCFE05D-F2B2-74E9-76F5-BB57F292E5C8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681E9C35-FC18-43B2-2650-49B942BD6455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E347DD46-31A3-ADE3-303D-2931ABE8E90C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Ellipszis 73">
                  <a:extLst>
                    <a:ext uri="{FF2B5EF4-FFF2-40B4-BE49-F238E27FC236}">
                      <a16:creationId xmlns:a16="http://schemas.microsoft.com/office/drawing/2014/main" id="{7E94DD7B-1349-16B4-BC0C-277A913A91DF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75" name="Egyenes összekötő 74">
                  <a:extLst>
                    <a:ext uri="{FF2B5EF4-FFF2-40B4-BE49-F238E27FC236}">
                      <a16:creationId xmlns:a16="http://schemas.microsoft.com/office/drawing/2014/main" id="{186469CD-E6AB-693F-3A18-FDDD42FB08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Egyenes összekötő 75">
                  <a:extLst>
                    <a:ext uri="{FF2B5EF4-FFF2-40B4-BE49-F238E27FC236}">
                      <a16:creationId xmlns:a16="http://schemas.microsoft.com/office/drawing/2014/main" id="{450E99A1-E6EF-B567-E6E2-1CF8D60E552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Egyenes összekötő 76">
                  <a:extLst>
                    <a:ext uri="{FF2B5EF4-FFF2-40B4-BE49-F238E27FC236}">
                      <a16:creationId xmlns:a16="http://schemas.microsoft.com/office/drawing/2014/main" id="{C499E8C2-7A92-6ECA-8774-C60508BB32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Egyenes összekötő 77">
                  <a:extLst>
                    <a:ext uri="{FF2B5EF4-FFF2-40B4-BE49-F238E27FC236}">
                      <a16:creationId xmlns:a16="http://schemas.microsoft.com/office/drawing/2014/main" id="{FD4D724C-2824-F042-F568-CE6CE11C41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9" name="Ellipszis 78">
                  <a:extLst>
                    <a:ext uri="{FF2B5EF4-FFF2-40B4-BE49-F238E27FC236}">
                      <a16:creationId xmlns:a16="http://schemas.microsoft.com/office/drawing/2014/main" id="{2E5C3BF0-738E-BF86-7328-FD4811841E40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C4AEF208-F284-2BD2-3FC9-83DA692E97C0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3" name="Csoportba foglalás 52">
              <a:extLst>
                <a:ext uri="{FF2B5EF4-FFF2-40B4-BE49-F238E27FC236}">
                  <a16:creationId xmlns:a16="http://schemas.microsoft.com/office/drawing/2014/main" id="{F68CC14E-7311-4D39-AB4C-9B5BC867B8B5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54" name="Csoportba foglalás 53">
                <a:extLst>
                  <a:ext uri="{FF2B5EF4-FFF2-40B4-BE49-F238E27FC236}">
                    <a16:creationId xmlns:a16="http://schemas.microsoft.com/office/drawing/2014/main" id="{C8E7874B-4584-C41F-6B1E-C4A29A7DAF50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C50227A8-35CD-CAA4-876F-B9F24B940941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CB7F360E-4719-3BF9-D61A-1B9CAFC50AB3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Ív 63">
                  <a:extLst>
                    <a:ext uri="{FF2B5EF4-FFF2-40B4-BE49-F238E27FC236}">
                      <a16:creationId xmlns:a16="http://schemas.microsoft.com/office/drawing/2014/main" id="{6D045252-D96E-DAAF-1691-5A59427721C1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65" name="Picture 2" descr="Forráskép megtekintése">
                  <a:extLst>
                    <a:ext uri="{FF2B5EF4-FFF2-40B4-BE49-F238E27FC236}">
                      <a16:creationId xmlns:a16="http://schemas.microsoft.com/office/drawing/2014/main" id="{D89ECF78-99AB-A1C5-5357-2CC16DC530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903D4698-3C3D-F72C-7FD9-D89DFF1547C5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Csillag: 4 ágú 66">
                  <a:extLst>
                    <a:ext uri="{FF2B5EF4-FFF2-40B4-BE49-F238E27FC236}">
                      <a16:creationId xmlns:a16="http://schemas.microsoft.com/office/drawing/2014/main" id="{E8F10204-2A6A-5646-FE72-A05F4F778E47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Szabadkézi sokszög: alakzat 67">
                  <a:extLst>
                    <a:ext uri="{FF2B5EF4-FFF2-40B4-BE49-F238E27FC236}">
                      <a16:creationId xmlns:a16="http://schemas.microsoft.com/office/drawing/2014/main" id="{2F29B761-CAB7-FD08-2C1F-EB0C706EF130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DFAF98B5-BDBB-274F-EF5D-978F70822845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0FE9FF76-9263-C7AB-72E8-F7AD6DEFDB7D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Ellipszis 55">
                <a:extLst>
                  <a:ext uri="{FF2B5EF4-FFF2-40B4-BE49-F238E27FC236}">
                    <a16:creationId xmlns:a16="http://schemas.microsoft.com/office/drawing/2014/main" id="{04CFF479-52EE-F613-8935-0DC6D5C9EAA3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7" name="Egyenes összekötő 56">
                <a:extLst>
                  <a:ext uri="{FF2B5EF4-FFF2-40B4-BE49-F238E27FC236}">
                    <a16:creationId xmlns:a16="http://schemas.microsoft.com/office/drawing/2014/main" id="{86CB817C-362F-A15B-0688-C73D32D554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A2B9AEF0-F155-E77D-7EFB-0F31901DDBA9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Ellipszis 58">
                <a:extLst>
                  <a:ext uri="{FF2B5EF4-FFF2-40B4-BE49-F238E27FC236}">
                    <a16:creationId xmlns:a16="http://schemas.microsoft.com/office/drawing/2014/main" id="{C0DE4047-957C-CDB7-7DE0-1D38B55E9CFD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60" name="Kép 59">
                <a:extLst>
                  <a:ext uri="{FF2B5EF4-FFF2-40B4-BE49-F238E27FC236}">
                    <a16:creationId xmlns:a16="http://schemas.microsoft.com/office/drawing/2014/main" id="{6D926A1F-03F3-2DA7-EEBF-DD6403D3DA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8B8C54E9-3F16-82C7-7185-D0A4FA87B04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CA1D30B9-6A98-9914-EAB4-06E357B1C72D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5" name="Csoportba foglalás 114">
            <a:extLst>
              <a:ext uri="{FF2B5EF4-FFF2-40B4-BE49-F238E27FC236}">
                <a16:creationId xmlns:a16="http://schemas.microsoft.com/office/drawing/2014/main" id="{0F0CBAEF-8B56-4230-D827-7B8506B4820C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F7AB4982-5D03-FD5E-9C00-85E0BFA80F15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9" name="Henger 118">
                <a:extLst>
                  <a:ext uri="{FF2B5EF4-FFF2-40B4-BE49-F238E27FC236}">
                    <a16:creationId xmlns:a16="http://schemas.microsoft.com/office/drawing/2014/main" id="{ED82D0EE-20AB-E626-BD49-ECF4BB4040D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0" name="Ellipszis 119">
                <a:extLst>
                  <a:ext uri="{FF2B5EF4-FFF2-40B4-BE49-F238E27FC236}">
                    <a16:creationId xmlns:a16="http://schemas.microsoft.com/office/drawing/2014/main" id="{53B2DE4E-7D34-D825-B2BF-7DB729C45499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17838DAB-EAA7-9572-D346-C8421C758853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Ellipszis 121">
                <a:extLst>
                  <a:ext uri="{FF2B5EF4-FFF2-40B4-BE49-F238E27FC236}">
                    <a16:creationId xmlns:a16="http://schemas.microsoft.com/office/drawing/2014/main" id="{32B1293E-9A36-A757-6600-19C379D30AD6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A17C3048-1954-377B-AC04-42B71B7764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4" name="Egyenes összekötő 123">
                <a:extLst>
                  <a:ext uri="{FF2B5EF4-FFF2-40B4-BE49-F238E27FC236}">
                    <a16:creationId xmlns:a16="http://schemas.microsoft.com/office/drawing/2014/main" id="{BFB946FE-D239-4168-97E6-6C5D4A2318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9CEEA6AF-E221-1C10-F607-C7D40E2D03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6" name="Egyenes összekötő 125">
                <a:extLst>
                  <a:ext uri="{FF2B5EF4-FFF2-40B4-BE49-F238E27FC236}">
                    <a16:creationId xmlns:a16="http://schemas.microsoft.com/office/drawing/2014/main" id="{85EF12C0-7547-FFD1-B814-C4F06481E66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7" name="Ellipszis 126">
                <a:extLst>
                  <a:ext uri="{FF2B5EF4-FFF2-40B4-BE49-F238E27FC236}">
                    <a16:creationId xmlns:a16="http://schemas.microsoft.com/office/drawing/2014/main" id="{C7274A96-8CB4-7A21-6986-7734093DE16E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877437CE-9ACC-81AB-C2A6-FA3B32B666C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8" name="Egyenes összekötő 117">
              <a:extLst>
                <a:ext uri="{FF2B5EF4-FFF2-40B4-BE49-F238E27FC236}">
                  <a16:creationId xmlns:a16="http://schemas.microsoft.com/office/drawing/2014/main" id="{B11F11BA-97DC-2F24-AE28-486349CCD42E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8" name="Téglalap 127">
            <a:extLst>
              <a:ext uri="{FF2B5EF4-FFF2-40B4-BE49-F238E27FC236}">
                <a16:creationId xmlns:a16="http://schemas.microsoft.com/office/drawing/2014/main" id="{2489B4CC-BF88-AB72-80A1-0FF530BB6778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30B71591-BA17-8D91-E7D4-AF1C024EA604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Téglalap 129">
            <a:extLst>
              <a:ext uri="{FF2B5EF4-FFF2-40B4-BE49-F238E27FC236}">
                <a16:creationId xmlns:a16="http://schemas.microsoft.com/office/drawing/2014/main" id="{92390DBB-1698-1592-18EC-41715C6E41EF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88EF1467-464E-59B3-B64A-2A7A2D0847C6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Téglalap 131">
            <a:extLst>
              <a:ext uri="{FF2B5EF4-FFF2-40B4-BE49-F238E27FC236}">
                <a16:creationId xmlns:a16="http://schemas.microsoft.com/office/drawing/2014/main" id="{DEA65D84-D3F4-5109-1FC2-E33C6892D509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9" name="Csoportba foglalás 138">
            <a:extLst>
              <a:ext uri="{FF2B5EF4-FFF2-40B4-BE49-F238E27FC236}">
                <a16:creationId xmlns:a16="http://schemas.microsoft.com/office/drawing/2014/main" id="{1FBB7023-F900-BDAE-1EEF-DD7012B0B5AE}"/>
              </a:ext>
            </a:extLst>
          </p:cNvPr>
          <p:cNvGrpSpPr/>
          <p:nvPr/>
        </p:nvGrpSpPr>
        <p:grpSpPr>
          <a:xfrm>
            <a:off x="21678" y="2352425"/>
            <a:ext cx="1152739" cy="2231794"/>
            <a:chOff x="21678" y="2352425"/>
            <a:chExt cx="1152739" cy="2231794"/>
          </a:xfrm>
        </p:grpSpPr>
        <p:sp>
          <p:nvSpPr>
            <p:cNvPr id="133" name="Téglalap 132">
              <a:extLst>
                <a:ext uri="{FF2B5EF4-FFF2-40B4-BE49-F238E27FC236}">
                  <a16:creationId xmlns:a16="http://schemas.microsoft.com/office/drawing/2014/main" id="{EF80B768-66C9-5678-6482-CCC5302B919E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>
              <a:extLst>
                <a:ext uri="{FF2B5EF4-FFF2-40B4-BE49-F238E27FC236}">
                  <a16:creationId xmlns:a16="http://schemas.microsoft.com/office/drawing/2014/main" id="{221290A2-F322-967B-1E10-D4EC77472177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Ellipszis 134">
              <a:extLst>
                <a:ext uri="{FF2B5EF4-FFF2-40B4-BE49-F238E27FC236}">
                  <a16:creationId xmlns:a16="http://schemas.microsoft.com/office/drawing/2014/main" id="{53DAEF7B-C120-558C-9479-59BA70EE7E2C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>
              <a:extLst>
                <a:ext uri="{FF2B5EF4-FFF2-40B4-BE49-F238E27FC236}">
                  <a16:creationId xmlns:a16="http://schemas.microsoft.com/office/drawing/2014/main" id="{085E7891-5C1F-FF52-3A83-0233A364B0B2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>
              <a:extLst>
                <a:ext uri="{FF2B5EF4-FFF2-40B4-BE49-F238E27FC236}">
                  <a16:creationId xmlns:a16="http://schemas.microsoft.com/office/drawing/2014/main" id="{C1486C87-9AE0-E10F-18B6-BD5E78CD3876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996608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C6F71927-1356-F6F6-242A-72E642547441}"/>
              </a:ext>
            </a:extLst>
          </p:cNvPr>
          <p:cNvGrpSpPr/>
          <p:nvPr/>
        </p:nvGrpSpPr>
        <p:grpSpPr>
          <a:xfrm>
            <a:off x="1689100" y="2026970"/>
            <a:ext cx="6975968" cy="2740695"/>
            <a:chOff x="0" y="2026970"/>
            <a:chExt cx="6975968" cy="2740695"/>
          </a:xfrm>
        </p:grpSpPr>
        <p:sp>
          <p:nvSpPr>
            <p:cNvPr id="4" name="Téglalap 3">
              <a:extLst>
                <a:ext uri="{FF2B5EF4-FFF2-40B4-BE49-F238E27FC236}">
                  <a16:creationId xmlns:a16="http://schemas.microsoft.com/office/drawing/2014/main" id="{ABA0B53C-3FFA-1F17-E7A5-C02C912E8F48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" name="Téglalap 4">
              <a:extLst>
                <a:ext uri="{FF2B5EF4-FFF2-40B4-BE49-F238E27FC236}">
                  <a16:creationId xmlns:a16="http://schemas.microsoft.com/office/drawing/2014/main" id="{0FE49121-BABC-F725-E4E7-17387946DB4C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6" name="Téglalap 5">
              <a:extLst>
                <a:ext uri="{FF2B5EF4-FFF2-40B4-BE49-F238E27FC236}">
                  <a16:creationId xmlns:a16="http://schemas.microsoft.com/office/drawing/2014/main" id="{F046FC65-1A8D-A658-97E7-07451E761B4F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" name="Téglalap 6">
              <a:extLst>
                <a:ext uri="{FF2B5EF4-FFF2-40B4-BE49-F238E27FC236}">
                  <a16:creationId xmlns:a16="http://schemas.microsoft.com/office/drawing/2014/main" id="{26C84D6E-8A86-1F1D-067B-71CF851BE079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" name="Téglalap 7">
              <a:extLst>
                <a:ext uri="{FF2B5EF4-FFF2-40B4-BE49-F238E27FC236}">
                  <a16:creationId xmlns:a16="http://schemas.microsoft.com/office/drawing/2014/main" id="{A5EA2FBD-B51A-02D0-64ED-3E77001EEAAF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9" name="Téglalap 8">
            <a:extLst>
              <a:ext uri="{FF2B5EF4-FFF2-40B4-BE49-F238E27FC236}">
                <a16:creationId xmlns:a16="http://schemas.microsoft.com/office/drawing/2014/main" id="{00429671-EFD0-D8DF-B745-F20EE38BAF06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D4B94612-7223-A86D-6138-CB0CBC05F60C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BCD7903D-5C89-0438-F8BF-4DF70A0D7E02}"/>
              </a:ext>
            </a:extLst>
          </p:cNvPr>
          <p:cNvSpPr/>
          <p:nvPr/>
        </p:nvSpPr>
        <p:spPr>
          <a:xfrm>
            <a:off x="9270929" y="5387986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FADF3F36-F747-40E4-A406-070A039BAE88}"/>
              </a:ext>
            </a:extLst>
          </p:cNvPr>
          <p:cNvSpPr/>
          <p:nvPr/>
        </p:nvSpPr>
        <p:spPr>
          <a:xfrm>
            <a:off x="82552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DF92040D-3771-9A3E-499A-5A4954103767}"/>
              </a:ext>
            </a:extLst>
          </p:cNvPr>
          <p:cNvSpPr/>
          <p:nvPr/>
        </p:nvSpPr>
        <p:spPr>
          <a:xfrm>
            <a:off x="70264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F8FDE445-6B0E-9643-CF24-D76A818985FA}"/>
              </a:ext>
            </a:extLst>
          </p:cNvPr>
          <p:cNvSpPr/>
          <p:nvPr/>
        </p:nvSpPr>
        <p:spPr>
          <a:xfrm>
            <a:off x="58225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545E10F2-40F4-9B4F-5C59-8D73F22668C3}"/>
              </a:ext>
            </a:extLst>
          </p:cNvPr>
          <p:cNvSpPr/>
          <p:nvPr/>
        </p:nvSpPr>
        <p:spPr>
          <a:xfrm>
            <a:off x="48153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ACE3EC79-488B-DEF1-5146-752B59467641}"/>
              </a:ext>
            </a:extLst>
          </p:cNvPr>
          <p:cNvSpPr/>
          <p:nvPr/>
        </p:nvSpPr>
        <p:spPr>
          <a:xfrm>
            <a:off x="37022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F3AA7127-EEBA-CD78-2AED-18391581DC68}"/>
              </a:ext>
            </a:extLst>
          </p:cNvPr>
          <p:cNvSpPr/>
          <p:nvPr/>
        </p:nvSpPr>
        <p:spPr>
          <a:xfrm>
            <a:off x="26763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9F653C70-69AD-25BF-BA1D-05AC5923285D}"/>
              </a:ext>
            </a:extLst>
          </p:cNvPr>
          <p:cNvSpPr/>
          <p:nvPr/>
        </p:nvSpPr>
        <p:spPr>
          <a:xfrm>
            <a:off x="16748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DA53FB19-A1DD-551E-4AC2-EBFEA4601430}"/>
              </a:ext>
            </a:extLst>
          </p:cNvPr>
          <p:cNvSpPr/>
          <p:nvPr/>
        </p:nvSpPr>
        <p:spPr>
          <a:xfrm>
            <a:off x="703043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C7A76722-B26E-9172-1324-CF6D0DF1E6CE}"/>
              </a:ext>
            </a:extLst>
          </p:cNvPr>
          <p:cNvSpPr/>
          <p:nvPr/>
        </p:nvSpPr>
        <p:spPr>
          <a:xfrm>
            <a:off x="104211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églalap 20">
            <a:extLst>
              <a:ext uri="{FF2B5EF4-FFF2-40B4-BE49-F238E27FC236}">
                <a16:creationId xmlns:a16="http://schemas.microsoft.com/office/drawing/2014/main" id="{E64710AD-3CAB-A2D9-8BBE-7CE1FE499A0E}"/>
              </a:ext>
            </a:extLst>
          </p:cNvPr>
          <p:cNvSpPr/>
          <p:nvPr/>
        </p:nvSpPr>
        <p:spPr>
          <a:xfrm>
            <a:off x="113350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7885F55A-7844-1106-B3F0-47EB58B0F68A}"/>
              </a:ext>
            </a:extLst>
          </p:cNvPr>
          <p:cNvSpPr/>
          <p:nvPr/>
        </p:nvSpPr>
        <p:spPr>
          <a:xfrm>
            <a:off x="122368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églalap 22">
            <a:extLst>
              <a:ext uri="{FF2B5EF4-FFF2-40B4-BE49-F238E27FC236}">
                <a16:creationId xmlns:a16="http://schemas.microsoft.com/office/drawing/2014/main" id="{7D424822-0C8D-C1F5-4628-1CC06FBA0E85}"/>
              </a:ext>
            </a:extLst>
          </p:cNvPr>
          <p:cNvSpPr/>
          <p:nvPr/>
        </p:nvSpPr>
        <p:spPr>
          <a:xfrm>
            <a:off x="-32233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4" name="Csoportba foglalás 23">
            <a:extLst>
              <a:ext uri="{FF2B5EF4-FFF2-40B4-BE49-F238E27FC236}">
                <a16:creationId xmlns:a16="http://schemas.microsoft.com/office/drawing/2014/main" id="{3326A3F4-B2BF-350C-7182-C5ACBC219564}"/>
              </a:ext>
            </a:extLst>
          </p:cNvPr>
          <p:cNvGrpSpPr/>
          <p:nvPr/>
        </p:nvGrpSpPr>
        <p:grpSpPr>
          <a:xfrm>
            <a:off x="8843158" y="109752"/>
            <a:ext cx="3579277" cy="4498214"/>
            <a:chOff x="7636658" y="109752"/>
            <a:chExt cx="3579277" cy="4498214"/>
          </a:xfrm>
        </p:grpSpPr>
        <p:sp>
          <p:nvSpPr>
            <p:cNvPr id="25" name="Téglalap 24">
              <a:extLst>
                <a:ext uri="{FF2B5EF4-FFF2-40B4-BE49-F238E27FC236}">
                  <a16:creationId xmlns:a16="http://schemas.microsoft.com/office/drawing/2014/main" id="{7E9BE5EF-7877-EA2E-F1C7-B71A435F5C78}"/>
                </a:ext>
              </a:extLst>
            </p:cNvPr>
            <p:cNvSpPr/>
            <p:nvPr/>
          </p:nvSpPr>
          <p:spPr>
            <a:xfrm>
              <a:off x="9673933" y="2558163"/>
              <a:ext cx="1294580" cy="2049803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" name="Trapezoid 25">
              <a:extLst>
                <a:ext uri="{FF2B5EF4-FFF2-40B4-BE49-F238E27FC236}">
                  <a16:creationId xmlns:a16="http://schemas.microsoft.com/office/drawing/2014/main" id="{C3672322-E85C-4F8D-7B82-6DFD7526B712}"/>
                </a:ext>
              </a:extLst>
            </p:cNvPr>
            <p:cNvSpPr/>
            <p:nvPr/>
          </p:nvSpPr>
          <p:spPr>
            <a:xfrm rot="10800000">
              <a:off x="9442215" y="1694153"/>
              <a:ext cx="1773720" cy="872415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Téglalap 26">
              <a:extLst>
                <a:ext uri="{FF2B5EF4-FFF2-40B4-BE49-F238E27FC236}">
                  <a16:creationId xmlns:a16="http://schemas.microsoft.com/office/drawing/2014/main" id="{BC1DE471-80A6-DCD5-FB15-8117B39D8912}"/>
                </a:ext>
              </a:extLst>
            </p:cNvPr>
            <p:cNvSpPr/>
            <p:nvPr/>
          </p:nvSpPr>
          <p:spPr>
            <a:xfrm>
              <a:off x="9442215" y="1098186"/>
              <a:ext cx="1773720" cy="6096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" name="Trapezoid 27">
              <a:extLst>
                <a:ext uri="{FF2B5EF4-FFF2-40B4-BE49-F238E27FC236}">
                  <a16:creationId xmlns:a16="http://schemas.microsoft.com/office/drawing/2014/main" id="{92ED4286-AC37-CA3B-54CB-1F236E5A308C}"/>
                </a:ext>
              </a:extLst>
            </p:cNvPr>
            <p:cNvSpPr/>
            <p:nvPr/>
          </p:nvSpPr>
          <p:spPr>
            <a:xfrm>
              <a:off x="9442215" y="603969"/>
              <a:ext cx="1773720" cy="494217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Trapezoid 28">
              <a:extLst>
                <a:ext uri="{FF2B5EF4-FFF2-40B4-BE49-F238E27FC236}">
                  <a16:creationId xmlns:a16="http://schemas.microsoft.com/office/drawing/2014/main" id="{044D4B51-88CA-B6FA-740C-0B7A093F3C25}"/>
                </a:ext>
              </a:extLst>
            </p:cNvPr>
            <p:cNvSpPr/>
            <p:nvPr/>
          </p:nvSpPr>
          <p:spPr>
            <a:xfrm>
              <a:off x="10011525" y="109752"/>
              <a:ext cx="649706" cy="494217"/>
            </a:xfrm>
            <a:prstGeom prst="trapezoid">
              <a:avLst/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Folyamatábra: Kézi művelet 29">
              <a:extLst>
                <a:ext uri="{FF2B5EF4-FFF2-40B4-BE49-F238E27FC236}">
                  <a16:creationId xmlns:a16="http://schemas.microsoft.com/office/drawing/2014/main" id="{A8439F79-DD5C-CD19-EE09-43D911DC1B58}"/>
                </a:ext>
              </a:extLst>
            </p:cNvPr>
            <p:cNvSpPr/>
            <p:nvPr/>
          </p:nvSpPr>
          <p:spPr>
            <a:xfrm rot="14253264">
              <a:off x="8783821" y="-355265"/>
              <a:ext cx="766988" cy="3061314"/>
            </a:xfrm>
            <a:prstGeom prst="flowChartManualOperation">
              <a:avLst/>
            </a:prstGeom>
            <a:solidFill>
              <a:schemeClr val="accent4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31" name="Csillag: 5 ágú 30">
            <a:extLst>
              <a:ext uri="{FF2B5EF4-FFF2-40B4-BE49-F238E27FC236}">
                <a16:creationId xmlns:a16="http://schemas.microsoft.com/office/drawing/2014/main" id="{F724C4C5-8950-BC27-257B-2EF828DBB606}"/>
              </a:ext>
            </a:extLst>
          </p:cNvPr>
          <p:cNvSpPr/>
          <p:nvPr/>
        </p:nvSpPr>
        <p:spPr>
          <a:xfrm>
            <a:off x="2658547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" name="Csillag: 5 ágú 31">
            <a:extLst>
              <a:ext uri="{FF2B5EF4-FFF2-40B4-BE49-F238E27FC236}">
                <a16:creationId xmlns:a16="http://schemas.microsoft.com/office/drawing/2014/main" id="{7747D1F4-422C-E629-AC11-F2827DAFE515}"/>
              </a:ext>
            </a:extLst>
          </p:cNvPr>
          <p:cNvSpPr/>
          <p:nvPr/>
        </p:nvSpPr>
        <p:spPr>
          <a:xfrm>
            <a:off x="3937624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3" name="Csillag: 5 ágú 32">
            <a:extLst>
              <a:ext uri="{FF2B5EF4-FFF2-40B4-BE49-F238E27FC236}">
                <a16:creationId xmlns:a16="http://schemas.microsoft.com/office/drawing/2014/main" id="{206591C3-845D-A28C-6924-F01B9975FE94}"/>
              </a:ext>
            </a:extLst>
          </p:cNvPr>
          <p:cNvSpPr/>
          <p:nvPr/>
        </p:nvSpPr>
        <p:spPr>
          <a:xfrm>
            <a:off x="5219240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Csillag: 5 ágú 33">
            <a:extLst>
              <a:ext uri="{FF2B5EF4-FFF2-40B4-BE49-F238E27FC236}">
                <a16:creationId xmlns:a16="http://schemas.microsoft.com/office/drawing/2014/main" id="{983D6331-140B-1677-CFA2-C0BBB36EDBC0}"/>
              </a:ext>
            </a:extLst>
          </p:cNvPr>
          <p:cNvSpPr/>
          <p:nvPr/>
        </p:nvSpPr>
        <p:spPr>
          <a:xfrm>
            <a:off x="7073068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Csillag: 5 ágú 34">
            <a:extLst>
              <a:ext uri="{FF2B5EF4-FFF2-40B4-BE49-F238E27FC236}">
                <a16:creationId xmlns:a16="http://schemas.microsoft.com/office/drawing/2014/main" id="{3EE43B51-F976-34C1-41B9-43DA40B7F0B9}"/>
              </a:ext>
            </a:extLst>
          </p:cNvPr>
          <p:cNvSpPr/>
          <p:nvPr/>
        </p:nvSpPr>
        <p:spPr>
          <a:xfrm>
            <a:off x="6131057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Csillag: 5 ágú 35">
            <a:extLst>
              <a:ext uri="{FF2B5EF4-FFF2-40B4-BE49-F238E27FC236}">
                <a16:creationId xmlns:a16="http://schemas.microsoft.com/office/drawing/2014/main" id="{E4DAB2FA-D387-E320-7CFA-AF24E688BB1C}"/>
              </a:ext>
            </a:extLst>
          </p:cNvPr>
          <p:cNvSpPr/>
          <p:nvPr/>
        </p:nvSpPr>
        <p:spPr>
          <a:xfrm>
            <a:off x="9828034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Csillag: 5 ágú 36">
            <a:extLst>
              <a:ext uri="{FF2B5EF4-FFF2-40B4-BE49-F238E27FC236}">
                <a16:creationId xmlns:a16="http://schemas.microsoft.com/office/drawing/2014/main" id="{B6192D01-F036-B52E-C017-D4FA0AA7C2B9}"/>
              </a:ext>
            </a:extLst>
          </p:cNvPr>
          <p:cNvSpPr/>
          <p:nvPr/>
        </p:nvSpPr>
        <p:spPr>
          <a:xfrm>
            <a:off x="9105012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8" name="Csoportba foglalás 37">
            <a:extLst>
              <a:ext uri="{FF2B5EF4-FFF2-40B4-BE49-F238E27FC236}">
                <a16:creationId xmlns:a16="http://schemas.microsoft.com/office/drawing/2014/main" id="{14D37FE1-7A77-004F-098F-5913C8684CF6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39" name="Henger 38">
              <a:extLst>
                <a:ext uri="{FF2B5EF4-FFF2-40B4-BE49-F238E27FC236}">
                  <a16:creationId xmlns:a16="http://schemas.microsoft.com/office/drawing/2014/main" id="{57A719FF-F296-A533-19B5-EFEE6D577370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0" name="Csoportba foglalás 39">
              <a:extLst>
                <a:ext uri="{FF2B5EF4-FFF2-40B4-BE49-F238E27FC236}">
                  <a16:creationId xmlns:a16="http://schemas.microsoft.com/office/drawing/2014/main" id="{DAECA313-202D-8DC0-8B99-7C2A02129047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3F515974-0BA6-7C2A-33FF-97B0825A4BBF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9BE042B2-9219-694F-93D9-11E1B4A30F5B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44" name="Egyenes összekötő 43">
                <a:extLst>
                  <a:ext uri="{FF2B5EF4-FFF2-40B4-BE49-F238E27FC236}">
                    <a16:creationId xmlns:a16="http://schemas.microsoft.com/office/drawing/2014/main" id="{285C60E1-DD47-DB8B-CC04-46988BC8B1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5" name="Egyenes összekötő 44">
                <a:extLst>
                  <a:ext uri="{FF2B5EF4-FFF2-40B4-BE49-F238E27FC236}">
                    <a16:creationId xmlns:a16="http://schemas.microsoft.com/office/drawing/2014/main" id="{92402104-3503-BCE7-BDAC-55ABF36894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6" name="Egyenes összekötő 45">
                <a:extLst>
                  <a:ext uri="{FF2B5EF4-FFF2-40B4-BE49-F238E27FC236}">
                    <a16:creationId xmlns:a16="http://schemas.microsoft.com/office/drawing/2014/main" id="{8598D1C0-48DE-AF2E-B158-5C0CADFDB2B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7" name="Egyenes összekötő 46">
                <a:extLst>
                  <a:ext uri="{FF2B5EF4-FFF2-40B4-BE49-F238E27FC236}">
                    <a16:creationId xmlns:a16="http://schemas.microsoft.com/office/drawing/2014/main" id="{B6A5BD0E-D97F-3018-2164-108F2C542D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8" name="Ellipszis 47">
                <a:extLst>
                  <a:ext uri="{FF2B5EF4-FFF2-40B4-BE49-F238E27FC236}">
                    <a16:creationId xmlns:a16="http://schemas.microsoft.com/office/drawing/2014/main" id="{E9F1DBE4-EFB1-C4DB-1D8E-DDEE43B7A575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DD168075-AFAC-6321-4D61-7399E8623866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9" name="Csoportba foglalás 48">
            <a:extLst>
              <a:ext uri="{FF2B5EF4-FFF2-40B4-BE49-F238E27FC236}">
                <a16:creationId xmlns:a16="http://schemas.microsoft.com/office/drawing/2014/main" id="{E2F3B60F-DADC-11A5-C583-5C9EE1A955CD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</p:grpSpPr>
        <p:grpSp>
          <p:nvGrpSpPr>
            <p:cNvPr id="50" name="Csoportba foglalás 49">
              <a:extLst>
                <a:ext uri="{FF2B5EF4-FFF2-40B4-BE49-F238E27FC236}">
                  <a16:creationId xmlns:a16="http://schemas.microsoft.com/office/drawing/2014/main" id="{799DC76F-8706-D202-81F4-774BF4766289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92" name="Csoportba foglalás 91">
                <a:extLst>
                  <a:ext uri="{FF2B5EF4-FFF2-40B4-BE49-F238E27FC236}">
                    <a16:creationId xmlns:a16="http://schemas.microsoft.com/office/drawing/2014/main" id="{4CCE5355-B5CA-F976-AE52-19AE47EEC919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95" name="Derékszögű háromszög 94">
                  <a:extLst>
                    <a:ext uri="{FF2B5EF4-FFF2-40B4-BE49-F238E27FC236}">
                      <a16:creationId xmlns:a16="http://schemas.microsoft.com/office/drawing/2014/main" id="{01A3914A-8FDD-B700-B9EE-877226825EF7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6" name="Derékszögű háromszög 95">
                  <a:extLst>
                    <a:ext uri="{FF2B5EF4-FFF2-40B4-BE49-F238E27FC236}">
                      <a16:creationId xmlns:a16="http://schemas.microsoft.com/office/drawing/2014/main" id="{37B4B5D4-37CE-596B-0E6B-312F3FEBCE59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7" name="Téglalap 15">
                  <a:extLst>
                    <a:ext uri="{FF2B5EF4-FFF2-40B4-BE49-F238E27FC236}">
                      <a16:creationId xmlns:a16="http://schemas.microsoft.com/office/drawing/2014/main" id="{C77A1089-8F1A-9325-A760-703198D87C3B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8" name="Folyamatábra: Tárolt adat 17">
                  <a:extLst>
                    <a:ext uri="{FF2B5EF4-FFF2-40B4-BE49-F238E27FC236}">
                      <a16:creationId xmlns:a16="http://schemas.microsoft.com/office/drawing/2014/main" id="{71A80D95-E2D0-E432-8EDC-4FFF3EE9B6BC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Derékszögű háromszög 98">
                  <a:extLst>
                    <a:ext uri="{FF2B5EF4-FFF2-40B4-BE49-F238E27FC236}">
                      <a16:creationId xmlns:a16="http://schemas.microsoft.com/office/drawing/2014/main" id="{8C129F06-3FB5-6B38-C578-1700FD1DAF39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Kivonás jele 99">
                  <a:extLst>
                    <a:ext uri="{FF2B5EF4-FFF2-40B4-BE49-F238E27FC236}">
                      <a16:creationId xmlns:a16="http://schemas.microsoft.com/office/drawing/2014/main" id="{E6A32140-F4AF-112B-F0A0-A2C7517414E9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1" name="Ellipszis 100">
                  <a:extLst>
                    <a:ext uri="{FF2B5EF4-FFF2-40B4-BE49-F238E27FC236}">
                      <a16:creationId xmlns:a16="http://schemas.microsoft.com/office/drawing/2014/main" id="{825640CB-D199-28C1-D1B8-440CF76782C8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Ellipszis 101">
                  <a:extLst>
                    <a:ext uri="{FF2B5EF4-FFF2-40B4-BE49-F238E27FC236}">
                      <a16:creationId xmlns:a16="http://schemas.microsoft.com/office/drawing/2014/main" id="{CE6DFEF6-865D-BE37-4E90-AE7673A1AB8A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3" name="Kivonás jele 102">
                  <a:extLst>
                    <a:ext uri="{FF2B5EF4-FFF2-40B4-BE49-F238E27FC236}">
                      <a16:creationId xmlns:a16="http://schemas.microsoft.com/office/drawing/2014/main" id="{149BB39D-5759-D64D-E421-24DE9C5AFCF7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4" name="Kivonás jele 103">
                  <a:extLst>
                    <a:ext uri="{FF2B5EF4-FFF2-40B4-BE49-F238E27FC236}">
                      <a16:creationId xmlns:a16="http://schemas.microsoft.com/office/drawing/2014/main" id="{168103F4-EF8A-47D8-5763-03868370013A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Ellipszis 104">
                  <a:extLst>
                    <a:ext uri="{FF2B5EF4-FFF2-40B4-BE49-F238E27FC236}">
                      <a16:creationId xmlns:a16="http://schemas.microsoft.com/office/drawing/2014/main" id="{10779FC7-7F35-D1EB-9B27-919588A6EBFB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Romboid 105">
                  <a:extLst>
                    <a:ext uri="{FF2B5EF4-FFF2-40B4-BE49-F238E27FC236}">
                      <a16:creationId xmlns:a16="http://schemas.microsoft.com/office/drawing/2014/main" id="{3E6B4B87-A870-83D0-C0A2-ADDFA2943547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Téglalap 106">
                  <a:extLst>
                    <a:ext uri="{FF2B5EF4-FFF2-40B4-BE49-F238E27FC236}">
                      <a16:creationId xmlns:a16="http://schemas.microsoft.com/office/drawing/2014/main" id="{CA8BB506-E46B-ED78-D805-4C4507A98944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Téglalap: lekerekített 107">
                  <a:extLst>
                    <a:ext uri="{FF2B5EF4-FFF2-40B4-BE49-F238E27FC236}">
                      <a16:creationId xmlns:a16="http://schemas.microsoft.com/office/drawing/2014/main" id="{183ABC00-180C-F40D-BD78-5E7C43B89621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Téglalap: lekerekített 108">
                  <a:extLst>
                    <a:ext uri="{FF2B5EF4-FFF2-40B4-BE49-F238E27FC236}">
                      <a16:creationId xmlns:a16="http://schemas.microsoft.com/office/drawing/2014/main" id="{77C66A03-2428-FB16-A2AC-FDFFFB015353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Téglalap: lekerekített 109">
                  <a:extLst>
                    <a:ext uri="{FF2B5EF4-FFF2-40B4-BE49-F238E27FC236}">
                      <a16:creationId xmlns:a16="http://schemas.microsoft.com/office/drawing/2014/main" id="{05A34724-35C7-4314-CF55-78A42F1A1C2D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Téglalap: lekerekített 110">
                  <a:extLst>
                    <a:ext uri="{FF2B5EF4-FFF2-40B4-BE49-F238E27FC236}">
                      <a16:creationId xmlns:a16="http://schemas.microsoft.com/office/drawing/2014/main" id="{EC857FDE-1C0E-651F-6443-923E1014341B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Téglalap: lekerekített 111">
                  <a:extLst>
                    <a:ext uri="{FF2B5EF4-FFF2-40B4-BE49-F238E27FC236}">
                      <a16:creationId xmlns:a16="http://schemas.microsoft.com/office/drawing/2014/main" id="{B30C8004-BDAB-CDB0-FF5E-67A7AD9510AF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3" name="Téglalap: lekerekített 112">
                  <a:extLst>
                    <a:ext uri="{FF2B5EF4-FFF2-40B4-BE49-F238E27FC236}">
                      <a16:creationId xmlns:a16="http://schemas.microsoft.com/office/drawing/2014/main" id="{2B4EDADF-7226-B1CF-9103-16D20F75001E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93" name="Picture 2" descr="Forráskép megtekintése">
                <a:extLst>
                  <a:ext uri="{FF2B5EF4-FFF2-40B4-BE49-F238E27FC236}">
                    <a16:creationId xmlns:a16="http://schemas.microsoft.com/office/drawing/2014/main" id="{CE6BBF97-069B-A2BB-005F-32DCF6D04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4" name="Picture 6" descr="Forráskép megtekintése">
                <a:extLst>
                  <a:ext uri="{FF2B5EF4-FFF2-40B4-BE49-F238E27FC236}">
                    <a16:creationId xmlns:a16="http://schemas.microsoft.com/office/drawing/2014/main" id="{C54045D1-194C-DF75-2E29-A4FF01351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1" name="Csoportba foglalás 50">
              <a:extLst>
                <a:ext uri="{FF2B5EF4-FFF2-40B4-BE49-F238E27FC236}">
                  <a16:creationId xmlns:a16="http://schemas.microsoft.com/office/drawing/2014/main" id="{05585A0D-0CE7-58DB-74F1-8AD8CB461366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80" name="Csoportba foglalás 79">
                <a:extLst>
                  <a:ext uri="{FF2B5EF4-FFF2-40B4-BE49-F238E27FC236}">
                    <a16:creationId xmlns:a16="http://schemas.microsoft.com/office/drawing/2014/main" id="{69495366-7334-D444-9D54-A6FFFB5E47B5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83" name="Henger 82">
                  <a:extLst>
                    <a:ext uri="{FF2B5EF4-FFF2-40B4-BE49-F238E27FC236}">
                      <a16:creationId xmlns:a16="http://schemas.microsoft.com/office/drawing/2014/main" id="{5FE99473-AE99-F63A-5FA0-4ED8AF7291C0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Ellipszis 83">
                  <a:extLst>
                    <a:ext uri="{FF2B5EF4-FFF2-40B4-BE49-F238E27FC236}">
                      <a16:creationId xmlns:a16="http://schemas.microsoft.com/office/drawing/2014/main" id="{BD6ADF40-88BB-636C-3039-75244BD10231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5" name="Téglalap 84">
                  <a:extLst>
                    <a:ext uri="{FF2B5EF4-FFF2-40B4-BE49-F238E27FC236}">
                      <a16:creationId xmlns:a16="http://schemas.microsoft.com/office/drawing/2014/main" id="{78B34593-5FE5-54E3-8122-C329D29A7C4A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6" name="Ellipszis 85">
                  <a:extLst>
                    <a:ext uri="{FF2B5EF4-FFF2-40B4-BE49-F238E27FC236}">
                      <a16:creationId xmlns:a16="http://schemas.microsoft.com/office/drawing/2014/main" id="{ED5B16B3-3DCB-8D0A-5FF6-24D43A31AB4F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7" name="Egyenes összekötő 86">
                  <a:extLst>
                    <a:ext uri="{FF2B5EF4-FFF2-40B4-BE49-F238E27FC236}">
                      <a16:creationId xmlns:a16="http://schemas.microsoft.com/office/drawing/2014/main" id="{B3778620-848C-0879-4310-4DF4BE057A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C7DECB8E-449A-DA5D-E1C7-D1FEE56FCA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804FD67E-5A2A-0147-CDF6-4BE273A33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Egyenes összekötő 89">
                  <a:extLst>
                    <a:ext uri="{FF2B5EF4-FFF2-40B4-BE49-F238E27FC236}">
                      <a16:creationId xmlns:a16="http://schemas.microsoft.com/office/drawing/2014/main" id="{E6EA6B41-4D16-FEB7-BEF5-1AA4BCCBAE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1" name="Ellipszis 90">
                  <a:extLst>
                    <a:ext uri="{FF2B5EF4-FFF2-40B4-BE49-F238E27FC236}">
                      <a16:creationId xmlns:a16="http://schemas.microsoft.com/office/drawing/2014/main" id="{6FE2398A-A025-4D4E-960F-6817313CE897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9ED06F3F-679D-F09D-51B6-8A7A4D7481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95F4E9D0-5D1D-461E-4104-81B4DD7397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2" name="Csoportba foglalás 51">
              <a:extLst>
                <a:ext uri="{FF2B5EF4-FFF2-40B4-BE49-F238E27FC236}">
                  <a16:creationId xmlns:a16="http://schemas.microsoft.com/office/drawing/2014/main" id="{A960D05F-7C0F-6B2C-D270-60F48C602C0B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70" name="Henger 69">
                <a:extLst>
                  <a:ext uri="{FF2B5EF4-FFF2-40B4-BE49-F238E27FC236}">
                    <a16:creationId xmlns:a16="http://schemas.microsoft.com/office/drawing/2014/main" id="{CBEC0DE8-A22C-FD69-46A8-E7B3D1940874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FE3450CE-4BF7-7586-9D92-4356DF4B9DC0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A7085D83-F36D-92CA-4272-E871D8D95793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Ellipszis 73">
                  <a:extLst>
                    <a:ext uri="{FF2B5EF4-FFF2-40B4-BE49-F238E27FC236}">
                      <a16:creationId xmlns:a16="http://schemas.microsoft.com/office/drawing/2014/main" id="{0DC3FE3F-2BE9-317E-1E21-23D31B7D12D3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75" name="Egyenes összekötő 74">
                  <a:extLst>
                    <a:ext uri="{FF2B5EF4-FFF2-40B4-BE49-F238E27FC236}">
                      <a16:creationId xmlns:a16="http://schemas.microsoft.com/office/drawing/2014/main" id="{144F1B49-309B-8770-A6A3-EA131672B1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Egyenes összekötő 75">
                  <a:extLst>
                    <a:ext uri="{FF2B5EF4-FFF2-40B4-BE49-F238E27FC236}">
                      <a16:creationId xmlns:a16="http://schemas.microsoft.com/office/drawing/2014/main" id="{7A9A4B4F-DFAD-B64D-9EF2-8294176B23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Egyenes összekötő 76">
                  <a:extLst>
                    <a:ext uri="{FF2B5EF4-FFF2-40B4-BE49-F238E27FC236}">
                      <a16:creationId xmlns:a16="http://schemas.microsoft.com/office/drawing/2014/main" id="{1115065F-DD5A-3914-0DAD-FD6A2569C7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Egyenes összekötő 77">
                  <a:extLst>
                    <a:ext uri="{FF2B5EF4-FFF2-40B4-BE49-F238E27FC236}">
                      <a16:creationId xmlns:a16="http://schemas.microsoft.com/office/drawing/2014/main" id="{F1260738-4C44-7ADB-23CE-F324633397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9" name="Ellipszis 78">
                  <a:extLst>
                    <a:ext uri="{FF2B5EF4-FFF2-40B4-BE49-F238E27FC236}">
                      <a16:creationId xmlns:a16="http://schemas.microsoft.com/office/drawing/2014/main" id="{5FFCA632-5D0F-1E2D-61DD-1476B27B3B67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45D40203-32E0-FE57-D773-38B0ECB5B211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3" name="Csoportba foglalás 52">
              <a:extLst>
                <a:ext uri="{FF2B5EF4-FFF2-40B4-BE49-F238E27FC236}">
                  <a16:creationId xmlns:a16="http://schemas.microsoft.com/office/drawing/2014/main" id="{6C01E585-ABE1-D9A1-38EE-81F5E01F3342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54" name="Csoportba foglalás 53">
                <a:extLst>
                  <a:ext uri="{FF2B5EF4-FFF2-40B4-BE49-F238E27FC236}">
                    <a16:creationId xmlns:a16="http://schemas.microsoft.com/office/drawing/2014/main" id="{D93CAE74-9CBB-F39E-C3DB-848F8EA8A9FD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BD64E3A0-CBF2-646E-A2CD-13EEB3ADF019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92A13B20-1BE6-1E33-BB6D-FF1545EAB5BB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Ív 63">
                  <a:extLst>
                    <a:ext uri="{FF2B5EF4-FFF2-40B4-BE49-F238E27FC236}">
                      <a16:creationId xmlns:a16="http://schemas.microsoft.com/office/drawing/2014/main" id="{5ADD4349-3F4A-CB39-0044-2DB96E0B33D1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65" name="Picture 2" descr="Forráskép megtekintése">
                  <a:extLst>
                    <a:ext uri="{FF2B5EF4-FFF2-40B4-BE49-F238E27FC236}">
                      <a16:creationId xmlns:a16="http://schemas.microsoft.com/office/drawing/2014/main" id="{DB46466F-C86C-2B88-C4D5-27D2ED63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6B143958-FE11-D0FA-89A1-99C49951EECB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Csillag: 4 ágú 66">
                  <a:extLst>
                    <a:ext uri="{FF2B5EF4-FFF2-40B4-BE49-F238E27FC236}">
                      <a16:creationId xmlns:a16="http://schemas.microsoft.com/office/drawing/2014/main" id="{4AC7C7AE-B093-5EDE-58B7-3FF442989550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Szabadkézi sokszög: alakzat 67">
                  <a:extLst>
                    <a:ext uri="{FF2B5EF4-FFF2-40B4-BE49-F238E27FC236}">
                      <a16:creationId xmlns:a16="http://schemas.microsoft.com/office/drawing/2014/main" id="{B8213A99-284E-289D-07E4-EA40EB3AA4DC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C91AEB7C-FBB6-4438-AAA9-12BECF723BC6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3A7C1F06-4F4F-0A2F-A626-DFD848B1B576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Ellipszis 55">
                <a:extLst>
                  <a:ext uri="{FF2B5EF4-FFF2-40B4-BE49-F238E27FC236}">
                    <a16:creationId xmlns:a16="http://schemas.microsoft.com/office/drawing/2014/main" id="{139A9C0F-8236-C1D0-8CF7-94F87FD62B4C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7" name="Egyenes összekötő 56">
                <a:extLst>
                  <a:ext uri="{FF2B5EF4-FFF2-40B4-BE49-F238E27FC236}">
                    <a16:creationId xmlns:a16="http://schemas.microsoft.com/office/drawing/2014/main" id="{72334C8F-1091-7F59-C1D2-C69DEBADB28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63E129C4-E963-71D0-DE96-F25ED5D5E857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Ellipszis 58">
                <a:extLst>
                  <a:ext uri="{FF2B5EF4-FFF2-40B4-BE49-F238E27FC236}">
                    <a16:creationId xmlns:a16="http://schemas.microsoft.com/office/drawing/2014/main" id="{72D42E8A-9B5F-860E-1D88-192FECC9E1C9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60" name="Kép 59">
                <a:extLst>
                  <a:ext uri="{FF2B5EF4-FFF2-40B4-BE49-F238E27FC236}">
                    <a16:creationId xmlns:a16="http://schemas.microsoft.com/office/drawing/2014/main" id="{FE97E7EE-57B4-5FD1-CDEA-2C5F0F9657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95C183D7-573A-5703-E7A7-36385ECF9F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E54BC2E6-B661-5FDB-C0A3-25A3948F3E67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5" name="Csoportba foglalás 114">
            <a:extLst>
              <a:ext uri="{FF2B5EF4-FFF2-40B4-BE49-F238E27FC236}">
                <a16:creationId xmlns:a16="http://schemas.microsoft.com/office/drawing/2014/main" id="{96A92347-D365-7425-08DC-0664E44D66CE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812D69AA-7753-DC80-EA0B-1F38FA3CBC9B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9" name="Henger 118">
                <a:extLst>
                  <a:ext uri="{FF2B5EF4-FFF2-40B4-BE49-F238E27FC236}">
                    <a16:creationId xmlns:a16="http://schemas.microsoft.com/office/drawing/2014/main" id="{A2F6C842-406C-9EC2-24D0-BD89CFF20A7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0" name="Ellipszis 119">
                <a:extLst>
                  <a:ext uri="{FF2B5EF4-FFF2-40B4-BE49-F238E27FC236}">
                    <a16:creationId xmlns:a16="http://schemas.microsoft.com/office/drawing/2014/main" id="{724A448E-2838-12CC-8C45-EED33AF907A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05DDFE02-A30A-9CD9-F9AC-E9721C0F370D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Ellipszis 121">
                <a:extLst>
                  <a:ext uri="{FF2B5EF4-FFF2-40B4-BE49-F238E27FC236}">
                    <a16:creationId xmlns:a16="http://schemas.microsoft.com/office/drawing/2014/main" id="{F5AE08D7-38B0-6553-C596-D7E45F1BAD7C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E0D63FF6-801B-5CA8-DEB0-5140BCB7AA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4" name="Egyenes összekötő 123">
                <a:extLst>
                  <a:ext uri="{FF2B5EF4-FFF2-40B4-BE49-F238E27FC236}">
                    <a16:creationId xmlns:a16="http://schemas.microsoft.com/office/drawing/2014/main" id="{A47C90C0-0BA8-2B97-C66D-78E58575D20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9B463579-5B71-F721-6E96-3A0F4202FF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6" name="Egyenes összekötő 125">
                <a:extLst>
                  <a:ext uri="{FF2B5EF4-FFF2-40B4-BE49-F238E27FC236}">
                    <a16:creationId xmlns:a16="http://schemas.microsoft.com/office/drawing/2014/main" id="{06D39E5A-4ED7-9589-2390-648148C5438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7" name="Ellipszis 126">
                <a:extLst>
                  <a:ext uri="{FF2B5EF4-FFF2-40B4-BE49-F238E27FC236}">
                    <a16:creationId xmlns:a16="http://schemas.microsoft.com/office/drawing/2014/main" id="{F9BF59B1-4798-822A-8A42-FFEA3D37B60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07A7E273-8023-2DFE-944D-AA765FBCACA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8" name="Egyenes összekötő 117">
              <a:extLst>
                <a:ext uri="{FF2B5EF4-FFF2-40B4-BE49-F238E27FC236}">
                  <a16:creationId xmlns:a16="http://schemas.microsoft.com/office/drawing/2014/main" id="{780D30B7-1E88-E251-C914-5FA53810AD4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8" name="Téglalap 127">
            <a:extLst>
              <a:ext uri="{FF2B5EF4-FFF2-40B4-BE49-F238E27FC236}">
                <a16:creationId xmlns:a16="http://schemas.microsoft.com/office/drawing/2014/main" id="{5C479363-94DF-8796-E8A8-96B8440ED168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F5173516-40C1-1603-46E8-EF10E306A6AE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Téglalap 129">
            <a:extLst>
              <a:ext uri="{FF2B5EF4-FFF2-40B4-BE49-F238E27FC236}">
                <a16:creationId xmlns:a16="http://schemas.microsoft.com/office/drawing/2014/main" id="{7DBDA460-0EFD-5596-C11C-ABFAC827D9ED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9EF3BCC8-E07D-3E12-DE95-35CBB293B4F8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Téglalap 131">
            <a:extLst>
              <a:ext uri="{FF2B5EF4-FFF2-40B4-BE49-F238E27FC236}">
                <a16:creationId xmlns:a16="http://schemas.microsoft.com/office/drawing/2014/main" id="{F5EF7124-B8A5-68DC-3E1F-E75AB1F9E78D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3" name="Csoportba foglalás 132">
            <a:extLst>
              <a:ext uri="{FF2B5EF4-FFF2-40B4-BE49-F238E27FC236}">
                <a16:creationId xmlns:a16="http://schemas.microsoft.com/office/drawing/2014/main" id="{161232C6-657F-9057-F9C2-A7C434884F58}"/>
              </a:ext>
            </a:extLst>
          </p:cNvPr>
          <p:cNvGrpSpPr/>
          <p:nvPr/>
        </p:nvGrpSpPr>
        <p:grpSpPr>
          <a:xfrm>
            <a:off x="414110" y="2376172"/>
            <a:ext cx="1152739" cy="2231794"/>
            <a:chOff x="21678" y="2352425"/>
            <a:chExt cx="1152739" cy="2231794"/>
          </a:xfrm>
        </p:grpSpPr>
        <p:sp>
          <p:nvSpPr>
            <p:cNvPr id="134" name="Téglalap 133">
              <a:extLst>
                <a:ext uri="{FF2B5EF4-FFF2-40B4-BE49-F238E27FC236}">
                  <a16:creationId xmlns:a16="http://schemas.microsoft.com/office/drawing/2014/main" id="{DAF519A5-6424-2920-A959-AC28D01C6968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Ellipszis 134">
              <a:extLst>
                <a:ext uri="{FF2B5EF4-FFF2-40B4-BE49-F238E27FC236}">
                  <a16:creationId xmlns:a16="http://schemas.microsoft.com/office/drawing/2014/main" id="{21E35015-4AE1-E4E5-392D-300F171D4CBE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>
              <a:extLst>
                <a:ext uri="{FF2B5EF4-FFF2-40B4-BE49-F238E27FC236}">
                  <a16:creationId xmlns:a16="http://schemas.microsoft.com/office/drawing/2014/main" id="{2B3AD982-46C4-679D-D454-5A2E4C0516E4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>
              <a:extLst>
                <a:ext uri="{FF2B5EF4-FFF2-40B4-BE49-F238E27FC236}">
                  <a16:creationId xmlns:a16="http://schemas.microsoft.com/office/drawing/2014/main" id="{FDA7B2F8-B8E7-0B6E-D2A0-249F5D9C3D46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Ellipszis 137">
              <a:extLst>
                <a:ext uri="{FF2B5EF4-FFF2-40B4-BE49-F238E27FC236}">
                  <a16:creationId xmlns:a16="http://schemas.microsoft.com/office/drawing/2014/main" id="{4528FAF9-A5A5-DDE5-824F-49DE92CC5D2C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427287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589B2877-7FF9-CFDE-9CB2-BB1A2F7F9DF4}"/>
              </a:ext>
            </a:extLst>
          </p:cNvPr>
          <p:cNvGrpSpPr/>
          <p:nvPr/>
        </p:nvGrpSpPr>
        <p:grpSpPr>
          <a:xfrm>
            <a:off x="2349500" y="2026970"/>
            <a:ext cx="6975968" cy="2740695"/>
            <a:chOff x="0" y="2026970"/>
            <a:chExt cx="6975968" cy="2740695"/>
          </a:xfrm>
        </p:grpSpPr>
        <p:sp>
          <p:nvSpPr>
            <p:cNvPr id="4" name="Téglalap 3">
              <a:extLst>
                <a:ext uri="{FF2B5EF4-FFF2-40B4-BE49-F238E27FC236}">
                  <a16:creationId xmlns:a16="http://schemas.microsoft.com/office/drawing/2014/main" id="{3B9F86BE-33EB-E4EC-07A0-9DC89011EBA3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" name="Téglalap 4">
              <a:extLst>
                <a:ext uri="{FF2B5EF4-FFF2-40B4-BE49-F238E27FC236}">
                  <a16:creationId xmlns:a16="http://schemas.microsoft.com/office/drawing/2014/main" id="{D7F64C3F-C416-1904-DF24-BD9A669C3E30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6" name="Téglalap 5">
              <a:extLst>
                <a:ext uri="{FF2B5EF4-FFF2-40B4-BE49-F238E27FC236}">
                  <a16:creationId xmlns:a16="http://schemas.microsoft.com/office/drawing/2014/main" id="{C71815E1-F502-20E1-64E4-00A2B6C135CF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" name="Téglalap 6">
              <a:extLst>
                <a:ext uri="{FF2B5EF4-FFF2-40B4-BE49-F238E27FC236}">
                  <a16:creationId xmlns:a16="http://schemas.microsoft.com/office/drawing/2014/main" id="{74D0CB0C-130F-A74F-33E0-7ACBDBBEE1E9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" name="Téglalap 7">
              <a:extLst>
                <a:ext uri="{FF2B5EF4-FFF2-40B4-BE49-F238E27FC236}">
                  <a16:creationId xmlns:a16="http://schemas.microsoft.com/office/drawing/2014/main" id="{EB272E07-CEE0-BF3E-BA7B-DCF1987A849C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9" name="Téglalap 8">
            <a:extLst>
              <a:ext uri="{FF2B5EF4-FFF2-40B4-BE49-F238E27FC236}">
                <a16:creationId xmlns:a16="http://schemas.microsoft.com/office/drawing/2014/main" id="{5E443B5B-DEB2-0F20-A390-BFD27D58614E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E1708794-2AA4-A20A-E835-E296CE99CE4F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AC913226-1F32-EE43-DFA0-35DE9C37656D}"/>
              </a:ext>
            </a:extLst>
          </p:cNvPr>
          <p:cNvSpPr/>
          <p:nvPr/>
        </p:nvSpPr>
        <p:spPr>
          <a:xfrm>
            <a:off x="9512229" y="5387986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5A83AB58-F77B-D1D4-E17D-92684A57BDFF}"/>
              </a:ext>
            </a:extLst>
          </p:cNvPr>
          <p:cNvSpPr/>
          <p:nvPr/>
        </p:nvSpPr>
        <p:spPr>
          <a:xfrm>
            <a:off x="84965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158A47BD-599C-40C6-6727-87DBC4B8A84F}"/>
              </a:ext>
            </a:extLst>
          </p:cNvPr>
          <p:cNvSpPr/>
          <p:nvPr/>
        </p:nvSpPr>
        <p:spPr>
          <a:xfrm>
            <a:off x="72296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86A34C33-3486-3972-78B9-60855126F7AC}"/>
              </a:ext>
            </a:extLst>
          </p:cNvPr>
          <p:cNvSpPr/>
          <p:nvPr/>
        </p:nvSpPr>
        <p:spPr>
          <a:xfrm>
            <a:off x="60638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D7588638-68E6-61F6-171A-1608208E9E0E}"/>
              </a:ext>
            </a:extLst>
          </p:cNvPr>
          <p:cNvSpPr/>
          <p:nvPr/>
        </p:nvSpPr>
        <p:spPr>
          <a:xfrm>
            <a:off x="50566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3CB674BF-FCC0-562B-18DF-8A904DDAE3B1}"/>
              </a:ext>
            </a:extLst>
          </p:cNvPr>
          <p:cNvSpPr/>
          <p:nvPr/>
        </p:nvSpPr>
        <p:spPr>
          <a:xfrm>
            <a:off x="39943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DB378D74-D8D4-0B76-B367-EF1C84C6BC0F}"/>
              </a:ext>
            </a:extLst>
          </p:cNvPr>
          <p:cNvSpPr/>
          <p:nvPr/>
        </p:nvSpPr>
        <p:spPr>
          <a:xfrm>
            <a:off x="29176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2A1FEAFA-DC19-E54B-1C10-8753DE96E783}"/>
              </a:ext>
            </a:extLst>
          </p:cNvPr>
          <p:cNvSpPr/>
          <p:nvPr/>
        </p:nvSpPr>
        <p:spPr>
          <a:xfrm>
            <a:off x="19669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713579D5-B538-D91F-8D5E-7361A490D3F9}"/>
              </a:ext>
            </a:extLst>
          </p:cNvPr>
          <p:cNvSpPr/>
          <p:nvPr/>
        </p:nvSpPr>
        <p:spPr>
          <a:xfrm>
            <a:off x="906243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AF3E6DDF-648C-DC58-3AF4-BC0FD29FA946}"/>
              </a:ext>
            </a:extLst>
          </p:cNvPr>
          <p:cNvSpPr/>
          <p:nvPr/>
        </p:nvSpPr>
        <p:spPr>
          <a:xfrm>
            <a:off x="106243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églalap 20">
            <a:extLst>
              <a:ext uri="{FF2B5EF4-FFF2-40B4-BE49-F238E27FC236}">
                <a16:creationId xmlns:a16="http://schemas.microsoft.com/office/drawing/2014/main" id="{E179D46F-91E0-A2C6-61A5-3CAF09F295E6}"/>
              </a:ext>
            </a:extLst>
          </p:cNvPr>
          <p:cNvSpPr/>
          <p:nvPr/>
        </p:nvSpPr>
        <p:spPr>
          <a:xfrm>
            <a:off x="116779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8B5ED4C3-1D22-30DA-C1CB-464367BCCA37}"/>
              </a:ext>
            </a:extLst>
          </p:cNvPr>
          <p:cNvSpPr/>
          <p:nvPr/>
        </p:nvSpPr>
        <p:spPr>
          <a:xfrm>
            <a:off x="1244000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églalap 22">
            <a:extLst>
              <a:ext uri="{FF2B5EF4-FFF2-40B4-BE49-F238E27FC236}">
                <a16:creationId xmlns:a16="http://schemas.microsoft.com/office/drawing/2014/main" id="{1C8B38EF-DD32-121A-67BB-108DA671C091}"/>
              </a:ext>
            </a:extLst>
          </p:cNvPr>
          <p:cNvSpPr/>
          <p:nvPr/>
        </p:nvSpPr>
        <p:spPr>
          <a:xfrm>
            <a:off x="-3023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4" name="Csoportba foglalás 23">
            <a:extLst>
              <a:ext uri="{FF2B5EF4-FFF2-40B4-BE49-F238E27FC236}">
                <a16:creationId xmlns:a16="http://schemas.microsoft.com/office/drawing/2014/main" id="{03EFCF05-DCF4-F56E-418D-51E3C10A23FF}"/>
              </a:ext>
            </a:extLst>
          </p:cNvPr>
          <p:cNvGrpSpPr/>
          <p:nvPr/>
        </p:nvGrpSpPr>
        <p:grpSpPr>
          <a:xfrm>
            <a:off x="9216529" y="-838698"/>
            <a:ext cx="3498006" cy="5446664"/>
            <a:chOff x="7717929" y="-838698"/>
            <a:chExt cx="3498006" cy="5446664"/>
          </a:xfrm>
        </p:grpSpPr>
        <p:sp>
          <p:nvSpPr>
            <p:cNvPr id="25" name="Téglalap 24">
              <a:extLst>
                <a:ext uri="{FF2B5EF4-FFF2-40B4-BE49-F238E27FC236}">
                  <a16:creationId xmlns:a16="http://schemas.microsoft.com/office/drawing/2014/main" id="{212D1865-5536-EDE3-02F4-C95E92D799E2}"/>
                </a:ext>
              </a:extLst>
            </p:cNvPr>
            <p:cNvSpPr/>
            <p:nvPr/>
          </p:nvSpPr>
          <p:spPr>
            <a:xfrm>
              <a:off x="9673933" y="2558163"/>
              <a:ext cx="1294580" cy="2049803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" name="Trapezoid 25">
              <a:extLst>
                <a:ext uri="{FF2B5EF4-FFF2-40B4-BE49-F238E27FC236}">
                  <a16:creationId xmlns:a16="http://schemas.microsoft.com/office/drawing/2014/main" id="{D429A862-66E1-952E-9D61-1D75672C8AED}"/>
                </a:ext>
              </a:extLst>
            </p:cNvPr>
            <p:cNvSpPr/>
            <p:nvPr/>
          </p:nvSpPr>
          <p:spPr>
            <a:xfrm rot="10800000">
              <a:off x="9442215" y="1694153"/>
              <a:ext cx="1773720" cy="872415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Téglalap 26">
              <a:extLst>
                <a:ext uri="{FF2B5EF4-FFF2-40B4-BE49-F238E27FC236}">
                  <a16:creationId xmlns:a16="http://schemas.microsoft.com/office/drawing/2014/main" id="{513289C9-07E4-CF58-8EC6-602123CB7033}"/>
                </a:ext>
              </a:extLst>
            </p:cNvPr>
            <p:cNvSpPr/>
            <p:nvPr/>
          </p:nvSpPr>
          <p:spPr>
            <a:xfrm>
              <a:off x="9442215" y="1098186"/>
              <a:ext cx="1773720" cy="6096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" name="Trapezoid 27">
              <a:extLst>
                <a:ext uri="{FF2B5EF4-FFF2-40B4-BE49-F238E27FC236}">
                  <a16:creationId xmlns:a16="http://schemas.microsoft.com/office/drawing/2014/main" id="{F51CC165-95E7-3A8F-27D9-E0742DA478C1}"/>
                </a:ext>
              </a:extLst>
            </p:cNvPr>
            <p:cNvSpPr/>
            <p:nvPr/>
          </p:nvSpPr>
          <p:spPr>
            <a:xfrm>
              <a:off x="9442215" y="603969"/>
              <a:ext cx="1773720" cy="494217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Trapezoid 28">
              <a:extLst>
                <a:ext uri="{FF2B5EF4-FFF2-40B4-BE49-F238E27FC236}">
                  <a16:creationId xmlns:a16="http://schemas.microsoft.com/office/drawing/2014/main" id="{FFFC6F50-85C5-AC06-D78F-C8291FDEF8BD}"/>
                </a:ext>
              </a:extLst>
            </p:cNvPr>
            <p:cNvSpPr/>
            <p:nvPr/>
          </p:nvSpPr>
          <p:spPr>
            <a:xfrm>
              <a:off x="10011525" y="109752"/>
              <a:ext cx="649706" cy="494217"/>
            </a:xfrm>
            <a:prstGeom prst="trapezoid">
              <a:avLst/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Folyamatábra: Kézi művelet 29">
              <a:extLst>
                <a:ext uri="{FF2B5EF4-FFF2-40B4-BE49-F238E27FC236}">
                  <a16:creationId xmlns:a16="http://schemas.microsoft.com/office/drawing/2014/main" id="{13C39B42-9658-8162-3787-0D6B42FBAEB1}"/>
                </a:ext>
              </a:extLst>
            </p:cNvPr>
            <p:cNvSpPr/>
            <p:nvPr/>
          </p:nvSpPr>
          <p:spPr>
            <a:xfrm rot="18292405">
              <a:off x="8865092" y="-1985861"/>
              <a:ext cx="766988" cy="3061314"/>
            </a:xfrm>
            <a:prstGeom prst="flowChartManualOperation">
              <a:avLst/>
            </a:prstGeom>
            <a:solidFill>
              <a:schemeClr val="accent4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31" name="Csillag: 5 ágú 30">
            <a:extLst>
              <a:ext uri="{FF2B5EF4-FFF2-40B4-BE49-F238E27FC236}">
                <a16:creationId xmlns:a16="http://schemas.microsoft.com/office/drawing/2014/main" id="{8F717724-C2CF-8059-14E1-AF485C9A3FE6}"/>
              </a:ext>
            </a:extLst>
          </p:cNvPr>
          <p:cNvSpPr/>
          <p:nvPr/>
        </p:nvSpPr>
        <p:spPr>
          <a:xfrm>
            <a:off x="4692272" y="118307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" name="Csillag: 5 ágú 31">
            <a:extLst>
              <a:ext uri="{FF2B5EF4-FFF2-40B4-BE49-F238E27FC236}">
                <a16:creationId xmlns:a16="http://schemas.microsoft.com/office/drawing/2014/main" id="{E315BD3F-283A-25CE-EEBC-0987C83C9B26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3" name="Csillag: 5 ágú 32">
            <a:extLst>
              <a:ext uri="{FF2B5EF4-FFF2-40B4-BE49-F238E27FC236}">
                <a16:creationId xmlns:a16="http://schemas.microsoft.com/office/drawing/2014/main" id="{9907039F-4BC6-9B60-00CC-8803A9CDA3D4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Csillag: 5 ágú 33">
            <a:extLst>
              <a:ext uri="{FF2B5EF4-FFF2-40B4-BE49-F238E27FC236}">
                <a16:creationId xmlns:a16="http://schemas.microsoft.com/office/drawing/2014/main" id="{F7FC73CF-38EE-7006-42AE-F02FA513D9C5}"/>
              </a:ext>
            </a:extLst>
          </p:cNvPr>
          <p:cNvSpPr/>
          <p:nvPr/>
        </p:nvSpPr>
        <p:spPr>
          <a:xfrm>
            <a:off x="6252465" y="43998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Csillag: 5 ágú 34">
            <a:extLst>
              <a:ext uri="{FF2B5EF4-FFF2-40B4-BE49-F238E27FC236}">
                <a16:creationId xmlns:a16="http://schemas.microsoft.com/office/drawing/2014/main" id="{FB7EBFD9-35D0-E514-1C2B-D86804CF1F8F}"/>
              </a:ext>
            </a:extLst>
          </p:cNvPr>
          <p:cNvSpPr/>
          <p:nvPr/>
        </p:nvSpPr>
        <p:spPr>
          <a:xfrm>
            <a:off x="5179529" y="335339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Csillag: 5 ágú 35">
            <a:extLst>
              <a:ext uri="{FF2B5EF4-FFF2-40B4-BE49-F238E27FC236}">
                <a16:creationId xmlns:a16="http://schemas.microsoft.com/office/drawing/2014/main" id="{B8072972-D2E1-8A10-7CF6-1626F3CC55F0}"/>
              </a:ext>
            </a:extLst>
          </p:cNvPr>
          <p:cNvSpPr/>
          <p:nvPr/>
        </p:nvSpPr>
        <p:spPr>
          <a:xfrm>
            <a:off x="8706167" y="829869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Csillag: 5 ágú 36">
            <a:extLst>
              <a:ext uri="{FF2B5EF4-FFF2-40B4-BE49-F238E27FC236}">
                <a16:creationId xmlns:a16="http://schemas.microsoft.com/office/drawing/2014/main" id="{1020EE2C-A701-A339-066E-4328BAD6ACC5}"/>
              </a:ext>
            </a:extLst>
          </p:cNvPr>
          <p:cNvSpPr/>
          <p:nvPr/>
        </p:nvSpPr>
        <p:spPr>
          <a:xfrm>
            <a:off x="6826755" y="126658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8" name="Csoportba foglalás 37">
            <a:extLst>
              <a:ext uri="{FF2B5EF4-FFF2-40B4-BE49-F238E27FC236}">
                <a16:creationId xmlns:a16="http://schemas.microsoft.com/office/drawing/2014/main" id="{EE7EB9CA-92E6-3011-B18D-ABD8B110DA2C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39" name="Henger 38">
              <a:extLst>
                <a:ext uri="{FF2B5EF4-FFF2-40B4-BE49-F238E27FC236}">
                  <a16:creationId xmlns:a16="http://schemas.microsoft.com/office/drawing/2014/main" id="{7ADC0CB4-5384-4D85-392C-6331CE467973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0" name="Csoportba foglalás 39">
              <a:extLst>
                <a:ext uri="{FF2B5EF4-FFF2-40B4-BE49-F238E27FC236}">
                  <a16:creationId xmlns:a16="http://schemas.microsoft.com/office/drawing/2014/main" id="{17164CD4-AC69-C84E-C0FB-B4A109D08DD4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4B53A87F-DF38-0170-90B9-7D33022BA318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9CC006C6-261C-F428-1201-4BC9614018F7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44" name="Egyenes összekötő 43">
                <a:extLst>
                  <a:ext uri="{FF2B5EF4-FFF2-40B4-BE49-F238E27FC236}">
                    <a16:creationId xmlns:a16="http://schemas.microsoft.com/office/drawing/2014/main" id="{D6B35D34-01C9-1F70-F550-245644286F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5" name="Egyenes összekötő 44">
                <a:extLst>
                  <a:ext uri="{FF2B5EF4-FFF2-40B4-BE49-F238E27FC236}">
                    <a16:creationId xmlns:a16="http://schemas.microsoft.com/office/drawing/2014/main" id="{4621122F-A7C9-D19E-D6B6-72D371F4C2F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6" name="Egyenes összekötő 45">
                <a:extLst>
                  <a:ext uri="{FF2B5EF4-FFF2-40B4-BE49-F238E27FC236}">
                    <a16:creationId xmlns:a16="http://schemas.microsoft.com/office/drawing/2014/main" id="{92664124-95BF-0B75-B87D-44582392FFF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7" name="Egyenes összekötő 46">
                <a:extLst>
                  <a:ext uri="{FF2B5EF4-FFF2-40B4-BE49-F238E27FC236}">
                    <a16:creationId xmlns:a16="http://schemas.microsoft.com/office/drawing/2014/main" id="{E1453C4A-8C37-C06A-4A62-4204D43BE70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8" name="Ellipszis 47">
                <a:extLst>
                  <a:ext uri="{FF2B5EF4-FFF2-40B4-BE49-F238E27FC236}">
                    <a16:creationId xmlns:a16="http://schemas.microsoft.com/office/drawing/2014/main" id="{2FBE2842-7785-1B2E-2C31-2E99F9DAD0FB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BEE4340D-2AA3-275D-6C44-A55BE6616D66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9" name="Csoportba foglalás 48">
            <a:extLst>
              <a:ext uri="{FF2B5EF4-FFF2-40B4-BE49-F238E27FC236}">
                <a16:creationId xmlns:a16="http://schemas.microsoft.com/office/drawing/2014/main" id="{1D21F50B-3FCC-BD99-BB22-F8859DA38E23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50" name="Csoportba foglalás 49">
              <a:extLst>
                <a:ext uri="{FF2B5EF4-FFF2-40B4-BE49-F238E27FC236}">
                  <a16:creationId xmlns:a16="http://schemas.microsoft.com/office/drawing/2014/main" id="{B695B4D4-1B6C-617B-9889-842DFD9BDF0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92" name="Csoportba foglalás 91">
                <a:extLst>
                  <a:ext uri="{FF2B5EF4-FFF2-40B4-BE49-F238E27FC236}">
                    <a16:creationId xmlns:a16="http://schemas.microsoft.com/office/drawing/2014/main" id="{F672859D-56A0-F425-79E8-097BD88BA680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95" name="Derékszögű háromszög 94">
                  <a:extLst>
                    <a:ext uri="{FF2B5EF4-FFF2-40B4-BE49-F238E27FC236}">
                      <a16:creationId xmlns:a16="http://schemas.microsoft.com/office/drawing/2014/main" id="{D8571CCA-F8DB-B557-B54F-0F880F584C84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6" name="Derékszögű háromszög 95">
                  <a:extLst>
                    <a:ext uri="{FF2B5EF4-FFF2-40B4-BE49-F238E27FC236}">
                      <a16:creationId xmlns:a16="http://schemas.microsoft.com/office/drawing/2014/main" id="{7F8B66CE-46FF-783D-21BD-83B7384A1421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7" name="Téglalap 15">
                  <a:extLst>
                    <a:ext uri="{FF2B5EF4-FFF2-40B4-BE49-F238E27FC236}">
                      <a16:creationId xmlns:a16="http://schemas.microsoft.com/office/drawing/2014/main" id="{B20025C3-BFA8-A10D-58E9-F2C5964A23E4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8" name="Folyamatábra: Tárolt adat 17">
                  <a:extLst>
                    <a:ext uri="{FF2B5EF4-FFF2-40B4-BE49-F238E27FC236}">
                      <a16:creationId xmlns:a16="http://schemas.microsoft.com/office/drawing/2014/main" id="{5451F1CB-6F51-1FEB-4AEB-0D876E7E2E10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Derékszögű háromszög 98">
                  <a:extLst>
                    <a:ext uri="{FF2B5EF4-FFF2-40B4-BE49-F238E27FC236}">
                      <a16:creationId xmlns:a16="http://schemas.microsoft.com/office/drawing/2014/main" id="{755B0964-1938-D9AC-3B2D-9489DFC27D13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Kivonás jele 99">
                  <a:extLst>
                    <a:ext uri="{FF2B5EF4-FFF2-40B4-BE49-F238E27FC236}">
                      <a16:creationId xmlns:a16="http://schemas.microsoft.com/office/drawing/2014/main" id="{50720232-2D56-86CA-3970-C201BA2206F4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1" name="Ellipszis 100">
                  <a:extLst>
                    <a:ext uri="{FF2B5EF4-FFF2-40B4-BE49-F238E27FC236}">
                      <a16:creationId xmlns:a16="http://schemas.microsoft.com/office/drawing/2014/main" id="{7379FDB6-1EE3-05A5-51A2-625F51FCAD81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Ellipszis 101">
                  <a:extLst>
                    <a:ext uri="{FF2B5EF4-FFF2-40B4-BE49-F238E27FC236}">
                      <a16:creationId xmlns:a16="http://schemas.microsoft.com/office/drawing/2014/main" id="{F55C11B4-5248-FF95-5CEF-5431D0654015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3" name="Kivonás jele 102">
                  <a:extLst>
                    <a:ext uri="{FF2B5EF4-FFF2-40B4-BE49-F238E27FC236}">
                      <a16:creationId xmlns:a16="http://schemas.microsoft.com/office/drawing/2014/main" id="{CD154B2D-F578-2FCD-5A1B-AA85F09DB0C4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4" name="Kivonás jele 103">
                  <a:extLst>
                    <a:ext uri="{FF2B5EF4-FFF2-40B4-BE49-F238E27FC236}">
                      <a16:creationId xmlns:a16="http://schemas.microsoft.com/office/drawing/2014/main" id="{37BAEFCA-422C-57B6-AFDF-EF586C01B72E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Ellipszis 104">
                  <a:extLst>
                    <a:ext uri="{FF2B5EF4-FFF2-40B4-BE49-F238E27FC236}">
                      <a16:creationId xmlns:a16="http://schemas.microsoft.com/office/drawing/2014/main" id="{6453D86C-AA59-F6E5-7856-939D3AFE8995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Romboid 105">
                  <a:extLst>
                    <a:ext uri="{FF2B5EF4-FFF2-40B4-BE49-F238E27FC236}">
                      <a16:creationId xmlns:a16="http://schemas.microsoft.com/office/drawing/2014/main" id="{3738EB33-D3FF-D36F-0A19-E1B523C70EC6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Téglalap 106">
                  <a:extLst>
                    <a:ext uri="{FF2B5EF4-FFF2-40B4-BE49-F238E27FC236}">
                      <a16:creationId xmlns:a16="http://schemas.microsoft.com/office/drawing/2014/main" id="{C7FA4A3E-7402-89DD-97D7-7838BA3E3F0C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Téglalap: lekerekített 107">
                  <a:extLst>
                    <a:ext uri="{FF2B5EF4-FFF2-40B4-BE49-F238E27FC236}">
                      <a16:creationId xmlns:a16="http://schemas.microsoft.com/office/drawing/2014/main" id="{ED386115-A146-97C6-6D96-A802D853F010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Téglalap: lekerekített 108">
                  <a:extLst>
                    <a:ext uri="{FF2B5EF4-FFF2-40B4-BE49-F238E27FC236}">
                      <a16:creationId xmlns:a16="http://schemas.microsoft.com/office/drawing/2014/main" id="{8BE7B8C1-97BA-C0CE-2438-416EC7F62809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Téglalap: lekerekített 109">
                  <a:extLst>
                    <a:ext uri="{FF2B5EF4-FFF2-40B4-BE49-F238E27FC236}">
                      <a16:creationId xmlns:a16="http://schemas.microsoft.com/office/drawing/2014/main" id="{24EBD756-5643-2200-3CE4-59FD34CB1CED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Téglalap: lekerekített 110">
                  <a:extLst>
                    <a:ext uri="{FF2B5EF4-FFF2-40B4-BE49-F238E27FC236}">
                      <a16:creationId xmlns:a16="http://schemas.microsoft.com/office/drawing/2014/main" id="{807F817C-3EC7-0FAB-F1E8-4690F9762F76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Téglalap: lekerekített 111">
                  <a:extLst>
                    <a:ext uri="{FF2B5EF4-FFF2-40B4-BE49-F238E27FC236}">
                      <a16:creationId xmlns:a16="http://schemas.microsoft.com/office/drawing/2014/main" id="{A978D8C1-B010-AB7A-C3DE-8E0D20C68AD0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3" name="Téglalap: lekerekített 112">
                  <a:extLst>
                    <a:ext uri="{FF2B5EF4-FFF2-40B4-BE49-F238E27FC236}">
                      <a16:creationId xmlns:a16="http://schemas.microsoft.com/office/drawing/2014/main" id="{2121DC04-D679-4A5F-405E-21DD6691FDC6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93" name="Picture 2" descr="Forráskép megtekintése">
                <a:extLst>
                  <a:ext uri="{FF2B5EF4-FFF2-40B4-BE49-F238E27FC236}">
                    <a16:creationId xmlns:a16="http://schemas.microsoft.com/office/drawing/2014/main" id="{1E93AD78-03E4-D3C8-41DF-3CC9BE044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4" name="Picture 6" descr="Forráskép megtekintése">
                <a:extLst>
                  <a:ext uri="{FF2B5EF4-FFF2-40B4-BE49-F238E27FC236}">
                    <a16:creationId xmlns:a16="http://schemas.microsoft.com/office/drawing/2014/main" id="{C53350D6-D7AC-817D-0FCC-6784894A3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1" name="Csoportba foglalás 50">
              <a:extLst>
                <a:ext uri="{FF2B5EF4-FFF2-40B4-BE49-F238E27FC236}">
                  <a16:creationId xmlns:a16="http://schemas.microsoft.com/office/drawing/2014/main" id="{58E3C0CE-2D32-1DE2-F8B6-C529A03492A6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80" name="Csoportba foglalás 79">
                <a:extLst>
                  <a:ext uri="{FF2B5EF4-FFF2-40B4-BE49-F238E27FC236}">
                    <a16:creationId xmlns:a16="http://schemas.microsoft.com/office/drawing/2014/main" id="{F8D500F9-82E5-38F5-0611-71D5F747D5BF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83" name="Henger 82">
                  <a:extLst>
                    <a:ext uri="{FF2B5EF4-FFF2-40B4-BE49-F238E27FC236}">
                      <a16:creationId xmlns:a16="http://schemas.microsoft.com/office/drawing/2014/main" id="{92188DAC-D8FC-B9ED-B607-1194238A8845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Ellipszis 83">
                  <a:extLst>
                    <a:ext uri="{FF2B5EF4-FFF2-40B4-BE49-F238E27FC236}">
                      <a16:creationId xmlns:a16="http://schemas.microsoft.com/office/drawing/2014/main" id="{7A359046-387E-91A5-2005-90AF9C11E46E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5" name="Téglalap 84">
                  <a:extLst>
                    <a:ext uri="{FF2B5EF4-FFF2-40B4-BE49-F238E27FC236}">
                      <a16:creationId xmlns:a16="http://schemas.microsoft.com/office/drawing/2014/main" id="{ED6E7A4B-B670-B841-554F-45938788F2C8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6" name="Ellipszis 85">
                  <a:extLst>
                    <a:ext uri="{FF2B5EF4-FFF2-40B4-BE49-F238E27FC236}">
                      <a16:creationId xmlns:a16="http://schemas.microsoft.com/office/drawing/2014/main" id="{BB195A4F-8F9F-CAEE-ADC4-465CEC265D17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7" name="Egyenes összekötő 86">
                  <a:extLst>
                    <a:ext uri="{FF2B5EF4-FFF2-40B4-BE49-F238E27FC236}">
                      <a16:creationId xmlns:a16="http://schemas.microsoft.com/office/drawing/2014/main" id="{7F955C1C-A5E1-81EE-02C6-1896659CEC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E524F26C-C70D-2713-1CF9-EF3AF79406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05B89EC9-FFE8-A0FA-CC7D-03BEAA7AF8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Egyenes összekötő 89">
                  <a:extLst>
                    <a:ext uri="{FF2B5EF4-FFF2-40B4-BE49-F238E27FC236}">
                      <a16:creationId xmlns:a16="http://schemas.microsoft.com/office/drawing/2014/main" id="{78562335-B870-04B9-5D75-2898721442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1" name="Ellipszis 90">
                  <a:extLst>
                    <a:ext uri="{FF2B5EF4-FFF2-40B4-BE49-F238E27FC236}">
                      <a16:creationId xmlns:a16="http://schemas.microsoft.com/office/drawing/2014/main" id="{4CA1BDAD-D69F-0F53-9E92-4F6026457ECC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12E6EEE6-D17B-0EB6-3116-B454B17C096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49B4D444-B210-1C91-4B87-711315CBDB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2" name="Csoportba foglalás 51">
              <a:extLst>
                <a:ext uri="{FF2B5EF4-FFF2-40B4-BE49-F238E27FC236}">
                  <a16:creationId xmlns:a16="http://schemas.microsoft.com/office/drawing/2014/main" id="{5F3D76B3-23A9-1AF6-8E73-504383A88669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70" name="Henger 69">
                <a:extLst>
                  <a:ext uri="{FF2B5EF4-FFF2-40B4-BE49-F238E27FC236}">
                    <a16:creationId xmlns:a16="http://schemas.microsoft.com/office/drawing/2014/main" id="{3A7A6555-11EC-1232-99CA-9D8E5D0FF1D3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B5FBFBDD-55DC-F020-8A46-200572627ECE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45134003-1551-DCCB-25E4-E3E688F46171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Ellipszis 73">
                  <a:extLst>
                    <a:ext uri="{FF2B5EF4-FFF2-40B4-BE49-F238E27FC236}">
                      <a16:creationId xmlns:a16="http://schemas.microsoft.com/office/drawing/2014/main" id="{A63BE15D-AE5D-F23F-7767-859D3B966D65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75" name="Egyenes összekötő 74">
                  <a:extLst>
                    <a:ext uri="{FF2B5EF4-FFF2-40B4-BE49-F238E27FC236}">
                      <a16:creationId xmlns:a16="http://schemas.microsoft.com/office/drawing/2014/main" id="{F21B0932-F7D1-47BD-1FB2-CCED9190B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Egyenes összekötő 75">
                  <a:extLst>
                    <a:ext uri="{FF2B5EF4-FFF2-40B4-BE49-F238E27FC236}">
                      <a16:creationId xmlns:a16="http://schemas.microsoft.com/office/drawing/2014/main" id="{A3875237-E196-1CEB-31CD-E59637D55F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Egyenes összekötő 76">
                  <a:extLst>
                    <a:ext uri="{FF2B5EF4-FFF2-40B4-BE49-F238E27FC236}">
                      <a16:creationId xmlns:a16="http://schemas.microsoft.com/office/drawing/2014/main" id="{40EC4F97-E6D3-F79A-014F-60062B3B460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Egyenes összekötő 77">
                  <a:extLst>
                    <a:ext uri="{FF2B5EF4-FFF2-40B4-BE49-F238E27FC236}">
                      <a16:creationId xmlns:a16="http://schemas.microsoft.com/office/drawing/2014/main" id="{0195990D-14E6-16EE-DAE4-FDF4C9E49A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9" name="Ellipszis 78">
                  <a:extLst>
                    <a:ext uri="{FF2B5EF4-FFF2-40B4-BE49-F238E27FC236}">
                      <a16:creationId xmlns:a16="http://schemas.microsoft.com/office/drawing/2014/main" id="{4C5FA512-9DAB-A1DF-1672-5C1BF980249C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5986BBC0-AD20-CA31-B325-143BC002ED48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3" name="Csoportba foglalás 52">
              <a:extLst>
                <a:ext uri="{FF2B5EF4-FFF2-40B4-BE49-F238E27FC236}">
                  <a16:creationId xmlns:a16="http://schemas.microsoft.com/office/drawing/2014/main" id="{8895DFFD-4EBF-7314-03B2-31C6FE5242DF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54" name="Csoportba foglalás 53">
                <a:extLst>
                  <a:ext uri="{FF2B5EF4-FFF2-40B4-BE49-F238E27FC236}">
                    <a16:creationId xmlns:a16="http://schemas.microsoft.com/office/drawing/2014/main" id="{7092F541-67FD-6376-1BE3-28FC3104EFBA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A4C7ACD8-0BA6-913A-220C-A3B713166844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02A0EC5A-9AD1-55A2-9B4D-1F1FD1E13F9A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Ív 63">
                  <a:extLst>
                    <a:ext uri="{FF2B5EF4-FFF2-40B4-BE49-F238E27FC236}">
                      <a16:creationId xmlns:a16="http://schemas.microsoft.com/office/drawing/2014/main" id="{621A5634-AE84-0D00-518E-00D56439D66D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65" name="Picture 2" descr="Forráskép megtekintése">
                  <a:extLst>
                    <a:ext uri="{FF2B5EF4-FFF2-40B4-BE49-F238E27FC236}">
                      <a16:creationId xmlns:a16="http://schemas.microsoft.com/office/drawing/2014/main" id="{649CE439-A01C-AC48-EE98-92A2F7226D8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41F24A69-2F7D-CE7D-D963-A2B09E6050C1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Csillag: 4 ágú 66">
                  <a:extLst>
                    <a:ext uri="{FF2B5EF4-FFF2-40B4-BE49-F238E27FC236}">
                      <a16:creationId xmlns:a16="http://schemas.microsoft.com/office/drawing/2014/main" id="{84FE781E-1C95-A0D8-6C5C-E7023695EC05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Szabadkézi sokszög: alakzat 67">
                  <a:extLst>
                    <a:ext uri="{FF2B5EF4-FFF2-40B4-BE49-F238E27FC236}">
                      <a16:creationId xmlns:a16="http://schemas.microsoft.com/office/drawing/2014/main" id="{47490660-9F5A-B90D-5A7F-EA212AFA8789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995DDE82-CC94-0BE2-B218-F3B00F66381C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7803AB6E-1906-2897-6A77-7BCE794DF60E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Ellipszis 55">
                <a:extLst>
                  <a:ext uri="{FF2B5EF4-FFF2-40B4-BE49-F238E27FC236}">
                    <a16:creationId xmlns:a16="http://schemas.microsoft.com/office/drawing/2014/main" id="{323BE6C6-C669-6BCC-E55E-45C144D10AD5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7" name="Egyenes összekötő 56">
                <a:extLst>
                  <a:ext uri="{FF2B5EF4-FFF2-40B4-BE49-F238E27FC236}">
                    <a16:creationId xmlns:a16="http://schemas.microsoft.com/office/drawing/2014/main" id="{802C1707-6C16-F0A5-84E9-9FE295FB8A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498442FE-D1D1-B37B-BEAA-2ED61A3E5323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Ellipszis 58">
                <a:extLst>
                  <a:ext uri="{FF2B5EF4-FFF2-40B4-BE49-F238E27FC236}">
                    <a16:creationId xmlns:a16="http://schemas.microsoft.com/office/drawing/2014/main" id="{503BF64E-1CD6-C47B-0037-6F4851C1D5E5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60" name="Kép 59">
                <a:extLst>
                  <a:ext uri="{FF2B5EF4-FFF2-40B4-BE49-F238E27FC236}">
                    <a16:creationId xmlns:a16="http://schemas.microsoft.com/office/drawing/2014/main" id="{4B570848-34BA-B1A8-2A04-1C5E9FBAAE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7BB23049-8A5D-BD49-DF22-5ACFA1245E9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0FCB1908-E684-8CE2-4C50-169306630A49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5" name="Csoportba foglalás 114">
            <a:extLst>
              <a:ext uri="{FF2B5EF4-FFF2-40B4-BE49-F238E27FC236}">
                <a16:creationId xmlns:a16="http://schemas.microsoft.com/office/drawing/2014/main" id="{FC6F79B1-B563-158A-78B6-1B761EB2A7ED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5BAF4A6B-769F-675C-2FE2-E4BAC5984F0A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9" name="Henger 118">
                <a:extLst>
                  <a:ext uri="{FF2B5EF4-FFF2-40B4-BE49-F238E27FC236}">
                    <a16:creationId xmlns:a16="http://schemas.microsoft.com/office/drawing/2014/main" id="{98A0EAB5-B68E-C959-5FAC-7442B20AD35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0" name="Ellipszis 119">
                <a:extLst>
                  <a:ext uri="{FF2B5EF4-FFF2-40B4-BE49-F238E27FC236}">
                    <a16:creationId xmlns:a16="http://schemas.microsoft.com/office/drawing/2014/main" id="{E14FD039-B420-0745-F957-314AFE2D7DDA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01291956-C924-2F26-6ED6-AC41A066862D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Ellipszis 121">
                <a:extLst>
                  <a:ext uri="{FF2B5EF4-FFF2-40B4-BE49-F238E27FC236}">
                    <a16:creationId xmlns:a16="http://schemas.microsoft.com/office/drawing/2014/main" id="{823C597E-F349-F03D-ED57-269D8825CCC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352A1AD3-2C0F-465E-7804-F8CFEECE7E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4" name="Egyenes összekötő 123">
                <a:extLst>
                  <a:ext uri="{FF2B5EF4-FFF2-40B4-BE49-F238E27FC236}">
                    <a16:creationId xmlns:a16="http://schemas.microsoft.com/office/drawing/2014/main" id="{B23307FA-520B-4556-A07B-68453CF8017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3199F719-0EB0-4DA5-B65F-F048209DEE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6" name="Egyenes összekötő 125">
                <a:extLst>
                  <a:ext uri="{FF2B5EF4-FFF2-40B4-BE49-F238E27FC236}">
                    <a16:creationId xmlns:a16="http://schemas.microsoft.com/office/drawing/2014/main" id="{C781F505-974F-A158-9406-AC40C010584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7" name="Ellipszis 126">
                <a:extLst>
                  <a:ext uri="{FF2B5EF4-FFF2-40B4-BE49-F238E27FC236}">
                    <a16:creationId xmlns:a16="http://schemas.microsoft.com/office/drawing/2014/main" id="{EB0B64FC-1DFC-7531-4C3E-53266747E5C4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5A001FA9-2FEF-45B3-94F4-47D974F61F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8" name="Egyenes összekötő 117">
              <a:extLst>
                <a:ext uri="{FF2B5EF4-FFF2-40B4-BE49-F238E27FC236}">
                  <a16:creationId xmlns:a16="http://schemas.microsoft.com/office/drawing/2014/main" id="{AC61C1AB-2207-353E-77B5-95671CFAE06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8" name="Téglalap 127">
            <a:extLst>
              <a:ext uri="{FF2B5EF4-FFF2-40B4-BE49-F238E27FC236}">
                <a16:creationId xmlns:a16="http://schemas.microsoft.com/office/drawing/2014/main" id="{30969121-D4C4-E372-383D-EE5D674BB2C8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26E948F0-8A4F-D01A-7038-3F59E421EDFC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Téglalap 129">
            <a:extLst>
              <a:ext uri="{FF2B5EF4-FFF2-40B4-BE49-F238E27FC236}">
                <a16:creationId xmlns:a16="http://schemas.microsoft.com/office/drawing/2014/main" id="{CB76EC94-DB91-8D5A-7AAB-63B06A2C0CCD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0808CA91-3EBE-3E5C-D402-7E650568709B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Téglalap 131">
            <a:extLst>
              <a:ext uri="{FF2B5EF4-FFF2-40B4-BE49-F238E27FC236}">
                <a16:creationId xmlns:a16="http://schemas.microsoft.com/office/drawing/2014/main" id="{27CD44B5-391D-80C8-0916-2C91C626702A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3" name="Csoportba foglalás 132">
            <a:extLst>
              <a:ext uri="{FF2B5EF4-FFF2-40B4-BE49-F238E27FC236}">
                <a16:creationId xmlns:a16="http://schemas.microsoft.com/office/drawing/2014/main" id="{8FCC589C-4854-A3C8-F35B-C84A0E9EACB1}"/>
              </a:ext>
            </a:extLst>
          </p:cNvPr>
          <p:cNvGrpSpPr/>
          <p:nvPr/>
        </p:nvGrpSpPr>
        <p:grpSpPr>
          <a:xfrm>
            <a:off x="909410" y="2376172"/>
            <a:ext cx="1152739" cy="2231794"/>
            <a:chOff x="21678" y="2352425"/>
            <a:chExt cx="1152739" cy="2231794"/>
          </a:xfrm>
        </p:grpSpPr>
        <p:sp>
          <p:nvSpPr>
            <p:cNvPr id="134" name="Téglalap 133">
              <a:extLst>
                <a:ext uri="{FF2B5EF4-FFF2-40B4-BE49-F238E27FC236}">
                  <a16:creationId xmlns:a16="http://schemas.microsoft.com/office/drawing/2014/main" id="{B0B9B0FD-5AB0-3AB7-235E-42A726E34D68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Ellipszis 134">
              <a:extLst>
                <a:ext uri="{FF2B5EF4-FFF2-40B4-BE49-F238E27FC236}">
                  <a16:creationId xmlns:a16="http://schemas.microsoft.com/office/drawing/2014/main" id="{9D86E5CB-CE44-BC2A-5124-5339331A1F00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>
              <a:extLst>
                <a:ext uri="{FF2B5EF4-FFF2-40B4-BE49-F238E27FC236}">
                  <a16:creationId xmlns:a16="http://schemas.microsoft.com/office/drawing/2014/main" id="{EEE8CFDA-9615-516B-38F5-107A466FF183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>
              <a:extLst>
                <a:ext uri="{FF2B5EF4-FFF2-40B4-BE49-F238E27FC236}">
                  <a16:creationId xmlns:a16="http://schemas.microsoft.com/office/drawing/2014/main" id="{34F777AB-77A8-F8CF-F070-62D4710AF6CA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Ellipszis 137">
              <a:extLst>
                <a:ext uri="{FF2B5EF4-FFF2-40B4-BE49-F238E27FC236}">
                  <a16:creationId xmlns:a16="http://schemas.microsoft.com/office/drawing/2014/main" id="{F359AFDC-4251-C3FE-2298-37021D6549E3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C36CFF76-DEAC-4E7C-B9C7-74C52BA94D79}"/>
              </a:ext>
            </a:extLst>
          </p:cNvPr>
          <p:cNvSpPr/>
          <p:nvPr/>
        </p:nvSpPr>
        <p:spPr>
          <a:xfrm>
            <a:off x="1215144" y="118894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Csillag: 5 ágú 139">
            <a:extLst>
              <a:ext uri="{FF2B5EF4-FFF2-40B4-BE49-F238E27FC236}">
                <a16:creationId xmlns:a16="http://schemas.microsoft.com/office/drawing/2014/main" id="{7C59E709-4402-4821-A87F-F43E32E75073}"/>
              </a:ext>
            </a:extLst>
          </p:cNvPr>
          <p:cNvSpPr/>
          <p:nvPr/>
        </p:nvSpPr>
        <p:spPr>
          <a:xfrm>
            <a:off x="508515" y="61601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Csillag: 5 ágú 140">
            <a:extLst>
              <a:ext uri="{FF2B5EF4-FFF2-40B4-BE49-F238E27FC236}">
                <a16:creationId xmlns:a16="http://schemas.microsoft.com/office/drawing/2014/main" id="{3AA8BDE9-B4CC-4B55-907E-1620B955E24C}"/>
              </a:ext>
            </a:extLst>
          </p:cNvPr>
          <p:cNvSpPr/>
          <p:nvPr/>
        </p:nvSpPr>
        <p:spPr>
          <a:xfrm>
            <a:off x="9584892" y="38094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979952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96D5BF44-069C-100E-FE5A-7C9B94B2DA35}"/>
              </a:ext>
            </a:extLst>
          </p:cNvPr>
          <p:cNvGrpSpPr/>
          <p:nvPr/>
        </p:nvGrpSpPr>
        <p:grpSpPr>
          <a:xfrm>
            <a:off x="3619500" y="2026970"/>
            <a:ext cx="6975968" cy="2740695"/>
            <a:chOff x="0" y="2026970"/>
            <a:chExt cx="6975968" cy="2740695"/>
          </a:xfrm>
        </p:grpSpPr>
        <p:sp>
          <p:nvSpPr>
            <p:cNvPr id="4" name="Téglalap 3">
              <a:extLst>
                <a:ext uri="{FF2B5EF4-FFF2-40B4-BE49-F238E27FC236}">
                  <a16:creationId xmlns:a16="http://schemas.microsoft.com/office/drawing/2014/main" id="{3F382252-22AD-B61C-E9D6-19CC1CFA6513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" name="Téglalap 4">
              <a:extLst>
                <a:ext uri="{FF2B5EF4-FFF2-40B4-BE49-F238E27FC236}">
                  <a16:creationId xmlns:a16="http://schemas.microsoft.com/office/drawing/2014/main" id="{B482DE71-DED4-13D6-62AC-1E69C8912FC1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6" name="Téglalap 5">
              <a:extLst>
                <a:ext uri="{FF2B5EF4-FFF2-40B4-BE49-F238E27FC236}">
                  <a16:creationId xmlns:a16="http://schemas.microsoft.com/office/drawing/2014/main" id="{CE25BC6D-99EB-4286-1AA0-4FC90238162F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" name="Téglalap 6">
              <a:extLst>
                <a:ext uri="{FF2B5EF4-FFF2-40B4-BE49-F238E27FC236}">
                  <a16:creationId xmlns:a16="http://schemas.microsoft.com/office/drawing/2014/main" id="{0AF20F81-7121-2173-1A93-800795EC61CB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" name="Téglalap 7">
              <a:extLst>
                <a:ext uri="{FF2B5EF4-FFF2-40B4-BE49-F238E27FC236}">
                  <a16:creationId xmlns:a16="http://schemas.microsoft.com/office/drawing/2014/main" id="{33837665-BB07-86AB-7080-2BF46028C65C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9" name="Téglalap 8">
            <a:extLst>
              <a:ext uri="{FF2B5EF4-FFF2-40B4-BE49-F238E27FC236}">
                <a16:creationId xmlns:a16="http://schemas.microsoft.com/office/drawing/2014/main" id="{D8030E57-E283-B935-59ED-70437415D1EB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C2C02EF3-B2B0-C049-A394-EFC3DBCEDDD1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2EF20FFA-A9B9-CD89-F27C-7B70FBE96C3B}"/>
              </a:ext>
            </a:extLst>
          </p:cNvPr>
          <p:cNvSpPr/>
          <p:nvPr/>
        </p:nvSpPr>
        <p:spPr>
          <a:xfrm>
            <a:off x="9804329" y="5387986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85CAC7F0-CDEF-9D15-F613-E9AD8AA0F76E}"/>
              </a:ext>
            </a:extLst>
          </p:cNvPr>
          <p:cNvSpPr/>
          <p:nvPr/>
        </p:nvSpPr>
        <p:spPr>
          <a:xfrm>
            <a:off x="88394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6D0FF4E5-5E6D-0D53-F6FC-F9FEECFF073E}"/>
              </a:ext>
            </a:extLst>
          </p:cNvPr>
          <p:cNvSpPr/>
          <p:nvPr/>
        </p:nvSpPr>
        <p:spPr>
          <a:xfrm>
            <a:off x="7686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2CB09CF1-DB6D-614B-AF32-01B8B6C1312A}"/>
              </a:ext>
            </a:extLst>
          </p:cNvPr>
          <p:cNvSpPr/>
          <p:nvPr/>
        </p:nvSpPr>
        <p:spPr>
          <a:xfrm>
            <a:off x="64067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603C232B-9A66-D139-5D05-FC2B3C2C352D}"/>
              </a:ext>
            </a:extLst>
          </p:cNvPr>
          <p:cNvSpPr/>
          <p:nvPr/>
        </p:nvSpPr>
        <p:spPr>
          <a:xfrm>
            <a:off x="52598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5B777B06-33A2-0A6B-65D4-B6E42C50A99F}"/>
              </a:ext>
            </a:extLst>
          </p:cNvPr>
          <p:cNvSpPr/>
          <p:nvPr/>
        </p:nvSpPr>
        <p:spPr>
          <a:xfrm>
            <a:off x="43372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FC5B3CC1-BCF3-4936-D497-8ABC374DBAF8}"/>
              </a:ext>
            </a:extLst>
          </p:cNvPr>
          <p:cNvSpPr/>
          <p:nvPr/>
        </p:nvSpPr>
        <p:spPr>
          <a:xfrm>
            <a:off x="33113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EFAB3C8E-E84D-BAB1-55B7-0DF4273869A7}"/>
              </a:ext>
            </a:extLst>
          </p:cNvPr>
          <p:cNvSpPr/>
          <p:nvPr/>
        </p:nvSpPr>
        <p:spPr>
          <a:xfrm>
            <a:off x="22082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B5201871-4811-FE8E-B18A-DA3B45A76EF8}"/>
              </a:ext>
            </a:extLst>
          </p:cNvPr>
          <p:cNvSpPr/>
          <p:nvPr/>
        </p:nvSpPr>
        <p:spPr>
          <a:xfrm>
            <a:off x="1147543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4EA86597-DB5F-1CD7-F762-2D63EF9841CC}"/>
              </a:ext>
            </a:extLst>
          </p:cNvPr>
          <p:cNvSpPr/>
          <p:nvPr/>
        </p:nvSpPr>
        <p:spPr>
          <a:xfrm>
            <a:off x="109164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églalap 20">
            <a:extLst>
              <a:ext uri="{FF2B5EF4-FFF2-40B4-BE49-F238E27FC236}">
                <a16:creationId xmlns:a16="http://schemas.microsoft.com/office/drawing/2014/main" id="{4969CF02-E595-52F7-6E8B-BD3429174FC7}"/>
              </a:ext>
            </a:extLst>
          </p:cNvPr>
          <p:cNvSpPr/>
          <p:nvPr/>
        </p:nvSpPr>
        <p:spPr>
          <a:xfrm>
            <a:off x="119192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3" name="Téglalap 22">
            <a:extLst>
              <a:ext uri="{FF2B5EF4-FFF2-40B4-BE49-F238E27FC236}">
                <a16:creationId xmlns:a16="http://schemas.microsoft.com/office/drawing/2014/main" id="{85A2377D-8DC6-046E-7BAC-9D9E5CE81B24}"/>
              </a:ext>
            </a:extLst>
          </p:cNvPr>
          <p:cNvSpPr/>
          <p:nvPr/>
        </p:nvSpPr>
        <p:spPr>
          <a:xfrm>
            <a:off x="198369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4" name="Csoportba foglalás 23">
            <a:extLst>
              <a:ext uri="{FF2B5EF4-FFF2-40B4-BE49-F238E27FC236}">
                <a16:creationId xmlns:a16="http://schemas.microsoft.com/office/drawing/2014/main" id="{4DFC5EAB-1478-5141-105A-5FA7C3F2F076}"/>
              </a:ext>
            </a:extLst>
          </p:cNvPr>
          <p:cNvGrpSpPr/>
          <p:nvPr/>
        </p:nvGrpSpPr>
        <p:grpSpPr>
          <a:xfrm>
            <a:off x="11867915" y="109752"/>
            <a:ext cx="1911106" cy="4498214"/>
            <a:chOff x="9442215" y="109752"/>
            <a:chExt cx="1911106" cy="4498214"/>
          </a:xfrm>
        </p:grpSpPr>
        <p:sp>
          <p:nvSpPr>
            <p:cNvPr id="25" name="Téglalap 24">
              <a:extLst>
                <a:ext uri="{FF2B5EF4-FFF2-40B4-BE49-F238E27FC236}">
                  <a16:creationId xmlns:a16="http://schemas.microsoft.com/office/drawing/2014/main" id="{F3D72ABE-49EB-3426-E240-FDAA8C066B99}"/>
                </a:ext>
              </a:extLst>
            </p:cNvPr>
            <p:cNvSpPr/>
            <p:nvPr/>
          </p:nvSpPr>
          <p:spPr>
            <a:xfrm>
              <a:off x="9673933" y="2558163"/>
              <a:ext cx="1294580" cy="2049803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" name="Trapezoid 25">
              <a:extLst>
                <a:ext uri="{FF2B5EF4-FFF2-40B4-BE49-F238E27FC236}">
                  <a16:creationId xmlns:a16="http://schemas.microsoft.com/office/drawing/2014/main" id="{215B2C1E-E659-DFE0-CBA6-6FDEEA2000C2}"/>
                </a:ext>
              </a:extLst>
            </p:cNvPr>
            <p:cNvSpPr/>
            <p:nvPr/>
          </p:nvSpPr>
          <p:spPr>
            <a:xfrm rot="10800000">
              <a:off x="9442215" y="1694153"/>
              <a:ext cx="1773720" cy="872415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Téglalap 26">
              <a:extLst>
                <a:ext uri="{FF2B5EF4-FFF2-40B4-BE49-F238E27FC236}">
                  <a16:creationId xmlns:a16="http://schemas.microsoft.com/office/drawing/2014/main" id="{1BF6AC56-A2A6-0814-7C02-71E181BA3F67}"/>
                </a:ext>
              </a:extLst>
            </p:cNvPr>
            <p:cNvSpPr/>
            <p:nvPr/>
          </p:nvSpPr>
          <p:spPr>
            <a:xfrm>
              <a:off x="9442215" y="1098186"/>
              <a:ext cx="1773720" cy="6096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" name="Trapezoid 27">
              <a:extLst>
                <a:ext uri="{FF2B5EF4-FFF2-40B4-BE49-F238E27FC236}">
                  <a16:creationId xmlns:a16="http://schemas.microsoft.com/office/drawing/2014/main" id="{AAA41C3C-D992-AA7E-CA84-0D708B58475C}"/>
                </a:ext>
              </a:extLst>
            </p:cNvPr>
            <p:cNvSpPr/>
            <p:nvPr/>
          </p:nvSpPr>
          <p:spPr>
            <a:xfrm>
              <a:off x="9442215" y="603969"/>
              <a:ext cx="1773720" cy="494217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Trapezoid 28">
              <a:extLst>
                <a:ext uri="{FF2B5EF4-FFF2-40B4-BE49-F238E27FC236}">
                  <a16:creationId xmlns:a16="http://schemas.microsoft.com/office/drawing/2014/main" id="{B919D453-7169-0F7A-F643-A6FF3D101FDD}"/>
                </a:ext>
              </a:extLst>
            </p:cNvPr>
            <p:cNvSpPr/>
            <p:nvPr/>
          </p:nvSpPr>
          <p:spPr>
            <a:xfrm>
              <a:off x="10011525" y="109752"/>
              <a:ext cx="649706" cy="494217"/>
            </a:xfrm>
            <a:prstGeom prst="trapezoid">
              <a:avLst/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Folyamatábra: Kézi művelet 29">
              <a:extLst>
                <a:ext uri="{FF2B5EF4-FFF2-40B4-BE49-F238E27FC236}">
                  <a16:creationId xmlns:a16="http://schemas.microsoft.com/office/drawing/2014/main" id="{E104B6DF-45C3-C71C-AE11-17F4ECFD4516}"/>
                </a:ext>
              </a:extLst>
            </p:cNvPr>
            <p:cNvSpPr/>
            <p:nvPr/>
          </p:nvSpPr>
          <p:spPr>
            <a:xfrm rot="9260764">
              <a:off x="10586333" y="189292"/>
              <a:ext cx="766988" cy="3061314"/>
            </a:xfrm>
            <a:prstGeom prst="flowChartManualOperation">
              <a:avLst/>
            </a:prstGeom>
            <a:solidFill>
              <a:schemeClr val="accent4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31" name="Csillag: 5 ágú 30">
            <a:extLst>
              <a:ext uri="{FF2B5EF4-FFF2-40B4-BE49-F238E27FC236}">
                <a16:creationId xmlns:a16="http://schemas.microsoft.com/office/drawing/2014/main" id="{D5A732FB-F628-E2EB-FC9F-734C5DD8CBBE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" name="Csillag: 5 ágú 31">
            <a:extLst>
              <a:ext uri="{FF2B5EF4-FFF2-40B4-BE49-F238E27FC236}">
                <a16:creationId xmlns:a16="http://schemas.microsoft.com/office/drawing/2014/main" id="{3A6E5078-9270-B3A9-5D42-D8899A9B79D3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3" name="Csillag: 5 ágú 32">
            <a:extLst>
              <a:ext uri="{FF2B5EF4-FFF2-40B4-BE49-F238E27FC236}">
                <a16:creationId xmlns:a16="http://schemas.microsoft.com/office/drawing/2014/main" id="{BFB8F237-5465-D55A-5669-737D7A220863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Csillag: 5 ágú 33">
            <a:extLst>
              <a:ext uri="{FF2B5EF4-FFF2-40B4-BE49-F238E27FC236}">
                <a16:creationId xmlns:a16="http://schemas.microsoft.com/office/drawing/2014/main" id="{9EAF75EC-D85B-A2EB-EA48-9C3B8341F5C9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Csillag: 5 ágú 34">
            <a:extLst>
              <a:ext uri="{FF2B5EF4-FFF2-40B4-BE49-F238E27FC236}">
                <a16:creationId xmlns:a16="http://schemas.microsoft.com/office/drawing/2014/main" id="{C21C3B76-14CE-ECD1-F3C0-C1F7D791958F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Csillag: 5 ágú 35">
            <a:extLst>
              <a:ext uri="{FF2B5EF4-FFF2-40B4-BE49-F238E27FC236}">
                <a16:creationId xmlns:a16="http://schemas.microsoft.com/office/drawing/2014/main" id="{31270DF4-87BD-3B01-8741-2D4EDDD570FE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Csillag: 5 ágú 36">
            <a:extLst>
              <a:ext uri="{FF2B5EF4-FFF2-40B4-BE49-F238E27FC236}">
                <a16:creationId xmlns:a16="http://schemas.microsoft.com/office/drawing/2014/main" id="{4C963660-1151-ADD1-666B-36BDF4F6FECA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8" name="Csoportba foglalás 37">
            <a:extLst>
              <a:ext uri="{FF2B5EF4-FFF2-40B4-BE49-F238E27FC236}">
                <a16:creationId xmlns:a16="http://schemas.microsoft.com/office/drawing/2014/main" id="{6C8490AC-1F1D-FCC9-7C21-F2B4F9881221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39" name="Henger 38">
              <a:extLst>
                <a:ext uri="{FF2B5EF4-FFF2-40B4-BE49-F238E27FC236}">
                  <a16:creationId xmlns:a16="http://schemas.microsoft.com/office/drawing/2014/main" id="{AD83B643-386F-8155-8ED5-CAB0259D860B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0" name="Csoportba foglalás 39">
              <a:extLst>
                <a:ext uri="{FF2B5EF4-FFF2-40B4-BE49-F238E27FC236}">
                  <a16:creationId xmlns:a16="http://schemas.microsoft.com/office/drawing/2014/main" id="{51A2DC3A-CA54-57E4-7F18-398F08996805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BE8631DC-3EF1-B628-E375-480F8D5CAF06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27FB428D-F112-9FA6-0B96-1BF578A631C2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44" name="Egyenes összekötő 43">
                <a:extLst>
                  <a:ext uri="{FF2B5EF4-FFF2-40B4-BE49-F238E27FC236}">
                    <a16:creationId xmlns:a16="http://schemas.microsoft.com/office/drawing/2014/main" id="{7C2103FA-7E76-5A80-2227-1346756957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5" name="Egyenes összekötő 44">
                <a:extLst>
                  <a:ext uri="{FF2B5EF4-FFF2-40B4-BE49-F238E27FC236}">
                    <a16:creationId xmlns:a16="http://schemas.microsoft.com/office/drawing/2014/main" id="{832A11E2-2F32-288A-1D29-07AD41FB2D9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6" name="Egyenes összekötő 45">
                <a:extLst>
                  <a:ext uri="{FF2B5EF4-FFF2-40B4-BE49-F238E27FC236}">
                    <a16:creationId xmlns:a16="http://schemas.microsoft.com/office/drawing/2014/main" id="{4F5FC00E-2D75-2A78-F2C1-446883C6153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7" name="Egyenes összekötő 46">
                <a:extLst>
                  <a:ext uri="{FF2B5EF4-FFF2-40B4-BE49-F238E27FC236}">
                    <a16:creationId xmlns:a16="http://schemas.microsoft.com/office/drawing/2014/main" id="{50C2C372-5320-4848-5789-455AB8F9E58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8" name="Ellipszis 47">
                <a:extLst>
                  <a:ext uri="{FF2B5EF4-FFF2-40B4-BE49-F238E27FC236}">
                    <a16:creationId xmlns:a16="http://schemas.microsoft.com/office/drawing/2014/main" id="{36CB78B3-AFCC-90C6-D32A-54E596F5EF95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2BD63F33-1EEB-87B9-EC51-C8BBB4BB0335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9" name="Csoportba foglalás 48">
            <a:extLst>
              <a:ext uri="{FF2B5EF4-FFF2-40B4-BE49-F238E27FC236}">
                <a16:creationId xmlns:a16="http://schemas.microsoft.com/office/drawing/2014/main" id="{511BF658-6657-1A9F-1DE7-B7826331EDCE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50" name="Csoportba foglalás 49">
              <a:extLst>
                <a:ext uri="{FF2B5EF4-FFF2-40B4-BE49-F238E27FC236}">
                  <a16:creationId xmlns:a16="http://schemas.microsoft.com/office/drawing/2014/main" id="{339F579C-E710-34CD-B66D-8994B3D4B4F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92" name="Csoportba foglalás 91">
                <a:extLst>
                  <a:ext uri="{FF2B5EF4-FFF2-40B4-BE49-F238E27FC236}">
                    <a16:creationId xmlns:a16="http://schemas.microsoft.com/office/drawing/2014/main" id="{16BE78AF-CEA6-A36A-8957-57A19EB4044D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95" name="Derékszögű háromszög 94">
                  <a:extLst>
                    <a:ext uri="{FF2B5EF4-FFF2-40B4-BE49-F238E27FC236}">
                      <a16:creationId xmlns:a16="http://schemas.microsoft.com/office/drawing/2014/main" id="{FC924F05-2C7C-18CF-FD54-9587FAC57CCA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6" name="Derékszögű háromszög 95">
                  <a:extLst>
                    <a:ext uri="{FF2B5EF4-FFF2-40B4-BE49-F238E27FC236}">
                      <a16:creationId xmlns:a16="http://schemas.microsoft.com/office/drawing/2014/main" id="{D41B867E-8933-9644-BC80-90C47399A3FA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7" name="Téglalap 15">
                  <a:extLst>
                    <a:ext uri="{FF2B5EF4-FFF2-40B4-BE49-F238E27FC236}">
                      <a16:creationId xmlns:a16="http://schemas.microsoft.com/office/drawing/2014/main" id="{4175B3B0-1E6F-2221-7D2B-5F79D4065A9A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8" name="Folyamatábra: Tárolt adat 17">
                  <a:extLst>
                    <a:ext uri="{FF2B5EF4-FFF2-40B4-BE49-F238E27FC236}">
                      <a16:creationId xmlns:a16="http://schemas.microsoft.com/office/drawing/2014/main" id="{D235919F-7E38-18E7-98E3-06E91635156C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Derékszögű háromszög 98">
                  <a:extLst>
                    <a:ext uri="{FF2B5EF4-FFF2-40B4-BE49-F238E27FC236}">
                      <a16:creationId xmlns:a16="http://schemas.microsoft.com/office/drawing/2014/main" id="{CA7202F6-9AF7-54EA-217D-3DD0F4510B5B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Kivonás jele 99">
                  <a:extLst>
                    <a:ext uri="{FF2B5EF4-FFF2-40B4-BE49-F238E27FC236}">
                      <a16:creationId xmlns:a16="http://schemas.microsoft.com/office/drawing/2014/main" id="{FF78A40F-E3AE-3629-B513-91825A61380D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1" name="Ellipszis 100">
                  <a:extLst>
                    <a:ext uri="{FF2B5EF4-FFF2-40B4-BE49-F238E27FC236}">
                      <a16:creationId xmlns:a16="http://schemas.microsoft.com/office/drawing/2014/main" id="{5EF7182E-2762-56E1-4FD8-E76FF6534D48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Ellipszis 101">
                  <a:extLst>
                    <a:ext uri="{FF2B5EF4-FFF2-40B4-BE49-F238E27FC236}">
                      <a16:creationId xmlns:a16="http://schemas.microsoft.com/office/drawing/2014/main" id="{6608D477-6DFC-9CA9-79ED-23E78B941AD3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3" name="Kivonás jele 102">
                  <a:extLst>
                    <a:ext uri="{FF2B5EF4-FFF2-40B4-BE49-F238E27FC236}">
                      <a16:creationId xmlns:a16="http://schemas.microsoft.com/office/drawing/2014/main" id="{FA17F870-14FE-B447-08AC-D212C7D7C9D0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4" name="Kivonás jele 103">
                  <a:extLst>
                    <a:ext uri="{FF2B5EF4-FFF2-40B4-BE49-F238E27FC236}">
                      <a16:creationId xmlns:a16="http://schemas.microsoft.com/office/drawing/2014/main" id="{C96AEC3A-8001-D7BC-4F08-E57D323449FF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Ellipszis 104">
                  <a:extLst>
                    <a:ext uri="{FF2B5EF4-FFF2-40B4-BE49-F238E27FC236}">
                      <a16:creationId xmlns:a16="http://schemas.microsoft.com/office/drawing/2014/main" id="{6FAE81C5-025A-4280-F3F7-BAFECCE3740A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Romboid 105">
                  <a:extLst>
                    <a:ext uri="{FF2B5EF4-FFF2-40B4-BE49-F238E27FC236}">
                      <a16:creationId xmlns:a16="http://schemas.microsoft.com/office/drawing/2014/main" id="{1353BE8F-7D8D-E48A-8BA6-0CAE390ECF6C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Téglalap 106">
                  <a:extLst>
                    <a:ext uri="{FF2B5EF4-FFF2-40B4-BE49-F238E27FC236}">
                      <a16:creationId xmlns:a16="http://schemas.microsoft.com/office/drawing/2014/main" id="{AF55A344-F31B-B9C8-CBE3-ECB2D684379F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Téglalap: lekerekített 107">
                  <a:extLst>
                    <a:ext uri="{FF2B5EF4-FFF2-40B4-BE49-F238E27FC236}">
                      <a16:creationId xmlns:a16="http://schemas.microsoft.com/office/drawing/2014/main" id="{28B16E3F-F1D8-6013-C05E-BE9A2471C989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Téglalap: lekerekített 108">
                  <a:extLst>
                    <a:ext uri="{FF2B5EF4-FFF2-40B4-BE49-F238E27FC236}">
                      <a16:creationId xmlns:a16="http://schemas.microsoft.com/office/drawing/2014/main" id="{2327833B-BD95-7E69-7C6A-CE5DCF6562CE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Téglalap: lekerekített 109">
                  <a:extLst>
                    <a:ext uri="{FF2B5EF4-FFF2-40B4-BE49-F238E27FC236}">
                      <a16:creationId xmlns:a16="http://schemas.microsoft.com/office/drawing/2014/main" id="{D6F8D0C2-658B-2FED-40D4-15F2455322DC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Téglalap: lekerekített 110">
                  <a:extLst>
                    <a:ext uri="{FF2B5EF4-FFF2-40B4-BE49-F238E27FC236}">
                      <a16:creationId xmlns:a16="http://schemas.microsoft.com/office/drawing/2014/main" id="{6A333CD2-18DC-0806-CE76-0AC21FB29262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Téglalap: lekerekített 111">
                  <a:extLst>
                    <a:ext uri="{FF2B5EF4-FFF2-40B4-BE49-F238E27FC236}">
                      <a16:creationId xmlns:a16="http://schemas.microsoft.com/office/drawing/2014/main" id="{8739DE9E-C1DA-E362-31C2-53C649BC802F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3" name="Téglalap: lekerekített 112">
                  <a:extLst>
                    <a:ext uri="{FF2B5EF4-FFF2-40B4-BE49-F238E27FC236}">
                      <a16:creationId xmlns:a16="http://schemas.microsoft.com/office/drawing/2014/main" id="{2B834668-20A7-83CE-D797-43BD1C0A5909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93" name="Picture 2" descr="Forráskép megtekintése">
                <a:extLst>
                  <a:ext uri="{FF2B5EF4-FFF2-40B4-BE49-F238E27FC236}">
                    <a16:creationId xmlns:a16="http://schemas.microsoft.com/office/drawing/2014/main" id="{AC760330-BAA8-1034-EEBE-7E4FEF4D5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4" name="Picture 6" descr="Forráskép megtekintése">
                <a:extLst>
                  <a:ext uri="{FF2B5EF4-FFF2-40B4-BE49-F238E27FC236}">
                    <a16:creationId xmlns:a16="http://schemas.microsoft.com/office/drawing/2014/main" id="{7BF96231-AD91-F69A-FC20-DD716DCD2E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1" name="Csoportba foglalás 50">
              <a:extLst>
                <a:ext uri="{FF2B5EF4-FFF2-40B4-BE49-F238E27FC236}">
                  <a16:creationId xmlns:a16="http://schemas.microsoft.com/office/drawing/2014/main" id="{57A5E1D4-6B0B-8F89-139F-D881EC5DD949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80" name="Csoportba foglalás 79">
                <a:extLst>
                  <a:ext uri="{FF2B5EF4-FFF2-40B4-BE49-F238E27FC236}">
                    <a16:creationId xmlns:a16="http://schemas.microsoft.com/office/drawing/2014/main" id="{E3881848-5C32-FF9E-2522-A36E358E8FFA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83" name="Henger 82">
                  <a:extLst>
                    <a:ext uri="{FF2B5EF4-FFF2-40B4-BE49-F238E27FC236}">
                      <a16:creationId xmlns:a16="http://schemas.microsoft.com/office/drawing/2014/main" id="{3951FCD4-0713-2F78-8E06-4C4A70B9E68C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Ellipszis 83">
                  <a:extLst>
                    <a:ext uri="{FF2B5EF4-FFF2-40B4-BE49-F238E27FC236}">
                      <a16:creationId xmlns:a16="http://schemas.microsoft.com/office/drawing/2014/main" id="{60408323-F753-AC6B-C7EB-5BA0C796A264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5" name="Téglalap 84">
                  <a:extLst>
                    <a:ext uri="{FF2B5EF4-FFF2-40B4-BE49-F238E27FC236}">
                      <a16:creationId xmlns:a16="http://schemas.microsoft.com/office/drawing/2014/main" id="{8122F3C9-BA3C-882B-7DBC-66D792217501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6" name="Ellipszis 85">
                  <a:extLst>
                    <a:ext uri="{FF2B5EF4-FFF2-40B4-BE49-F238E27FC236}">
                      <a16:creationId xmlns:a16="http://schemas.microsoft.com/office/drawing/2014/main" id="{B9F1E6C6-2FCA-E7F2-C696-9AB3B24AFC55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7" name="Egyenes összekötő 86">
                  <a:extLst>
                    <a:ext uri="{FF2B5EF4-FFF2-40B4-BE49-F238E27FC236}">
                      <a16:creationId xmlns:a16="http://schemas.microsoft.com/office/drawing/2014/main" id="{2277A656-F4BB-192E-F650-6BDE05EB49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698CCF10-5FE9-1957-289A-9F43922DB9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0C792A77-F015-2917-7803-1F1407AEBB6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Egyenes összekötő 89">
                  <a:extLst>
                    <a:ext uri="{FF2B5EF4-FFF2-40B4-BE49-F238E27FC236}">
                      <a16:creationId xmlns:a16="http://schemas.microsoft.com/office/drawing/2014/main" id="{701285C6-F86B-5314-3136-3C19570C4C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1" name="Ellipszis 90">
                  <a:extLst>
                    <a:ext uri="{FF2B5EF4-FFF2-40B4-BE49-F238E27FC236}">
                      <a16:creationId xmlns:a16="http://schemas.microsoft.com/office/drawing/2014/main" id="{BCEBAB6F-C47B-A854-C37C-32C829FA540D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D3AC3E40-4364-2298-74B3-738B40E5C6B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99402AF9-4564-22F5-0FEA-5374896BFB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2" name="Csoportba foglalás 51">
              <a:extLst>
                <a:ext uri="{FF2B5EF4-FFF2-40B4-BE49-F238E27FC236}">
                  <a16:creationId xmlns:a16="http://schemas.microsoft.com/office/drawing/2014/main" id="{48F837CC-D7D5-FF2C-461C-69CCB34221D4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70" name="Henger 69">
                <a:extLst>
                  <a:ext uri="{FF2B5EF4-FFF2-40B4-BE49-F238E27FC236}">
                    <a16:creationId xmlns:a16="http://schemas.microsoft.com/office/drawing/2014/main" id="{4712DC39-64FE-AAB9-1F92-B7F44B3FFA46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1E6348B3-676B-533F-97B4-086D850BA54F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6863E1D6-DC13-3A52-C173-577C263A694C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Ellipszis 73">
                  <a:extLst>
                    <a:ext uri="{FF2B5EF4-FFF2-40B4-BE49-F238E27FC236}">
                      <a16:creationId xmlns:a16="http://schemas.microsoft.com/office/drawing/2014/main" id="{71B7B9D4-2715-C305-9024-82C21C754FA1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75" name="Egyenes összekötő 74">
                  <a:extLst>
                    <a:ext uri="{FF2B5EF4-FFF2-40B4-BE49-F238E27FC236}">
                      <a16:creationId xmlns:a16="http://schemas.microsoft.com/office/drawing/2014/main" id="{4BE9CDAA-297E-48F8-C532-11E3EF40D4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Egyenes összekötő 75">
                  <a:extLst>
                    <a:ext uri="{FF2B5EF4-FFF2-40B4-BE49-F238E27FC236}">
                      <a16:creationId xmlns:a16="http://schemas.microsoft.com/office/drawing/2014/main" id="{FDBCB992-EC76-D7B5-6290-863DB70E93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Egyenes összekötő 76">
                  <a:extLst>
                    <a:ext uri="{FF2B5EF4-FFF2-40B4-BE49-F238E27FC236}">
                      <a16:creationId xmlns:a16="http://schemas.microsoft.com/office/drawing/2014/main" id="{DA1B2B3F-D74B-5E82-A167-E753F299B3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Egyenes összekötő 77">
                  <a:extLst>
                    <a:ext uri="{FF2B5EF4-FFF2-40B4-BE49-F238E27FC236}">
                      <a16:creationId xmlns:a16="http://schemas.microsoft.com/office/drawing/2014/main" id="{0417F55A-E869-3564-2826-F37383D7D0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9" name="Ellipszis 78">
                  <a:extLst>
                    <a:ext uri="{FF2B5EF4-FFF2-40B4-BE49-F238E27FC236}">
                      <a16:creationId xmlns:a16="http://schemas.microsoft.com/office/drawing/2014/main" id="{E226D6D2-DDFF-3D4E-CAFE-1431AB83A257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74B1F7DE-BEBD-74BC-6323-E28891F9FCB7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3" name="Csoportba foglalás 52">
              <a:extLst>
                <a:ext uri="{FF2B5EF4-FFF2-40B4-BE49-F238E27FC236}">
                  <a16:creationId xmlns:a16="http://schemas.microsoft.com/office/drawing/2014/main" id="{BAF47C9B-3BD2-F883-065D-86704CB9F752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54" name="Csoportba foglalás 53">
                <a:extLst>
                  <a:ext uri="{FF2B5EF4-FFF2-40B4-BE49-F238E27FC236}">
                    <a16:creationId xmlns:a16="http://schemas.microsoft.com/office/drawing/2014/main" id="{E1926936-2825-F637-A81D-165597E5D9F2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7A479114-82ED-E02B-77B7-6447755F814A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21839B2D-A6FE-AACF-C1EE-41557B1AC60E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Ív 63">
                  <a:extLst>
                    <a:ext uri="{FF2B5EF4-FFF2-40B4-BE49-F238E27FC236}">
                      <a16:creationId xmlns:a16="http://schemas.microsoft.com/office/drawing/2014/main" id="{DA93A2B6-071E-E986-6146-97BA4422FF9C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65" name="Picture 2" descr="Forráskép megtekintése">
                  <a:extLst>
                    <a:ext uri="{FF2B5EF4-FFF2-40B4-BE49-F238E27FC236}">
                      <a16:creationId xmlns:a16="http://schemas.microsoft.com/office/drawing/2014/main" id="{842F95F4-8B76-0FB3-5B4E-BC56F795763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42DCE20B-F8BA-C35E-6828-C8A98768B4EF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Csillag: 4 ágú 66">
                  <a:extLst>
                    <a:ext uri="{FF2B5EF4-FFF2-40B4-BE49-F238E27FC236}">
                      <a16:creationId xmlns:a16="http://schemas.microsoft.com/office/drawing/2014/main" id="{FDB819C2-2F3F-91C8-4810-3CEC467B0B5A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Szabadkézi sokszög: alakzat 67">
                  <a:extLst>
                    <a:ext uri="{FF2B5EF4-FFF2-40B4-BE49-F238E27FC236}">
                      <a16:creationId xmlns:a16="http://schemas.microsoft.com/office/drawing/2014/main" id="{5B42CB0C-9730-DDE2-4917-2EEC1A089517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C2DDAE1C-1FE8-2636-D5BC-1F4C6C7462B2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07575ED7-4EDB-11BD-F3C8-C3FAEA85851C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Ellipszis 55">
                <a:extLst>
                  <a:ext uri="{FF2B5EF4-FFF2-40B4-BE49-F238E27FC236}">
                    <a16:creationId xmlns:a16="http://schemas.microsoft.com/office/drawing/2014/main" id="{9D3C6D4C-0886-E8BE-AA92-4BFC8DB8EE6A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7" name="Egyenes összekötő 56">
                <a:extLst>
                  <a:ext uri="{FF2B5EF4-FFF2-40B4-BE49-F238E27FC236}">
                    <a16:creationId xmlns:a16="http://schemas.microsoft.com/office/drawing/2014/main" id="{10396042-D7A1-0B65-F8C6-07A3BAF80AA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8260F7BD-6720-9366-DD5A-958A54C5F081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Ellipszis 58">
                <a:extLst>
                  <a:ext uri="{FF2B5EF4-FFF2-40B4-BE49-F238E27FC236}">
                    <a16:creationId xmlns:a16="http://schemas.microsoft.com/office/drawing/2014/main" id="{7FB9279B-01B5-B87A-3738-94242A204490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60" name="Kép 59">
                <a:extLst>
                  <a:ext uri="{FF2B5EF4-FFF2-40B4-BE49-F238E27FC236}">
                    <a16:creationId xmlns:a16="http://schemas.microsoft.com/office/drawing/2014/main" id="{BE09720F-BE8C-731B-8024-6F3B8F4563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21607969-D3E8-5B09-DD8A-2303311950A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14" name="Téglalap 113">
            <a:extLst>
              <a:ext uri="{FF2B5EF4-FFF2-40B4-BE49-F238E27FC236}">
                <a16:creationId xmlns:a16="http://schemas.microsoft.com/office/drawing/2014/main" id="{CC7BE8A3-C9A5-7918-FF9F-C829ECC206B0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5" name="Csoportba foglalás 114">
            <a:extLst>
              <a:ext uri="{FF2B5EF4-FFF2-40B4-BE49-F238E27FC236}">
                <a16:creationId xmlns:a16="http://schemas.microsoft.com/office/drawing/2014/main" id="{9B9193A4-DA09-0F4A-155B-9E3E2F859010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5C665A72-71D6-33CF-45AD-872B77926482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9" name="Henger 118">
                <a:extLst>
                  <a:ext uri="{FF2B5EF4-FFF2-40B4-BE49-F238E27FC236}">
                    <a16:creationId xmlns:a16="http://schemas.microsoft.com/office/drawing/2014/main" id="{5A4DB181-1D32-58C8-E843-6A644EB4A9E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0" name="Ellipszis 119">
                <a:extLst>
                  <a:ext uri="{FF2B5EF4-FFF2-40B4-BE49-F238E27FC236}">
                    <a16:creationId xmlns:a16="http://schemas.microsoft.com/office/drawing/2014/main" id="{3E7D8494-04EE-766E-0F9B-1BF003E0F20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B20B49D2-59F6-D556-4726-798AF139C362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Ellipszis 121">
                <a:extLst>
                  <a:ext uri="{FF2B5EF4-FFF2-40B4-BE49-F238E27FC236}">
                    <a16:creationId xmlns:a16="http://schemas.microsoft.com/office/drawing/2014/main" id="{4A989EFA-3D22-1C30-051C-D71C2E628CF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9C203740-54AB-31C1-A803-89B090F591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4" name="Egyenes összekötő 123">
                <a:extLst>
                  <a:ext uri="{FF2B5EF4-FFF2-40B4-BE49-F238E27FC236}">
                    <a16:creationId xmlns:a16="http://schemas.microsoft.com/office/drawing/2014/main" id="{65F0FB9A-9706-E5D3-99BD-8B692A1674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7A714F2A-9CCD-97C0-A323-5C6427006F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6" name="Egyenes összekötő 125">
                <a:extLst>
                  <a:ext uri="{FF2B5EF4-FFF2-40B4-BE49-F238E27FC236}">
                    <a16:creationId xmlns:a16="http://schemas.microsoft.com/office/drawing/2014/main" id="{9D091814-BC01-8F1B-E0E0-717819429E6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7" name="Ellipszis 126">
                <a:extLst>
                  <a:ext uri="{FF2B5EF4-FFF2-40B4-BE49-F238E27FC236}">
                    <a16:creationId xmlns:a16="http://schemas.microsoft.com/office/drawing/2014/main" id="{22AA515C-C0F5-EBFE-E5DD-6DFD23A69008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E7F1CEEC-CB50-B2C4-E788-17D258F1128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8" name="Egyenes összekötő 117">
              <a:extLst>
                <a:ext uri="{FF2B5EF4-FFF2-40B4-BE49-F238E27FC236}">
                  <a16:creationId xmlns:a16="http://schemas.microsoft.com/office/drawing/2014/main" id="{64FA31CB-6B6D-C69A-8DBC-F345245185CF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8" name="Téglalap 127">
            <a:extLst>
              <a:ext uri="{FF2B5EF4-FFF2-40B4-BE49-F238E27FC236}">
                <a16:creationId xmlns:a16="http://schemas.microsoft.com/office/drawing/2014/main" id="{C78C0BBA-36FB-AF82-BC21-E62FBEC09E3C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9F5D9569-D268-AC64-F34D-7802F618CFE8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Téglalap 129">
            <a:extLst>
              <a:ext uri="{FF2B5EF4-FFF2-40B4-BE49-F238E27FC236}">
                <a16:creationId xmlns:a16="http://schemas.microsoft.com/office/drawing/2014/main" id="{0BC9FA35-8E56-2090-A2AF-BFCC4D36DFC4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CCA5E023-C5DE-CDD4-B8CC-0FF1F867DC9C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Téglalap 131">
            <a:extLst>
              <a:ext uri="{FF2B5EF4-FFF2-40B4-BE49-F238E27FC236}">
                <a16:creationId xmlns:a16="http://schemas.microsoft.com/office/drawing/2014/main" id="{0C63632E-7F0A-D84F-EED0-D67533433061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3" name="Csoportba foglalás 132">
            <a:extLst>
              <a:ext uri="{FF2B5EF4-FFF2-40B4-BE49-F238E27FC236}">
                <a16:creationId xmlns:a16="http://schemas.microsoft.com/office/drawing/2014/main" id="{5BA486D3-1337-62AC-FDC8-DAD832CAD8B6}"/>
              </a:ext>
            </a:extLst>
          </p:cNvPr>
          <p:cNvGrpSpPr/>
          <p:nvPr/>
        </p:nvGrpSpPr>
        <p:grpSpPr>
          <a:xfrm>
            <a:off x="2103210" y="2376172"/>
            <a:ext cx="1152739" cy="2231794"/>
            <a:chOff x="21678" y="2352425"/>
            <a:chExt cx="1152739" cy="2231794"/>
          </a:xfrm>
        </p:grpSpPr>
        <p:sp>
          <p:nvSpPr>
            <p:cNvPr id="134" name="Téglalap 133">
              <a:extLst>
                <a:ext uri="{FF2B5EF4-FFF2-40B4-BE49-F238E27FC236}">
                  <a16:creationId xmlns:a16="http://schemas.microsoft.com/office/drawing/2014/main" id="{BED3EECD-9272-147E-221B-155C5ED078E1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Ellipszis 134">
              <a:extLst>
                <a:ext uri="{FF2B5EF4-FFF2-40B4-BE49-F238E27FC236}">
                  <a16:creationId xmlns:a16="http://schemas.microsoft.com/office/drawing/2014/main" id="{8F5FC23B-DFCE-C5E4-B51E-1C8AC05127E9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>
              <a:extLst>
                <a:ext uri="{FF2B5EF4-FFF2-40B4-BE49-F238E27FC236}">
                  <a16:creationId xmlns:a16="http://schemas.microsoft.com/office/drawing/2014/main" id="{428ECC0C-AF11-45CD-AE6E-9058CFB7F4A6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>
              <a:extLst>
                <a:ext uri="{FF2B5EF4-FFF2-40B4-BE49-F238E27FC236}">
                  <a16:creationId xmlns:a16="http://schemas.microsoft.com/office/drawing/2014/main" id="{ECA1CF64-E72A-AE54-CA4F-56C9EF0C0CFD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Ellipszis 137">
              <a:extLst>
                <a:ext uri="{FF2B5EF4-FFF2-40B4-BE49-F238E27FC236}">
                  <a16:creationId xmlns:a16="http://schemas.microsoft.com/office/drawing/2014/main" id="{B92AF85C-A07A-54AE-6324-0EB76AA39440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110490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A1C1E275-3894-42EE-AE0E-BA1B0CC0C00D}"/>
              </a:ext>
            </a:extLst>
          </p:cNvPr>
          <p:cNvGrpSpPr/>
          <p:nvPr/>
        </p:nvGrpSpPr>
        <p:grpSpPr>
          <a:xfrm>
            <a:off x="4076700" y="2026970"/>
            <a:ext cx="6975968" cy="2740695"/>
            <a:chOff x="0" y="2026970"/>
            <a:chExt cx="6975968" cy="2740695"/>
          </a:xfrm>
        </p:grpSpPr>
        <p:sp>
          <p:nvSpPr>
            <p:cNvPr id="4" name="Téglalap 3">
              <a:extLst>
                <a:ext uri="{FF2B5EF4-FFF2-40B4-BE49-F238E27FC236}">
                  <a16:creationId xmlns:a16="http://schemas.microsoft.com/office/drawing/2014/main" id="{5DCAC752-C0AA-44CF-A62C-2F52D7790E19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" name="Téglalap 4">
              <a:extLst>
                <a:ext uri="{FF2B5EF4-FFF2-40B4-BE49-F238E27FC236}">
                  <a16:creationId xmlns:a16="http://schemas.microsoft.com/office/drawing/2014/main" id="{CC53A960-C632-4509-A594-E9F9E54DA7C3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6" name="Téglalap 5">
              <a:extLst>
                <a:ext uri="{FF2B5EF4-FFF2-40B4-BE49-F238E27FC236}">
                  <a16:creationId xmlns:a16="http://schemas.microsoft.com/office/drawing/2014/main" id="{1133A778-766C-4715-8F87-082B067F948F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" name="Téglalap 6">
              <a:extLst>
                <a:ext uri="{FF2B5EF4-FFF2-40B4-BE49-F238E27FC236}">
                  <a16:creationId xmlns:a16="http://schemas.microsoft.com/office/drawing/2014/main" id="{6EAA020A-EB55-4D66-940D-F6270F9A3275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" name="Téglalap 7">
              <a:extLst>
                <a:ext uri="{FF2B5EF4-FFF2-40B4-BE49-F238E27FC236}">
                  <a16:creationId xmlns:a16="http://schemas.microsoft.com/office/drawing/2014/main" id="{856AFFAA-7F0A-48E3-8140-FBEB5EBA5F55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9" name="Téglalap 8">
            <a:extLst>
              <a:ext uri="{FF2B5EF4-FFF2-40B4-BE49-F238E27FC236}">
                <a16:creationId xmlns:a16="http://schemas.microsoft.com/office/drawing/2014/main" id="{1C51A29A-F6BA-4BEF-9BA3-FD11650F6C90}"/>
              </a:ext>
            </a:extLst>
          </p:cNvPr>
          <p:cNvSpPr/>
          <p:nvPr/>
        </p:nvSpPr>
        <p:spPr>
          <a:xfrm>
            <a:off x="0" y="6518246"/>
            <a:ext cx="12192000" cy="339754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" name="Téglalap 9">
            <a:extLst>
              <a:ext uri="{FF2B5EF4-FFF2-40B4-BE49-F238E27FC236}">
                <a16:creationId xmlns:a16="http://schemas.microsoft.com/office/drawing/2014/main" id="{BF4E1844-D417-4E7D-928D-59B57B05C179}"/>
              </a:ext>
            </a:extLst>
          </p:cNvPr>
          <p:cNvSpPr/>
          <p:nvPr/>
        </p:nvSpPr>
        <p:spPr>
          <a:xfrm>
            <a:off x="-511728" y="4597167"/>
            <a:ext cx="13544064" cy="192108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Téglalap 10">
            <a:extLst>
              <a:ext uri="{FF2B5EF4-FFF2-40B4-BE49-F238E27FC236}">
                <a16:creationId xmlns:a16="http://schemas.microsoft.com/office/drawing/2014/main" id="{1DEF5B60-3E9F-4AB4-8342-3CC0401F3A82}"/>
              </a:ext>
            </a:extLst>
          </p:cNvPr>
          <p:cNvSpPr/>
          <p:nvPr/>
        </p:nvSpPr>
        <p:spPr>
          <a:xfrm>
            <a:off x="9804329" y="5387986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Téglalap 11">
            <a:extLst>
              <a:ext uri="{FF2B5EF4-FFF2-40B4-BE49-F238E27FC236}">
                <a16:creationId xmlns:a16="http://schemas.microsoft.com/office/drawing/2014/main" id="{2D3EFB2F-A86F-4C5E-ABC9-31E75DDE46EE}"/>
              </a:ext>
            </a:extLst>
          </p:cNvPr>
          <p:cNvSpPr/>
          <p:nvPr/>
        </p:nvSpPr>
        <p:spPr>
          <a:xfrm>
            <a:off x="8839408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Téglalap 12">
            <a:extLst>
              <a:ext uri="{FF2B5EF4-FFF2-40B4-BE49-F238E27FC236}">
                <a16:creationId xmlns:a16="http://schemas.microsoft.com/office/drawing/2014/main" id="{8DB733C8-2EE6-4F49-931D-A3FC875945A7}"/>
              </a:ext>
            </a:extLst>
          </p:cNvPr>
          <p:cNvSpPr/>
          <p:nvPr/>
        </p:nvSpPr>
        <p:spPr>
          <a:xfrm>
            <a:off x="7686823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Téglalap 13">
            <a:extLst>
              <a:ext uri="{FF2B5EF4-FFF2-40B4-BE49-F238E27FC236}">
                <a16:creationId xmlns:a16="http://schemas.microsoft.com/office/drawing/2014/main" id="{301B533A-4AA2-4856-8CE0-9EB069231BE8}"/>
              </a:ext>
            </a:extLst>
          </p:cNvPr>
          <p:cNvSpPr/>
          <p:nvPr/>
        </p:nvSpPr>
        <p:spPr>
          <a:xfrm>
            <a:off x="6406751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Téglalap 14">
            <a:extLst>
              <a:ext uri="{FF2B5EF4-FFF2-40B4-BE49-F238E27FC236}">
                <a16:creationId xmlns:a16="http://schemas.microsoft.com/office/drawing/2014/main" id="{8061F1CA-F5FD-4C4A-86D7-DE834485B038}"/>
              </a:ext>
            </a:extLst>
          </p:cNvPr>
          <p:cNvSpPr/>
          <p:nvPr/>
        </p:nvSpPr>
        <p:spPr>
          <a:xfrm>
            <a:off x="5259826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BCBD7AF6-D3D2-4C2C-81E1-922566532CC6}"/>
              </a:ext>
            </a:extLst>
          </p:cNvPr>
          <p:cNvSpPr/>
          <p:nvPr/>
        </p:nvSpPr>
        <p:spPr>
          <a:xfrm>
            <a:off x="4337247" y="5377341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Téglalap 16">
            <a:extLst>
              <a:ext uri="{FF2B5EF4-FFF2-40B4-BE49-F238E27FC236}">
                <a16:creationId xmlns:a16="http://schemas.microsoft.com/office/drawing/2014/main" id="{D04900BA-DA6A-43E5-BD2F-1292A17656DE}"/>
              </a:ext>
            </a:extLst>
          </p:cNvPr>
          <p:cNvSpPr/>
          <p:nvPr/>
        </p:nvSpPr>
        <p:spPr>
          <a:xfrm>
            <a:off x="3311361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Téglalap 17">
            <a:extLst>
              <a:ext uri="{FF2B5EF4-FFF2-40B4-BE49-F238E27FC236}">
                <a16:creationId xmlns:a16="http://schemas.microsoft.com/office/drawing/2014/main" id="{15BAD75C-9E99-4996-9710-FC9778A66E0A}"/>
              </a:ext>
            </a:extLst>
          </p:cNvPr>
          <p:cNvSpPr/>
          <p:nvPr/>
        </p:nvSpPr>
        <p:spPr>
          <a:xfrm>
            <a:off x="2208220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9" name="Téglalap 18">
            <a:extLst>
              <a:ext uri="{FF2B5EF4-FFF2-40B4-BE49-F238E27FC236}">
                <a16:creationId xmlns:a16="http://schemas.microsoft.com/office/drawing/2014/main" id="{3BBABC36-D5FB-487C-A00E-893725D7E912}"/>
              </a:ext>
            </a:extLst>
          </p:cNvPr>
          <p:cNvSpPr/>
          <p:nvPr/>
        </p:nvSpPr>
        <p:spPr>
          <a:xfrm>
            <a:off x="1147543" y="5381527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0" name="Téglalap 19">
            <a:extLst>
              <a:ext uri="{FF2B5EF4-FFF2-40B4-BE49-F238E27FC236}">
                <a16:creationId xmlns:a16="http://schemas.microsoft.com/office/drawing/2014/main" id="{AE762167-035D-470F-800C-E8643B0440DC}"/>
              </a:ext>
            </a:extLst>
          </p:cNvPr>
          <p:cNvSpPr/>
          <p:nvPr/>
        </p:nvSpPr>
        <p:spPr>
          <a:xfrm>
            <a:off x="10916462" y="5394115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1" name="Téglalap 20">
            <a:extLst>
              <a:ext uri="{FF2B5EF4-FFF2-40B4-BE49-F238E27FC236}">
                <a16:creationId xmlns:a16="http://schemas.microsoft.com/office/drawing/2014/main" id="{AF70E9AF-4FEF-4BDA-A21D-EE28B3C54B1E}"/>
              </a:ext>
            </a:extLst>
          </p:cNvPr>
          <p:cNvSpPr/>
          <p:nvPr/>
        </p:nvSpPr>
        <p:spPr>
          <a:xfrm>
            <a:off x="11919288" y="5389920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2" name="Téglalap 21">
            <a:extLst>
              <a:ext uri="{FF2B5EF4-FFF2-40B4-BE49-F238E27FC236}">
                <a16:creationId xmlns:a16="http://schemas.microsoft.com/office/drawing/2014/main" id="{34E4D1BC-9A11-456A-ACFC-6147380373AB}"/>
              </a:ext>
            </a:extLst>
          </p:cNvPr>
          <p:cNvSpPr/>
          <p:nvPr/>
        </p:nvSpPr>
        <p:spPr>
          <a:xfrm>
            <a:off x="198369" y="5387828"/>
            <a:ext cx="604007" cy="1845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A044C394-6662-413E-9BC7-9650335325B1}"/>
              </a:ext>
            </a:extLst>
          </p:cNvPr>
          <p:cNvGrpSpPr/>
          <p:nvPr/>
        </p:nvGrpSpPr>
        <p:grpSpPr>
          <a:xfrm>
            <a:off x="11956815" y="109752"/>
            <a:ext cx="1911106" cy="4498214"/>
            <a:chOff x="9442215" y="109752"/>
            <a:chExt cx="1911106" cy="4498214"/>
          </a:xfrm>
        </p:grpSpPr>
        <p:sp>
          <p:nvSpPr>
            <p:cNvPr id="24" name="Téglalap 23">
              <a:extLst>
                <a:ext uri="{FF2B5EF4-FFF2-40B4-BE49-F238E27FC236}">
                  <a16:creationId xmlns:a16="http://schemas.microsoft.com/office/drawing/2014/main" id="{E03E1251-5AC5-4B64-B0B1-25F99873C64C}"/>
                </a:ext>
              </a:extLst>
            </p:cNvPr>
            <p:cNvSpPr/>
            <p:nvPr/>
          </p:nvSpPr>
          <p:spPr>
            <a:xfrm>
              <a:off x="9673933" y="2558163"/>
              <a:ext cx="1294580" cy="2049803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" name="Trapezoid 24">
              <a:extLst>
                <a:ext uri="{FF2B5EF4-FFF2-40B4-BE49-F238E27FC236}">
                  <a16:creationId xmlns:a16="http://schemas.microsoft.com/office/drawing/2014/main" id="{66E495C2-685A-45C2-9C8A-68DEBA4486E3}"/>
                </a:ext>
              </a:extLst>
            </p:cNvPr>
            <p:cNvSpPr/>
            <p:nvPr/>
          </p:nvSpPr>
          <p:spPr>
            <a:xfrm rot="10800000">
              <a:off x="9442215" y="1694153"/>
              <a:ext cx="1773720" cy="872415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" name="Téglalap 25">
              <a:extLst>
                <a:ext uri="{FF2B5EF4-FFF2-40B4-BE49-F238E27FC236}">
                  <a16:creationId xmlns:a16="http://schemas.microsoft.com/office/drawing/2014/main" id="{905B3F6A-9E6C-4907-B001-2315F0B3A311}"/>
                </a:ext>
              </a:extLst>
            </p:cNvPr>
            <p:cNvSpPr/>
            <p:nvPr/>
          </p:nvSpPr>
          <p:spPr>
            <a:xfrm>
              <a:off x="9442215" y="1098186"/>
              <a:ext cx="1773720" cy="6096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Trapezoid 26">
              <a:extLst>
                <a:ext uri="{FF2B5EF4-FFF2-40B4-BE49-F238E27FC236}">
                  <a16:creationId xmlns:a16="http://schemas.microsoft.com/office/drawing/2014/main" id="{51194AC1-643B-4C98-BE88-71911A77D6EC}"/>
                </a:ext>
              </a:extLst>
            </p:cNvPr>
            <p:cNvSpPr/>
            <p:nvPr/>
          </p:nvSpPr>
          <p:spPr>
            <a:xfrm>
              <a:off x="9442215" y="603969"/>
              <a:ext cx="1773720" cy="494217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" name="Trapezoid 27">
              <a:extLst>
                <a:ext uri="{FF2B5EF4-FFF2-40B4-BE49-F238E27FC236}">
                  <a16:creationId xmlns:a16="http://schemas.microsoft.com/office/drawing/2014/main" id="{8B281863-0168-474F-A530-25648007B3F0}"/>
                </a:ext>
              </a:extLst>
            </p:cNvPr>
            <p:cNvSpPr/>
            <p:nvPr/>
          </p:nvSpPr>
          <p:spPr>
            <a:xfrm>
              <a:off x="10011525" y="109752"/>
              <a:ext cx="649706" cy="494217"/>
            </a:xfrm>
            <a:prstGeom prst="trapezoid">
              <a:avLst/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Folyamatábra: Kézi művelet 28">
              <a:extLst>
                <a:ext uri="{FF2B5EF4-FFF2-40B4-BE49-F238E27FC236}">
                  <a16:creationId xmlns:a16="http://schemas.microsoft.com/office/drawing/2014/main" id="{2262FEAD-00A3-4ECF-A84D-5022AA6FF7A0}"/>
                </a:ext>
              </a:extLst>
            </p:cNvPr>
            <p:cNvSpPr/>
            <p:nvPr/>
          </p:nvSpPr>
          <p:spPr>
            <a:xfrm rot="9260764">
              <a:off x="10586333" y="189292"/>
              <a:ext cx="766988" cy="3061314"/>
            </a:xfrm>
            <a:prstGeom prst="flowChartManualOperation">
              <a:avLst/>
            </a:prstGeom>
            <a:solidFill>
              <a:schemeClr val="accent4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30" name="Csillag: 5 ágú 29">
            <a:extLst>
              <a:ext uri="{FF2B5EF4-FFF2-40B4-BE49-F238E27FC236}">
                <a16:creationId xmlns:a16="http://schemas.microsoft.com/office/drawing/2014/main" id="{F6BF8A6A-1D0F-4A3B-977D-E2EBFF8424E6}"/>
              </a:ext>
            </a:extLst>
          </p:cNvPr>
          <p:cNvSpPr/>
          <p:nvPr/>
        </p:nvSpPr>
        <p:spPr>
          <a:xfrm>
            <a:off x="1515078" y="114964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" name="Csillag: 5 ágú 30">
            <a:extLst>
              <a:ext uri="{FF2B5EF4-FFF2-40B4-BE49-F238E27FC236}">
                <a16:creationId xmlns:a16="http://schemas.microsoft.com/office/drawing/2014/main" id="{6D83D367-07E9-487B-8E99-5C81F34917B8}"/>
              </a:ext>
            </a:extLst>
          </p:cNvPr>
          <p:cNvSpPr/>
          <p:nvPr/>
        </p:nvSpPr>
        <p:spPr>
          <a:xfrm>
            <a:off x="3139105" y="1113451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" name="Csillag: 5 ágú 31">
            <a:extLst>
              <a:ext uri="{FF2B5EF4-FFF2-40B4-BE49-F238E27FC236}">
                <a16:creationId xmlns:a16="http://schemas.microsoft.com/office/drawing/2014/main" id="{11AA273D-FFA0-4FD7-8503-9991A4B3A27D}"/>
              </a:ext>
            </a:extLst>
          </p:cNvPr>
          <p:cNvSpPr/>
          <p:nvPr/>
        </p:nvSpPr>
        <p:spPr>
          <a:xfrm>
            <a:off x="4941254" y="1043586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3" name="Csillag: 5 ágú 32">
            <a:extLst>
              <a:ext uri="{FF2B5EF4-FFF2-40B4-BE49-F238E27FC236}">
                <a16:creationId xmlns:a16="http://schemas.microsoft.com/office/drawing/2014/main" id="{BC56DB4D-4EDB-468A-995E-38DF737EBBED}"/>
              </a:ext>
            </a:extLst>
          </p:cNvPr>
          <p:cNvSpPr/>
          <p:nvPr/>
        </p:nvSpPr>
        <p:spPr>
          <a:xfrm>
            <a:off x="7222083" y="46252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Csillag: 5 ágú 33">
            <a:extLst>
              <a:ext uri="{FF2B5EF4-FFF2-40B4-BE49-F238E27FC236}">
                <a16:creationId xmlns:a16="http://schemas.microsoft.com/office/drawing/2014/main" id="{79F98C6C-601A-4AE0-999A-F2967CC094A6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Csillag: 5 ágú 34">
            <a:extLst>
              <a:ext uri="{FF2B5EF4-FFF2-40B4-BE49-F238E27FC236}">
                <a16:creationId xmlns:a16="http://schemas.microsoft.com/office/drawing/2014/main" id="{3C9BECBA-3E65-40CB-8046-61D157D3E022}"/>
              </a:ext>
            </a:extLst>
          </p:cNvPr>
          <p:cNvSpPr/>
          <p:nvPr/>
        </p:nvSpPr>
        <p:spPr>
          <a:xfrm>
            <a:off x="9780278" y="932656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Csillag: 5 ágú 35">
            <a:extLst>
              <a:ext uri="{FF2B5EF4-FFF2-40B4-BE49-F238E27FC236}">
                <a16:creationId xmlns:a16="http://schemas.microsoft.com/office/drawing/2014/main" id="{3646D5B7-5E3D-47DD-895D-CD4D5DAD14FD}"/>
              </a:ext>
            </a:extLst>
          </p:cNvPr>
          <p:cNvSpPr/>
          <p:nvPr/>
        </p:nvSpPr>
        <p:spPr>
          <a:xfrm>
            <a:off x="8530639" y="112822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7" name="Csoportba foglalás 36">
            <a:extLst>
              <a:ext uri="{FF2B5EF4-FFF2-40B4-BE49-F238E27FC236}">
                <a16:creationId xmlns:a16="http://schemas.microsoft.com/office/drawing/2014/main" id="{CDBD625F-6905-4B7E-9751-B1B61258473A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38" name="Henger 37">
              <a:extLst>
                <a:ext uri="{FF2B5EF4-FFF2-40B4-BE49-F238E27FC236}">
                  <a16:creationId xmlns:a16="http://schemas.microsoft.com/office/drawing/2014/main" id="{4E73747D-E21A-413C-9553-9ED3279580EC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9" name="Csoportba foglalás 38">
              <a:extLst>
                <a:ext uri="{FF2B5EF4-FFF2-40B4-BE49-F238E27FC236}">
                  <a16:creationId xmlns:a16="http://schemas.microsoft.com/office/drawing/2014/main" id="{4099EDA5-EF19-446A-B335-7A36D1820E56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41" name="Ellipszis 40">
                <a:extLst>
                  <a:ext uri="{FF2B5EF4-FFF2-40B4-BE49-F238E27FC236}">
                    <a16:creationId xmlns:a16="http://schemas.microsoft.com/office/drawing/2014/main" id="{4A17F5BD-CD89-47AA-9249-6C630BE91D81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26A5F3D6-2D42-4156-A54F-C331AA63F584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43" name="Egyenes összekötő 42">
                <a:extLst>
                  <a:ext uri="{FF2B5EF4-FFF2-40B4-BE49-F238E27FC236}">
                    <a16:creationId xmlns:a16="http://schemas.microsoft.com/office/drawing/2014/main" id="{F20E2747-4419-4D5A-AA44-FA8BE0C9C1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4" name="Egyenes összekötő 43">
                <a:extLst>
                  <a:ext uri="{FF2B5EF4-FFF2-40B4-BE49-F238E27FC236}">
                    <a16:creationId xmlns:a16="http://schemas.microsoft.com/office/drawing/2014/main" id="{CDD41F26-AD24-4429-87CD-9907EE57C18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5" name="Egyenes összekötő 44">
                <a:extLst>
                  <a:ext uri="{FF2B5EF4-FFF2-40B4-BE49-F238E27FC236}">
                    <a16:creationId xmlns:a16="http://schemas.microsoft.com/office/drawing/2014/main" id="{CFC800E7-3A52-4F20-9340-78260ED5620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6" name="Egyenes összekötő 45">
                <a:extLst>
                  <a:ext uri="{FF2B5EF4-FFF2-40B4-BE49-F238E27FC236}">
                    <a16:creationId xmlns:a16="http://schemas.microsoft.com/office/drawing/2014/main" id="{B356B97E-8EA3-4381-8A0C-9A1CAC8BD9D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7" name="Ellipszis 46">
                <a:extLst>
                  <a:ext uri="{FF2B5EF4-FFF2-40B4-BE49-F238E27FC236}">
                    <a16:creationId xmlns:a16="http://schemas.microsoft.com/office/drawing/2014/main" id="{BE74783C-DFDB-429F-91E4-1DACF2B17236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0" name="Téglalap 39">
              <a:extLst>
                <a:ext uri="{FF2B5EF4-FFF2-40B4-BE49-F238E27FC236}">
                  <a16:creationId xmlns:a16="http://schemas.microsoft.com/office/drawing/2014/main" id="{638F0A72-40B4-40FA-AE2A-C93E1EE7990E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8" name="Csoportba foglalás 47">
            <a:extLst>
              <a:ext uri="{FF2B5EF4-FFF2-40B4-BE49-F238E27FC236}">
                <a16:creationId xmlns:a16="http://schemas.microsoft.com/office/drawing/2014/main" id="{2451FA49-DBA7-4090-8058-DA76C6443054}"/>
              </a:ext>
            </a:extLst>
          </p:cNvPr>
          <p:cNvGrpSpPr/>
          <p:nvPr/>
        </p:nvGrpSpPr>
        <p:grpSpPr>
          <a:xfrm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9" name="Csoportba foglalás 48">
              <a:extLst>
                <a:ext uri="{FF2B5EF4-FFF2-40B4-BE49-F238E27FC236}">
                  <a16:creationId xmlns:a16="http://schemas.microsoft.com/office/drawing/2014/main" id="{1F329BE3-1D68-4A13-818F-D80F3DC9327A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91" name="Csoportba foglalás 90">
                <a:extLst>
                  <a:ext uri="{FF2B5EF4-FFF2-40B4-BE49-F238E27FC236}">
                    <a16:creationId xmlns:a16="http://schemas.microsoft.com/office/drawing/2014/main" id="{EB2CBEAC-DF3D-4FBF-88F4-5FE6E96CE7A8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94" name="Derékszögű háromszög 93">
                  <a:extLst>
                    <a:ext uri="{FF2B5EF4-FFF2-40B4-BE49-F238E27FC236}">
                      <a16:creationId xmlns:a16="http://schemas.microsoft.com/office/drawing/2014/main" id="{006D04F5-899D-448C-A3C6-36E38ED8AF0E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5" name="Derékszögű háromszög 94">
                  <a:extLst>
                    <a:ext uri="{FF2B5EF4-FFF2-40B4-BE49-F238E27FC236}">
                      <a16:creationId xmlns:a16="http://schemas.microsoft.com/office/drawing/2014/main" id="{F09C4B0B-2439-48A7-8EBE-A2D9BEC67931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6" name="Téglalap 15">
                  <a:extLst>
                    <a:ext uri="{FF2B5EF4-FFF2-40B4-BE49-F238E27FC236}">
                      <a16:creationId xmlns:a16="http://schemas.microsoft.com/office/drawing/2014/main" id="{D781D2BD-F8F2-4F7E-A2D6-50ED9A70E7BB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7" name="Folyamatábra: Tárolt adat 17">
                  <a:extLst>
                    <a:ext uri="{FF2B5EF4-FFF2-40B4-BE49-F238E27FC236}">
                      <a16:creationId xmlns:a16="http://schemas.microsoft.com/office/drawing/2014/main" id="{7B49D7AC-C399-48D5-8816-23429223919A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8" name="Derékszögű háromszög 97">
                  <a:extLst>
                    <a:ext uri="{FF2B5EF4-FFF2-40B4-BE49-F238E27FC236}">
                      <a16:creationId xmlns:a16="http://schemas.microsoft.com/office/drawing/2014/main" id="{30B5CDE7-20D7-42F0-8FF1-1E4E38B37AA5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Kivonás jele 98">
                  <a:extLst>
                    <a:ext uri="{FF2B5EF4-FFF2-40B4-BE49-F238E27FC236}">
                      <a16:creationId xmlns:a16="http://schemas.microsoft.com/office/drawing/2014/main" id="{4CB028F8-ACE2-4852-B99A-4C8295E8BD55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Ellipszis 99">
                  <a:extLst>
                    <a:ext uri="{FF2B5EF4-FFF2-40B4-BE49-F238E27FC236}">
                      <a16:creationId xmlns:a16="http://schemas.microsoft.com/office/drawing/2014/main" id="{A0290577-BF4E-4FBF-AD7E-19E973AAB3E3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1" name="Ellipszis 100">
                  <a:extLst>
                    <a:ext uri="{FF2B5EF4-FFF2-40B4-BE49-F238E27FC236}">
                      <a16:creationId xmlns:a16="http://schemas.microsoft.com/office/drawing/2014/main" id="{580CDFAA-574A-4794-8862-664A527C04AC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Kivonás jele 101">
                  <a:extLst>
                    <a:ext uri="{FF2B5EF4-FFF2-40B4-BE49-F238E27FC236}">
                      <a16:creationId xmlns:a16="http://schemas.microsoft.com/office/drawing/2014/main" id="{4C490B55-8DEA-48D0-BF5C-20334EB57F6B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3" name="Kivonás jele 102">
                  <a:extLst>
                    <a:ext uri="{FF2B5EF4-FFF2-40B4-BE49-F238E27FC236}">
                      <a16:creationId xmlns:a16="http://schemas.microsoft.com/office/drawing/2014/main" id="{D3C3F910-052C-4F41-AB7A-B4CE4B1FA291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F2CB94C4-35CC-40EC-9D9E-33F842B8B06B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Romboid 104">
                  <a:extLst>
                    <a:ext uri="{FF2B5EF4-FFF2-40B4-BE49-F238E27FC236}">
                      <a16:creationId xmlns:a16="http://schemas.microsoft.com/office/drawing/2014/main" id="{A68B639B-CD80-4293-823E-63EEFA21AED1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Téglalap 105">
                  <a:extLst>
                    <a:ext uri="{FF2B5EF4-FFF2-40B4-BE49-F238E27FC236}">
                      <a16:creationId xmlns:a16="http://schemas.microsoft.com/office/drawing/2014/main" id="{2BDA4BB7-4B43-4E89-B0C8-929C06A40E00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Téglalap: lekerekített 106">
                  <a:extLst>
                    <a:ext uri="{FF2B5EF4-FFF2-40B4-BE49-F238E27FC236}">
                      <a16:creationId xmlns:a16="http://schemas.microsoft.com/office/drawing/2014/main" id="{A8BEFADE-4A65-4007-B0D2-2F4BAA0D1052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Téglalap: lekerekített 107">
                  <a:extLst>
                    <a:ext uri="{FF2B5EF4-FFF2-40B4-BE49-F238E27FC236}">
                      <a16:creationId xmlns:a16="http://schemas.microsoft.com/office/drawing/2014/main" id="{F7544C78-21E2-4BDE-A233-EACFA2BEA05A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Téglalap: lekerekített 108">
                  <a:extLst>
                    <a:ext uri="{FF2B5EF4-FFF2-40B4-BE49-F238E27FC236}">
                      <a16:creationId xmlns:a16="http://schemas.microsoft.com/office/drawing/2014/main" id="{7DFD457D-196C-4781-AB03-C282C466E86A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Téglalap: lekerekített 109">
                  <a:extLst>
                    <a:ext uri="{FF2B5EF4-FFF2-40B4-BE49-F238E27FC236}">
                      <a16:creationId xmlns:a16="http://schemas.microsoft.com/office/drawing/2014/main" id="{9B1A69F8-5696-481D-A379-8377031E877F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Téglalap: lekerekített 110">
                  <a:extLst>
                    <a:ext uri="{FF2B5EF4-FFF2-40B4-BE49-F238E27FC236}">
                      <a16:creationId xmlns:a16="http://schemas.microsoft.com/office/drawing/2014/main" id="{DFD15C63-2668-4FEB-A7CC-9CE00134F370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Téglalap: lekerekített 111">
                  <a:extLst>
                    <a:ext uri="{FF2B5EF4-FFF2-40B4-BE49-F238E27FC236}">
                      <a16:creationId xmlns:a16="http://schemas.microsoft.com/office/drawing/2014/main" id="{EE84B321-80B2-40DD-B469-650527575075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92" name="Picture 2" descr="Forráskép megtekintése">
                <a:extLst>
                  <a:ext uri="{FF2B5EF4-FFF2-40B4-BE49-F238E27FC236}">
                    <a16:creationId xmlns:a16="http://schemas.microsoft.com/office/drawing/2014/main" id="{5AE5B051-96D1-4D0D-8A75-918B36F4F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3" name="Picture 6" descr="Forráskép megtekintése">
                <a:extLst>
                  <a:ext uri="{FF2B5EF4-FFF2-40B4-BE49-F238E27FC236}">
                    <a16:creationId xmlns:a16="http://schemas.microsoft.com/office/drawing/2014/main" id="{5DF04C4C-EC08-4F2A-9B39-BBD6698E6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0" name="Csoportba foglalás 49">
              <a:extLst>
                <a:ext uri="{FF2B5EF4-FFF2-40B4-BE49-F238E27FC236}">
                  <a16:creationId xmlns:a16="http://schemas.microsoft.com/office/drawing/2014/main" id="{01D9D893-0E1D-4472-8C4D-CEE36449B6B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79" name="Csoportba foglalás 78">
                <a:extLst>
                  <a:ext uri="{FF2B5EF4-FFF2-40B4-BE49-F238E27FC236}">
                    <a16:creationId xmlns:a16="http://schemas.microsoft.com/office/drawing/2014/main" id="{33F3958A-594B-4F5B-A1B8-BB09D8251499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82" name="Henger 81">
                  <a:extLst>
                    <a:ext uri="{FF2B5EF4-FFF2-40B4-BE49-F238E27FC236}">
                      <a16:creationId xmlns:a16="http://schemas.microsoft.com/office/drawing/2014/main" id="{5ACD3013-DA70-482C-93BF-FEC055B487C2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Ellipszis 82">
                  <a:extLst>
                    <a:ext uri="{FF2B5EF4-FFF2-40B4-BE49-F238E27FC236}">
                      <a16:creationId xmlns:a16="http://schemas.microsoft.com/office/drawing/2014/main" id="{68D745A9-6C58-4B17-B927-12A1B44B8C9B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4" name="Téglalap 83">
                  <a:extLst>
                    <a:ext uri="{FF2B5EF4-FFF2-40B4-BE49-F238E27FC236}">
                      <a16:creationId xmlns:a16="http://schemas.microsoft.com/office/drawing/2014/main" id="{8CB01304-119B-4860-9216-F129539E6563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5" name="Ellipszis 84">
                  <a:extLst>
                    <a:ext uri="{FF2B5EF4-FFF2-40B4-BE49-F238E27FC236}">
                      <a16:creationId xmlns:a16="http://schemas.microsoft.com/office/drawing/2014/main" id="{2BCD413B-0472-413D-BEBE-8611F8EC3100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6" name="Egyenes összekötő 85">
                  <a:extLst>
                    <a:ext uri="{FF2B5EF4-FFF2-40B4-BE49-F238E27FC236}">
                      <a16:creationId xmlns:a16="http://schemas.microsoft.com/office/drawing/2014/main" id="{F2981F00-CEFB-46C7-B13F-22D0B5176E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Egyenes összekötő 86">
                  <a:extLst>
                    <a:ext uri="{FF2B5EF4-FFF2-40B4-BE49-F238E27FC236}">
                      <a16:creationId xmlns:a16="http://schemas.microsoft.com/office/drawing/2014/main" id="{689DE610-D613-419E-B982-06C2FFD08F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2750AD51-965F-435C-B842-01387BA954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CF6A389B-08C3-4E07-B65D-2C36648AFA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0" name="Ellipszis 89">
                  <a:extLst>
                    <a:ext uri="{FF2B5EF4-FFF2-40B4-BE49-F238E27FC236}">
                      <a16:creationId xmlns:a16="http://schemas.microsoft.com/office/drawing/2014/main" id="{CF82A4F1-E60A-4F62-9F94-DD8274B73EE9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00166EB4-F13D-4694-ADDB-162D7A4713A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8FB59112-0446-4374-B969-5B6FB48692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1" name="Csoportba foglalás 50">
              <a:extLst>
                <a:ext uri="{FF2B5EF4-FFF2-40B4-BE49-F238E27FC236}">
                  <a16:creationId xmlns:a16="http://schemas.microsoft.com/office/drawing/2014/main" id="{18B724C0-26EC-4EAA-A7C5-379D1473DECC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69" name="Henger 68">
                <a:extLst>
                  <a:ext uri="{FF2B5EF4-FFF2-40B4-BE49-F238E27FC236}">
                    <a16:creationId xmlns:a16="http://schemas.microsoft.com/office/drawing/2014/main" id="{06B1E482-9C6A-40B3-B377-3057DEA0FB67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0" name="Csoportba foglalás 69">
                <a:extLst>
                  <a:ext uri="{FF2B5EF4-FFF2-40B4-BE49-F238E27FC236}">
                    <a16:creationId xmlns:a16="http://schemas.microsoft.com/office/drawing/2014/main" id="{605155B8-CE8A-4C58-A539-C23ED14875F9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72" name="Ellipszis 71">
                  <a:extLst>
                    <a:ext uri="{FF2B5EF4-FFF2-40B4-BE49-F238E27FC236}">
                      <a16:creationId xmlns:a16="http://schemas.microsoft.com/office/drawing/2014/main" id="{BF84949E-DB97-4B6D-BFDA-705E48DBBCB2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27ED8D0B-D624-4463-8CA2-EB219E6957D9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74" name="Egyenes összekötő 73">
                  <a:extLst>
                    <a:ext uri="{FF2B5EF4-FFF2-40B4-BE49-F238E27FC236}">
                      <a16:creationId xmlns:a16="http://schemas.microsoft.com/office/drawing/2014/main" id="{C1673C61-CCBA-49AA-A2F2-C8CEECD7E7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Egyenes összekötő 74">
                  <a:extLst>
                    <a:ext uri="{FF2B5EF4-FFF2-40B4-BE49-F238E27FC236}">
                      <a16:creationId xmlns:a16="http://schemas.microsoft.com/office/drawing/2014/main" id="{670F460A-0B3C-41E9-80DE-CCEB255BA1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Egyenes összekötő 75">
                  <a:extLst>
                    <a:ext uri="{FF2B5EF4-FFF2-40B4-BE49-F238E27FC236}">
                      <a16:creationId xmlns:a16="http://schemas.microsoft.com/office/drawing/2014/main" id="{639A4443-0D71-4817-89F6-7B1B430E2D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Egyenes összekötő 76">
                  <a:extLst>
                    <a:ext uri="{FF2B5EF4-FFF2-40B4-BE49-F238E27FC236}">
                      <a16:creationId xmlns:a16="http://schemas.microsoft.com/office/drawing/2014/main" id="{CBDE3D17-A0C3-4012-B5FC-D7419AFD36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8" name="Ellipszis 77">
                  <a:extLst>
                    <a:ext uri="{FF2B5EF4-FFF2-40B4-BE49-F238E27FC236}">
                      <a16:creationId xmlns:a16="http://schemas.microsoft.com/office/drawing/2014/main" id="{1516B821-55D6-4B28-842C-87AB738082D4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1" name="Téglalap 70">
                <a:extLst>
                  <a:ext uri="{FF2B5EF4-FFF2-40B4-BE49-F238E27FC236}">
                    <a16:creationId xmlns:a16="http://schemas.microsoft.com/office/drawing/2014/main" id="{60720C10-56C7-476B-B8E1-638B869E4059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2" name="Csoportba foglalás 51">
              <a:extLst>
                <a:ext uri="{FF2B5EF4-FFF2-40B4-BE49-F238E27FC236}">
                  <a16:creationId xmlns:a16="http://schemas.microsoft.com/office/drawing/2014/main" id="{D9D751B4-DCEF-47CA-A648-3F783AD2151B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53" name="Csoportba foglalás 52">
                <a:extLst>
                  <a:ext uri="{FF2B5EF4-FFF2-40B4-BE49-F238E27FC236}">
                    <a16:creationId xmlns:a16="http://schemas.microsoft.com/office/drawing/2014/main" id="{0E83A399-1E2C-47AA-9A67-988528C4060B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61" name="Henger 60">
                  <a:extLst>
                    <a:ext uri="{FF2B5EF4-FFF2-40B4-BE49-F238E27FC236}">
                      <a16:creationId xmlns:a16="http://schemas.microsoft.com/office/drawing/2014/main" id="{8B0D7C7A-8F44-4181-93B4-6FBFE634D0F7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Ellipszis 61">
                  <a:extLst>
                    <a:ext uri="{FF2B5EF4-FFF2-40B4-BE49-F238E27FC236}">
                      <a16:creationId xmlns:a16="http://schemas.microsoft.com/office/drawing/2014/main" id="{7AD94A28-3567-4BC6-9E94-BD4E168F2F04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3" name="Ív 62">
                  <a:extLst>
                    <a:ext uri="{FF2B5EF4-FFF2-40B4-BE49-F238E27FC236}">
                      <a16:creationId xmlns:a16="http://schemas.microsoft.com/office/drawing/2014/main" id="{96D54D63-BBF7-4E44-8121-CF51441CF68B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64" name="Picture 2" descr="Forráskép megtekintése">
                  <a:extLst>
                    <a:ext uri="{FF2B5EF4-FFF2-40B4-BE49-F238E27FC236}">
                      <a16:creationId xmlns:a16="http://schemas.microsoft.com/office/drawing/2014/main" id="{27DD0519-C7BD-41FC-9954-F2D8AF1BFD0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5" name="Téglalap 64">
                  <a:extLst>
                    <a:ext uri="{FF2B5EF4-FFF2-40B4-BE49-F238E27FC236}">
                      <a16:creationId xmlns:a16="http://schemas.microsoft.com/office/drawing/2014/main" id="{071D1048-6A70-42B7-83AF-E5C1286352C9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Csillag: 4 ágú 65">
                  <a:extLst>
                    <a:ext uri="{FF2B5EF4-FFF2-40B4-BE49-F238E27FC236}">
                      <a16:creationId xmlns:a16="http://schemas.microsoft.com/office/drawing/2014/main" id="{7EC0311A-E9AD-4169-94B9-38BDEFD89195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7" name="Szabadkézi sokszög: alakzat 66">
                  <a:extLst>
                    <a:ext uri="{FF2B5EF4-FFF2-40B4-BE49-F238E27FC236}">
                      <a16:creationId xmlns:a16="http://schemas.microsoft.com/office/drawing/2014/main" id="{CF9F9AC2-9E82-4354-81C8-981DA699E277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Ellipszis 67">
                  <a:extLst>
                    <a:ext uri="{FF2B5EF4-FFF2-40B4-BE49-F238E27FC236}">
                      <a16:creationId xmlns:a16="http://schemas.microsoft.com/office/drawing/2014/main" id="{E91E1866-BE83-4E2C-A6D4-8652449C0BD9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2875ABC8-7B50-4398-B100-AA7FF35B147E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37EA0642-F33A-4F56-B864-D004656D8C36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6" name="Egyenes összekötő 55">
                <a:extLst>
                  <a:ext uri="{FF2B5EF4-FFF2-40B4-BE49-F238E27FC236}">
                    <a16:creationId xmlns:a16="http://schemas.microsoft.com/office/drawing/2014/main" id="{AC046862-09B1-4F9A-89FA-DAABB93F1F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7" name="Ellipszis 56">
                <a:extLst>
                  <a:ext uri="{FF2B5EF4-FFF2-40B4-BE49-F238E27FC236}">
                    <a16:creationId xmlns:a16="http://schemas.microsoft.com/office/drawing/2014/main" id="{520F7BC6-14D0-4869-A657-FA272ABDD7DA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C6E13801-5A0D-4735-B830-EA17B53E97C3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59" name="Kép 58">
                <a:extLst>
                  <a:ext uri="{FF2B5EF4-FFF2-40B4-BE49-F238E27FC236}">
                    <a16:creationId xmlns:a16="http://schemas.microsoft.com/office/drawing/2014/main" id="{246E1BA0-C36A-44C3-93A0-3E752D80ED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7366D31B-B814-4799-984F-4116B141F6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13" name="Téglalap 112">
            <a:extLst>
              <a:ext uri="{FF2B5EF4-FFF2-40B4-BE49-F238E27FC236}">
                <a16:creationId xmlns:a16="http://schemas.microsoft.com/office/drawing/2014/main" id="{F9BC080C-F347-4104-B575-A87AE484FC96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4" name="Csoportba foglalás 113">
            <a:extLst>
              <a:ext uri="{FF2B5EF4-FFF2-40B4-BE49-F238E27FC236}">
                <a16:creationId xmlns:a16="http://schemas.microsoft.com/office/drawing/2014/main" id="{495014A3-1CF7-412D-87A0-DE1B7CE2C34F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18F78C34-A0AB-416E-A6BE-A5A487BD71B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8" name="Henger 117">
                <a:extLst>
                  <a:ext uri="{FF2B5EF4-FFF2-40B4-BE49-F238E27FC236}">
                    <a16:creationId xmlns:a16="http://schemas.microsoft.com/office/drawing/2014/main" id="{47FEC424-EC45-4B83-86E3-8F3C2B80BEBC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75EAF84E-366E-4284-83CA-D17865BAC28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0" name="Téglalap 119">
                <a:extLst>
                  <a:ext uri="{FF2B5EF4-FFF2-40B4-BE49-F238E27FC236}">
                    <a16:creationId xmlns:a16="http://schemas.microsoft.com/office/drawing/2014/main" id="{BF316C53-5D92-4987-B0D8-B39BCB91AB20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1" name="Ellipszis 120">
                <a:extLst>
                  <a:ext uri="{FF2B5EF4-FFF2-40B4-BE49-F238E27FC236}">
                    <a16:creationId xmlns:a16="http://schemas.microsoft.com/office/drawing/2014/main" id="{7EEC02CB-0732-40AB-8CDF-E312EFA82476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DD37AFE6-AE4E-45E3-BF4E-F627D18743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7341D481-57AD-4014-ABF7-AA3726798D5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4" name="Egyenes összekötő 123">
                <a:extLst>
                  <a:ext uri="{FF2B5EF4-FFF2-40B4-BE49-F238E27FC236}">
                    <a16:creationId xmlns:a16="http://schemas.microsoft.com/office/drawing/2014/main" id="{27DA77EE-8804-43B2-8D17-905A3F71D2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F2C3EA44-9E6E-4E65-9E29-E1CE9F33980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6" name="Ellipszis 125">
                <a:extLst>
                  <a:ext uri="{FF2B5EF4-FFF2-40B4-BE49-F238E27FC236}">
                    <a16:creationId xmlns:a16="http://schemas.microsoft.com/office/drawing/2014/main" id="{3EEE40C7-70E4-4ED7-B084-33030A339898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6" name="Egyenes összekötő 115">
              <a:extLst>
                <a:ext uri="{FF2B5EF4-FFF2-40B4-BE49-F238E27FC236}">
                  <a16:creationId xmlns:a16="http://schemas.microsoft.com/office/drawing/2014/main" id="{B387A9F3-A3BE-4071-9A12-65B685BC2F7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7EB07D59-7538-4347-82F7-2339197E5E6E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7" name="Téglalap 126">
            <a:extLst>
              <a:ext uri="{FF2B5EF4-FFF2-40B4-BE49-F238E27FC236}">
                <a16:creationId xmlns:a16="http://schemas.microsoft.com/office/drawing/2014/main" id="{3718F62E-B890-4792-AA68-6CB1692C970A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B70FAE9C-26A5-4ED0-94F0-175D9D4D9256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E6965115-5CDE-40A8-A7CA-EBE23A3BF25E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Téglalap 129">
            <a:extLst>
              <a:ext uri="{FF2B5EF4-FFF2-40B4-BE49-F238E27FC236}">
                <a16:creationId xmlns:a16="http://schemas.microsoft.com/office/drawing/2014/main" id="{E73C6D23-6F6D-4FCA-9BF9-548C938ED841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6CA5D11E-2B71-4EFA-AE10-ED594AFD770B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2" name="Csoportba foglalás 131">
            <a:extLst>
              <a:ext uri="{FF2B5EF4-FFF2-40B4-BE49-F238E27FC236}">
                <a16:creationId xmlns:a16="http://schemas.microsoft.com/office/drawing/2014/main" id="{A8DB27A5-9CDD-486F-8CD3-B1C1311E1EB7}"/>
              </a:ext>
            </a:extLst>
          </p:cNvPr>
          <p:cNvGrpSpPr/>
          <p:nvPr/>
        </p:nvGrpSpPr>
        <p:grpSpPr>
          <a:xfrm>
            <a:off x="2611210" y="2376172"/>
            <a:ext cx="1152739" cy="2231794"/>
            <a:chOff x="21678" y="2352425"/>
            <a:chExt cx="1152739" cy="2231794"/>
          </a:xfrm>
        </p:grpSpPr>
        <p:sp>
          <p:nvSpPr>
            <p:cNvPr id="133" name="Téglalap 132">
              <a:extLst>
                <a:ext uri="{FF2B5EF4-FFF2-40B4-BE49-F238E27FC236}">
                  <a16:creationId xmlns:a16="http://schemas.microsoft.com/office/drawing/2014/main" id="{929CB2BD-1A47-48D6-ABE0-D11C5B5FE9FC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>
              <a:extLst>
                <a:ext uri="{FF2B5EF4-FFF2-40B4-BE49-F238E27FC236}">
                  <a16:creationId xmlns:a16="http://schemas.microsoft.com/office/drawing/2014/main" id="{419E6548-1C52-4EFE-A73A-16E2C9CF5CE8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Ellipszis 134">
              <a:extLst>
                <a:ext uri="{FF2B5EF4-FFF2-40B4-BE49-F238E27FC236}">
                  <a16:creationId xmlns:a16="http://schemas.microsoft.com/office/drawing/2014/main" id="{ECEDAE9D-BF0E-4671-8C8A-0C9EC617C331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>
              <a:extLst>
                <a:ext uri="{FF2B5EF4-FFF2-40B4-BE49-F238E27FC236}">
                  <a16:creationId xmlns:a16="http://schemas.microsoft.com/office/drawing/2014/main" id="{3C4DE6D6-1E07-48AD-8551-49BD2E4EADE1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>
              <a:extLst>
                <a:ext uri="{FF2B5EF4-FFF2-40B4-BE49-F238E27FC236}">
                  <a16:creationId xmlns:a16="http://schemas.microsoft.com/office/drawing/2014/main" id="{D0E41D93-9D17-489F-9B99-8A3ED4F1DC7A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38" name="Csillag: 5 ágú 137">
            <a:extLst>
              <a:ext uri="{FF2B5EF4-FFF2-40B4-BE49-F238E27FC236}">
                <a16:creationId xmlns:a16="http://schemas.microsoft.com/office/drawing/2014/main" id="{E5E24ACA-B514-4CF9-97A9-C1DDE7DA0D00}"/>
              </a:ext>
            </a:extLst>
          </p:cNvPr>
          <p:cNvSpPr/>
          <p:nvPr/>
        </p:nvSpPr>
        <p:spPr>
          <a:xfrm>
            <a:off x="2108343" y="57345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4F8345B4-4DAE-423F-B341-A444E0CB570E}"/>
              </a:ext>
            </a:extLst>
          </p:cNvPr>
          <p:cNvSpPr/>
          <p:nvPr/>
        </p:nvSpPr>
        <p:spPr>
          <a:xfrm>
            <a:off x="6071892" y="273276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Csillag: 5 ágú 139">
            <a:extLst>
              <a:ext uri="{FF2B5EF4-FFF2-40B4-BE49-F238E27FC236}">
                <a16:creationId xmlns:a16="http://schemas.microsoft.com/office/drawing/2014/main" id="{700988D8-BC07-42D4-9DFD-95BBD813F6B6}"/>
              </a:ext>
            </a:extLst>
          </p:cNvPr>
          <p:cNvSpPr/>
          <p:nvPr/>
        </p:nvSpPr>
        <p:spPr>
          <a:xfrm>
            <a:off x="5871860" y="1420448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6540087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DB563F52-A876-9783-0EEB-8D2A41CCBA2E}"/>
              </a:ext>
            </a:extLst>
          </p:cNvPr>
          <p:cNvGrpSpPr/>
          <p:nvPr/>
        </p:nvGrpSpPr>
        <p:grpSpPr>
          <a:xfrm>
            <a:off x="12109215" y="109752"/>
            <a:ext cx="1911106" cy="4498214"/>
            <a:chOff x="9442215" y="109752"/>
            <a:chExt cx="1911106" cy="4498214"/>
          </a:xfrm>
        </p:grpSpPr>
        <p:sp>
          <p:nvSpPr>
            <p:cNvPr id="24" name="Téglalap 23">
              <a:extLst>
                <a:ext uri="{FF2B5EF4-FFF2-40B4-BE49-F238E27FC236}">
                  <a16:creationId xmlns:a16="http://schemas.microsoft.com/office/drawing/2014/main" id="{5E1FB6BD-4C99-6C0E-1793-8872897D019F}"/>
                </a:ext>
              </a:extLst>
            </p:cNvPr>
            <p:cNvSpPr/>
            <p:nvPr/>
          </p:nvSpPr>
          <p:spPr>
            <a:xfrm>
              <a:off x="9673933" y="2558163"/>
              <a:ext cx="1294580" cy="2049803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" name="Trapezoid 24">
              <a:extLst>
                <a:ext uri="{FF2B5EF4-FFF2-40B4-BE49-F238E27FC236}">
                  <a16:creationId xmlns:a16="http://schemas.microsoft.com/office/drawing/2014/main" id="{C6D205B0-22A5-8367-F4F3-D4DDAAA2A1C9}"/>
                </a:ext>
              </a:extLst>
            </p:cNvPr>
            <p:cNvSpPr/>
            <p:nvPr/>
          </p:nvSpPr>
          <p:spPr>
            <a:xfrm rot="10800000">
              <a:off x="9442215" y="1694153"/>
              <a:ext cx="1773720" cy="872415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" name="Téglalap 25">
              <a:extLst>
                <a:ext uri="{FF2B5EF4-FFF2-40B4-BE49-F238E27FC236}">
                  <a16:creationId xmlns:a16="http://schemas.microsoft.com/office/drawing/2014/main" id="{E0DF7907-299D-C795-398B-D7862AD6D7DE}"/>
                </a:ext>
              </a:extLst>
            </p:cNvPr>
            <p:cNvSpPr/>
            <p:nvPr/>
          </p:nvSpPr>
          <p:spPr>
            <a:xfrm>
              <a:off x="9442215" y="1098186"/>
              <a:ext cx="1773720" cy="6096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Trapezoid 26">
              <a:extLst>
                <a:ext uri="{FF2B5EF4-FFF2-40B4-BE49-F238E27FC236}">
                  <a16:creationId xmlns:a16="http://schemas.microsoft.com/office/drawing/2014/main" id="{FB6A2106-3DC3-5D77-0993-FBB4384BCE9B}"/>
                </a:ext>
              </a:extLst>
            </p:cNvPr>
            <p:cNvSpPr/>
            <p:nvPr/>
          </p:nvSpPr>
          <p:spPr>
            <a:xfrm>
              <a:off x="9442215" y="603969"/>
              <a:ext cx="1773720" cy="494217"/>
            </a:xfrm>
            <a:prstGeom prst="trapezoid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" name="Trapezoid 27">
              <a:extLst>
                <a:ext uri="{FF2B5EF4-FFF2-40B4-BE49-F238E27FC236}">
                  <a16:creationId xmlns:a16="http://schemas.microsoft.com/office/drawing/2014/main" id="{7F6F29C1-EF7F-BB1B-80BA-33799519C07F}"/>
                </a:ext>
              </a:extLst>
            </p:cNvPr>
            <p:cNvSpPr/>
            <p:nvPr/>
          </p:nvSpPr>
          <p:spPr>
            <a:xfrm>
              <a:off x="10011525" y="109752"/>
              <a:ext cx="649706" cy="494217"/>
            </a:xfrm>
            <a:prstGeom prst="trapezoid">
              <a:avLst/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Folyamatábra: Kézi művelet 28">
              <a:extLst>
                <a:ext uri="{FF2B5EF4-FFF2-40B4-BE49-F238E27FC236}">
                  <a16:creationId xmlns:a16="http://schemas.microsoft.com/office/drawing/2014/main" id="{776743D5-56FF-C554-58E8-FF95C107DB88}"/>
                </a:ext>
              </a:extLst>
            </p:cNvPr>
            <p:cNvSpPr/>
            <p:nvPr/>
          </p:nvSpPr>
          <p:spPr>
            <a:xfrm rot="9260764">
              <a:off x="10586333" y="189292"/>
              <a:ext cx="766988" cy="3061314"/>
            </a:xfrm>
            <a:prstGeom prst="flowChartManualOperation">
              <a:avLst/>
            </a:prstGeom>
            <a:solidFill>
              <a:schemeClr val="accent4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30" name="Csillag: 5 ágú 29">
            <a:extLst>
              <a:ext uri="{FF2B5EF4-FFF2-40B4-BE49-F238E27FC236}">
                <a16:creationId xmlns:a16="http://schemas.microsoft.com/office/drawing/2014/main" id="{D3BD4FA0-ADB7-E0DF-E5DE-6B3ABD188131}"/>
              </a:ext>
            </a:extLst>
          </p:cNvPr>
          <p:cNvSpPr/>
          <p:nvPr/>
        </p:nvSpPr>
        <p:spPr>
          <a:xfrm>
            <a:off x="1303612" y="1397278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" name="Csillag: 5 ágú 30">
            <a:extLst>
              <a:ext uri="{FF2B5EF4-FFF2-40B4-BE49-F238E27FC236}">
                <a16:creationId xmlns:a16="http://schemas.microsoft.com/office/drawing/2014/main" id="{94900703-7C90-04C5-A830-02847C3028B8}"/>
              </a:ext>
            </a:extLst>
          </p:cNvPr>
          <p:cNvSpPr/>
          <p:nvPr/>
        </p:nvSpPr>
        <p:spPr>
          <a:xfrm>
            <a:off x="4094518" y="37787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" name="Csillag: 5 ágú 31">
            <a:extLst>
              <a:ext uri="{FF2B5EF4-FFF2-40B4-BE49-F238E27FC236}">
                <a16:creationId xmlns:a16="http://schemas.microsoft.com/office/drawing/2014/main" id="{9C51E547-53C6-577F-DAFA-256A37AD7BFA}"/>
              </a:ext>
            </a:extLst>
          </p:cNvPr>
          <p:cNvSpPr/>
          <p:nvPr/>
        </p:nvSpPr>
        <p:spPr>
          <a:xfrm>
            <a:off x="5080324" y="141744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3" name="Csillag: 5 ágú 32">
            <a:extLst>
              <a:ext uri="{FF2B5EF4-FFF2-40B4-BE49-F238E27FC236}">
                <a16:creationId xmlns:a16="http://schemas.microsoft.com/office/drawing/2014/main" id="{4EA3434B-1BA5-92C3-B0A9-0E9CEFAE31B1}"/>
              </a:ext>
            </a:extLst>
          </p:cNvPr>
          <p:cNvSpPr/>
          <p:nvPr/>
        </p:nvSpPr>
        <p:spPr>
          <a:xfrm>
            <a:off x="7169736" y="128015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Csillag: 5 ágú 33">
            <a:extLst>
              <a:ext uri="{FF2B5EF4-FFF2-40B4-BE49-F238E27FC236}">
                <a16:creationId xmlns:a16="http://schemas.microsoft.com/office/drawing/2014/main" id="{D7A6B803-1F60-31FA-CAED-CF6F78716D8E}"/>
              </a:ext>
            </a:extLst>
          </p:cNvPr>
          <p:cNvSpPr/>
          <p:nvPr/>
        </p:nvSpPr>
        <p:spPr>
          <a:xfrm>
            <a:off x="6535451" y="37509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Csillag: 5 ágú 34">
            <a:extLst>
              <a:ext uri="{FF2B5EF4-FFF2-40B4-BE49-F238E27FC236}">
                <a16:creationId xmlns:a16="http://schemas.microsoft.com/office/drawing/2014/main" id="{71DC9E88-68B5-BDDC-6A08-35ECF64182FA}"/>
              </a:ext>
            </a:extLst>
          </p:cNvPr>
          <p:cNvSpPr/>
          <p:nvPr/>
        </p:nvSpPr>
        <p:spPr>
          <a:xfrm>
            <a:off x="9102309" y="820451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Csillag: 5 ágú 35">
            <a:extLst>
              <a:ext uri="{FF2B5EF4-FFF2-40B4-BE49-F238E27FC236}">
                <a16:creationId xmlns:a16="http://schemas.microsoft.com/office/drawing/2014/main" id="{B0C6938D-D8FC-2EC8-7D0A-9FEDCE215133}"/>
              </a:ext>
            </a:extLst>
          </p:cNvPr>
          <p:cNvSpPr/>
          <p:nvPr/>
        </p:nvSpPr>
        <p:spPr>
          <a:xfrm>
            <a:off x="8098883" y="1206449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7" name="Csoportba foglalás 36">
            <a:extLst>
              <a:ext uri="{FF2B5EF4-FFF2-40B4-BE49-F238E27FC236}">
                <a16:creationId xmlns:a16="http://schemas.microsoft.com/office/drawing/2014/main" id="{F0E5E6E1-7098-2949-A3DC-A826BA491214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38" name="Henger 37">
              <a:extLst>
                <a:ext uri="{FF2B5EF4-FFF2-40B4-BE49-F238E27FC236}">
                  <a16:creationId xmlns:a16="http://schemas.microsoft.com/office/drawing/2014/main" id="{C5983CE1-D219-AC55-899F-5CF965A3780F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9" name="Csoportba foglalás 38">
              <a:extLst>
                <a:ext uri="{FF2B5EF4-FFF2-40B4-BE49-F238E27FC236}">
                  <a16:creationId xmlns:a16="http://schemas.microsoft.com/office/drawing/2014/main" id="{737549A7-19C7-B2F4-D403-2BBA59E11599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41" name="Ellipszis 40">
                <a:extLst>
                  <a:ext uri="{FF2B5EF4-FFF2-40B4-BE49-F238E27FC236}">
                    <a16:creationId xmlns:a16="http://schemas.microsoft.com/office/drawing/2014/main" id="{EEAB6D0B-EC67-8885-7FE9-8E6A4B089E5B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A48AD9DA-7C63-D4CB-F095-BF9745425A5E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43" name="Egyenes összekötő 42">
                <a:extLst>
                  <a:ext uri="{FF2B5EF4-FFF2-40B4-BE49-F238E27FC236}">
                    <a16:creationId xmlns:a16="http://schemas.microsoft.com/office/drawing/2014/main" id="{E0807715-67DB-42FB-F6A8-681F8E8BFA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4" name="Egyenes összekötő 43">
                <a:extLst>
                  <a:ext uri="{FF2B5EF4-FFF2-40B4-BE49-F238E27FC236}">
                    <a16:creationId xmlns:a16="http://schemas.microsoft.com/office/drawing/2014/main" id="{FE457274-59D5-3650-7924-025AD79FC5F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5" name="Egyenes összekötő 44">
                <a:extLst>
                  <a:ext uri="{FF2B5EF4-FFF2-40B4-BE49-F238E27FC236}">
                    <a16:creationId xmlns:a16="http://schemas.microsoft.com/office/drawing/2014/main" id="{A343B1D1-29E9-6C47-C7A4-8F8727DCBF8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6" name="Egyenes összekötő 45">
                <a:extLst>
                  <a:ext uri="{FF2B5EF4-FFF2-40B4-BE49-F238E27FC236}">
                    <a16:creationId xmlns:a16="http://schemas.microsoft.com/office/drawing/2014/main" id="{EE2C60A7-9BC6-2CC7-8C5F-5F1CF48C82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7" name="Ellipszis 46">
                <a:extLst>
                  <a:ext uri="{FF2B5EF4-FFF2-40B4-BE49-F238E27FC236}">
                    <a16:creationId xmlns:a16="http://schemas.microsoft.com/office/drawing/2014/main" id="{7EC78C4A-F046-CB30-A935-6921EF85018F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40" name="Téglalap 39">
              <a:extLst>
                <a:ext uri="{FF2B5EF4-FFF2-40B4-BE49-F238E27FC236}">
                  <a16:creationId xmlns:a16="http://schemas.microsoft.com/office/drawing/2014/main" id="{500482AB-CABA-E9C9-FE21-8C3EDF0E5292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13" name="Téglalap 112">
            <a:extLst>
              <a:ext uri="{FF2B5EF4-FFF2-40B4-BE49-F238E27FC236}">
                <a16:creationId xmlns:a16="http://schemas.microsoft.com/office/drawing/2014/main" id="{64CC3A1D-A869-79D2-1231-691A012A8CE2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4" name="Csoportba foglalás 113">
            <a:extLst>
              <a:ext uri="{FF2B5EF4-FFF2-40B4-BE49-F238E27FC236}">
                <a16:creationId xmlns:a16="http://schemas.microsoft.com/office/drawing/2014/main" id="{0E70EF2A-315D-E099-E945-4628D9F1A674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D122555B-9952-86E6-0BC7-6D21865980DE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18" name="Henger 117">
                <a:extLst>
                  <a:ext uri="{FF2B5EF4-FFF2-40B4-BE49-F238E27FC236}">
                    <a16:creationId xmlns:a16="http://schemas.microsoft.com/office/drawing/2014/main" id="{BD9B93F5-14A4-7A05-510C-D7A5D5A65309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C72B8074-E054-5102-7D53-3F65812F6EB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0" name="Téglalap 119">
                <a:extLst>
                  <a:ext uri="{FF2B5EF4-FFF2-40B4-BE49-F238E27FC236}">
                    <a16:creationId xmlns:a16="http://schemas.microsoft.com/office/drawing/2014/main" id="{55978582-A379-4A1C-AECB-EDFCD2276F63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1" name="Ellipszis 120">
                <a:extLst>
                  <a:ext uri="{FF2B5EF4-FFF2-40B4-BE49-F238E27FC236}">
                    <a16:creationId xmlns:a16="http://schemas.microsoft.com/office/drawing/2014/main" id="{5BB02676-CBD5-E940-7684-79BF2DB988A1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B34E453D-AF54-A07B-A095-45F51C277D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9CD23162-D106-C677-04C2-2FB5F6B151C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4" name="Egyenes összekötő 123">
                <a:extLst>
                  <a:ext uri="{FF2B5EF4-FFF2-40B4-BE49-F238E27FC236}">
                    <a16:creationId xmlns:a16="http://schemas.microsoft.com/office/drawing/2014/main" id="{8EBF9028-C98B-5FC0-E8D8-AD6AB7316B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56B4984D-814D-0A68-E950-38C31DE4F8B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26" name="Ellipszis 125">
                <a:extLst>
                  <a:ext uri="{FF2B5EF4-FFF2-40B4-BE49-F238E27FC236}">
                    <a16:creationId xmlns:a16="http://schemas.microsoft.com/office/drawing/2014/main" id="{ABF21B22-267F-4CC4-2F5C-87F49548E43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16" name="Egyenes összekötő 115">
              <a:extLst>
                <a:ext uri="{FF2B5EF4-FFF2-40B4-BE49-F238E27FC236}">
                  <a16:creationId xmlns:a16="http://schemas.microsoft.com/office/drawing/2014/main" id="{2B9ADA0D-9E17-CAE1-AF68-AFCFFF97BBF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BDA54E81-DC80-70D1-7405-DF4DFB7129FF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27" name="Téglalap 126">
            <a:extLst>
              <a:ext uri="{FF2B5EF4-FFF2-40B4-BE49-F238E27FC236}">
                <a16:creationId xmlns:a16="http://schemas.microsoft.com/office/drawing/2014/main" id="{E9C3DA7F-95CF-8F19-3D70-7707027F203D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Téglalap 127">
            <a:extLst>
              <a:ext uri="{FF2B5EF4-FFF2-40B4-BE49-F238E27FC236}">
                <a16:creationId xmlns:a16="http://schemas.microsoft.com/office/drawing/2014/main" id="{17F73ECC-F89A-7999-D8A4-6DE298DFCD94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Téglalap 128">
            <a:extLst>
              <a:ext uri="{FF2B5EF4-FFF2-40B4-BE49-F238E27FC236}">
                <a16:creationId xmlns:a16="http://schemas.microsoft.com/office/drawing/2014/main" id="{A96B2824-5B09-73FA-E280-B0F61625CDF2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Téglalap 129">
            <a:extLst>
              <a:ext uri="{FF2B5EF4-FFF2-40B4-BE49-F238E27FC236}">
                <a16:creationId xmlns:a16="http://schemas.microsoft.com/office/drawing/2014/main" id="{C3E7EFCE-7453-89EC-8B96-907DB1959694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Téglalap 130">
            <a:extLst>
              <a:ext uri="{FF2B5EF4-FFF2-40B4-BE49-F238E27FC236}">
                <a16:creationId xmlns:a16="http://schemas.microsoft.com/office/drawing/2014/main" id="{CB3A6369-1211-BCC9-FAA6-793DF5E4EDAF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44" name="Csoportba foglalás 143">
            <a:extLst>
              <a:ext uri="{FF2B5EF4-FFF2-40B4-BE49-F238E27FC236}">
                <a16:creationId xmlns:a16="http://schemas.microsoft.com/office/drawing/2014/main" id="{91B29A1B-1199-3DA4-79CD-FA1D43E7FB20}"/>
              </a:ext>
            </a:extLst>
          </p:cNvPr>
          <p:cNvGrpSpPr/>
          <p:nvPr/>
        </p:nvGrpSpPr>
        <p:grpSpPr>
          <a:xfrm>
            <a:off x="-1587777" y="1613168"/>
            <a:ext cx="14620113" cy="5321032"/>
            <a:chOff x="-1587777" y="1536968"/>
            <a:chExt cx="14620113" cy="5321032"/>
          </a:xfrm>
        </p:grpSpPr>
        <p:grpSp>
          <p:nvGrpSpPr>
            <p:cNvPr id="3" name="Csoportba foglalás 2">
              <a:extLst>
                <a:ext uri="{FF2B5EF4-FFF2-40B4-BE49-F238E27FC236}">
                  <a16:creationId xmlns:a16="http://schemas.microsoft.com/office/drawing/2014/main" id="{EB732A40-BC87-15E0-993D-71D06774889B}"/>
                </a:ext>
              </a:extLst>
            </p:cNvPr>
            <p:cNvGrpSpPr/>
            <p:nvPr/>
          </p:nvGrpSpPr>
          <p:grpSpPr>
            <a:xfrm>
              <a:off x="4406900" y="2026970"/>
              <a:ext cx="6975968" cy="2740695"/>
              <a:chOff x="0" y="2026970"/>
              <a:chExt cx="6975968" cy="2740695"/>
            </a:xfrm>
          </p:grpSpPr>
          <p:sp>
            <p:nvSpPr>
              <p:cNvPr id="4" name="Téglalap 3">
                <a:extLst>
                  <a:ext uri="{FF2B5EF4-FFF2-40B4-BE49-F238E27FC236}">
                    <a16:creationId xmlns:a16="http://schemas.microsoft.com/office/drawing/2014/main" id="{40D250CB-DB74-B7BD-D374-B06B9D0B7477}"/>
                  </a:ext>
                </a:extLst>
              </p:cNvPr>
              <p:cNvSpPr/>
              <p:nvPr/>
            </p:nvSpPr>
            <p:spPr>
              <a:xfrm>
                <a:off x="0" y="2026970"/>
                <a:ext cx="6975968" cy="2740695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" name="Téglalap 4">
                <a:extLst>
                  <a:ext uri="{FF2B5EF4-FFF2-40B4-BE49-F238E27FC236}">
                    <a16:creationId xmlns:a16="http://schemas.microsoft.com/office/drawing/2014/main" id="{B9CD9032-E5F3-8F91-0928-520CCEFC6B2A}"/>
                  </a:ext>
                </a:extLst>
              </p:cNvPr>
              <p:cNvSpPr/>
              <p:nvPr/>
            </p:nvSpPr>
            <p:spPr>
              <a:xfrm>
                <a:off x="2711646" y="2589843"/>
                <a:ext cx="4009813" cy="996157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6" name="Téglalap 5">
                <a:extLst>
                  <a:ext uri="{FF2B5EF4-FFF2-40B4-BE49-F238E27FC236}">
                    <a16:creationId xmlns:a16="http://schemas.microsoft.com/office/drawing/2014/main" id="{407C5630-822E-BFA6-77FB-021D8737C0F1}"/>
                  </a:ext>
                </a:extLst>
              </p:cNvPr>
              <p:cNvSpPr/>
              <p:nvPr/>
            </p:nvSpPr>
            <p:spPr>
              <a:xfrm>
                <a:off x="699925" y="3703524"/>
                <a:ext cx="1357980" cy="880695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" name="Téglalap 6">
                <a:extLst>
                  <a:ext uri="{FF2B5EF4-FFF2-40B4-BE49-F238E27FC236}">
                    <a16:creationId xmlns:a16="http://schemas.microsoft.com/office/drawing/2014/main" id="{E7707BB3-48BA-D991-C998-52EC61531C4D}"/>
                  </a:ext>
                </a:extLst>
              </p:cNvPr>
              <p:cNvSpPr/>
              <p:nvPr/>
            </p:nvSpPr>
            <p:spPr>
              <a:xfrm>
                <a:off x="1351866" y="3709998"/>
                <a:ext cx="45719" cy="88069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" name="Téglalap 7">
                <a:extLst>
                  <a:ext uri="{FF2B5EF4-FFF2-40B4-BE49-F238E27FC236}">
                    <a16:creationId xmlns:a16="http://schemas.microsoft.com/office/drawing/2014/main" id="{31719CA1-D962-E032-7858-099122E23E1C}"/>
                  </a:ext>
                </a:extLst>
              </p:cNvPr>
              <p:cNvSpPr/>
              <p:nvPr/>
            </p:nvSpPr>
            <p:spPr>
              <a:xfrm>
                <a:off x="1956060" y="2502505"/>
                <a:ext cx="743764" cy="1096443"/>
              </a:xfrm>
              <a:prstGeom prst="rect">
                <a:avLst/>
              </a:prstGeom>
              <a:solidFill>
                <a:srgbClr val="76717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9" name="Téglalap 8">
              <a:extLst>
                <a:ext uri="{FF2B5EF4-FFF2-40B4-BE49-F238E27FC236}">
                  <a16:creationId xmlns:a16="http://schemas.microsoft.com/office/drawing/2014/main" id="{32EC462F-6EF6-1C09-7FF8-736A2EC5EF87}"/>
                </a:ext>
              </a:extLst>
            </p:cNvPr>
            <p:cNvSpPr/>
            <p:nvPr/>
          </p:nvSpPr>
          <p:spPr>
            <a:xfrm>
              <a:off x="0" y="65182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C8821EF2-5464-D96D-FB5D-F6AF8D8C7CC8}"/>
                </a:ext>
              </a:extLst>
            </p:cNvPr>
            <p:cNvSpPr/>
            <p:nvPr/>
          </p:nvSpPr>
          <p:spPr>
            <a:xfrm>
              <a:off x="-511728" y="4597167"/>
              <a:ext cx="13544064" cy="19210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" name="Téglalap 10">
              <a:extLst>
                <a:ext uri="{FF2B5EF4-FFF2-40B4-BE49-F238E27FC236}">
                  <a16:creationId xmlns:a16="http://schemas.microsoft.com/office/drawing/2014/main" id="{AF943747-5881-F60A-0D87-B825F77F7E71}"/>
                </a:ext>
              </a:extLst>
            </p:cNvPr>
            <p:cNvSpPr/>
            <p:nvPr/>
          </p:nvSpPr>
          <p:spPr>
            <a:xfrm>
              <a:off x="10083729" y="5387986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" name="Téglalap 11">
              <a:extLst>
                <a:ext uri="{FF2B5EF4-FFF2-40B4-BE49-F238E27FC236}">
                  <a16:creationId xmlns:a16="http://schemas.microsoft.com/office/drawing/2014/main" id="{83C30160-429A-0E03-3E8D-8E47E39D9C70}"/>
                </a:ext>
              </a:extLst>
            </p:cNvPr>
            <p:cNvSpPr/>
            <p:nvPr/>
          </p:nvSpPr>
          <p:spPr>
            <a:xfrm>
              <a:off x="9080708" y="5387828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224895C6-23C5-E152-AF4C-75561076EAF6}"/>
                </a:ext>
              </a:extLst>
            </p:cNvPr>
            <p:cNvSpPr/>
            <p:nvPr/>
          </p:nvSpPr>
          <p:spPr>
            <a:xfrm>
              <a:off x="7978923" y="5387828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" name="Téglalap 13">
              <a:extLst>
                <a:ext uri="{FF2B5EF4-FFF2-40B4-BE49-F238E27FC236}">
                  <a16:creationId xmlns:a16="http://schemas.microsoft.com/office/drawing/2014/main" id="{05BFB34D-9240-DE9B-0EFE-4C6EEBEB7D6D}"/>
                </a:ext>
              </a:extLst>
            </p:cNvPr>
            <p:cNvSpPr/>
            <p:nvPr/>
          </p:nvSpPr>
          <p:spPr>
            <a:xfrm>
              <a:off x="6749651" y="5387828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" name="Téglalap 14">
              <a:extLst>
                <a:ext uri="{FF2B5EF4-FFF2-40B4-BE49-F238E27FC236}">
                  <a16:creationId xmlns:a16="http://schemas.microsoft.com/office/drawing/2014/main" id="{47080420-12F2-2A19-0F77-8C00EDD5696B}"/>
                </a:ext>
              </a:extLst>
            </p:cNvPr>
            <p:cNvSpPr/>
            <p:nvPr/>
          </p:nvSpPr>
          <p:spPr>
            <a:xfrm>
              <a:off x="5551926" y="5387828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Téglalap 15">
              <a:extLst>
                <a:ext uri="{FF2B5EF4-FFF2-40B4-BE49-F238E27FC236}">
                  <a16:creationId xmlns:a16="http://schemas.microsoft.com/office/drawing/2014/main" id="{C5FE8977-A0ED-5DEF-399C-5842ED1CF774}"/>
                </a:ext>
              </a:extLst>
            </p:cNvPr>
            <p:cNvSpPr/>
            <p:nvPr/>
          </p:nvSpPr>
          <p:spPr>
            <a:xfrm>
              <a:off x="4629347" y="5377341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" name="Téglalap 16">
              <a:extLst>
                <a:ext uri="{FF2B5EF4-FFF2-40B4-BE49-F238E27FC236}">
                  <a16:creationId xmlns:a16="http://schemas.microsoft.com/office/drawing/2014/main" id="{D17A924C-C0F1-AF16-6A79-00F1CED697CE}"/>
                </a:ext>
              </a:extLst>
            </p:cNvPr>
            <p:cNvSpPr/>
            <p:nvPr/>
          </p:nvSpPr>
          <p:spPr>
            <a:xfrm>
              <a:off x="3603461" y="5389920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" name="Téglalap 17">
              <a:extLst>
                <a:ext uri="{FF2B5EF4-FFF2-40B4-BE49-F238E27FC236}">
                  <a16:creationId xmlns:a16="http://schemas.microsoft.com/office/drawing/2014/main" id="{42FE7879-6A4A-FC5D-8BEB-F0F6C02A81E7}"/>
                </a:ext>
              </a:extLst>
            </p:cNvPr>
            <p:cNvSpPr/>
            <p:nvPr/>
          </p:nvSpPr>
          <p:spPr>
            <a:xfrm>
              <a:off x="2449520" y="5381527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" name="Téglalap 18">
              <a:extLst>
                <a:ext uri="{FF2B5EF4-FFF2-40B4-BE49-F238E27FC236}">
                  <a16:creationId xmlns:a16="http://schemas.microsoft.com/office/drawing/2014/main" id="{F571A0AD-4814-9B16-5ADC-8E9A640BBC55}"/>
                </a:ext>
              </a:extLst>
            </p:cNvPr>
            <p:cNvSpPr/>
            <p:nvPr/>
          </p:nvSpPr>
          <p:spPr>
            <a:xfrm>
              <a:off x="1439643" y="5381527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" name="Téglalap 19">
              <a:extLst>
                <a:ext uri="{FF2B5EF4-FFF2-40B4-BE49-F238E27FC236}">
                  <a16:creationId xmlns:a16="http://schemas.microsoft.com/office/drawing/2014/main" id="{CA025085-F053-B7D3-72C4-C0FF90DF14F5}"/>
                </a:ext>
              </a:extLst>
            </p:cNvPr>
            <p:cNvSpPr/>
            <p:nvPr/>
          </p:nvSpPr>
          <p:spPr>
            <a:xfrm>
              <a:off x="11157762" y="5394115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" name="Téglalap 20">
              <a:extLst>
                <a:ext uri="{FF2B5EF4-FFF2-40B4-BE49-F238E27FC236}">
                  <a16:creationId xmlns:a16="http://schemas.microsoft.com/office/drawing/2014/main" id="{A8CBD87B-941C-4879-50EA-0E0A8311B555}"/>
                </a:ext>
              </a:extLst>
            </p:cNvPr>
            <p:cNvSpPr/>
            <p:nvPr/>
          </p:nvSpPr>
          <p:spPr>
            <a:xfrm>
              <a:off x="12122488" y="5389920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" name="Téglalap 21">
              <a:extLst>
                <a:ext uri="{FF2B5EF4-FFF2-40B4-BE49-F238E27FC236}">
                  <a16:creationId xmlns:a16="http://schemas.microsoft.com/office/drawing/2014/main" id="{02034A8B-72AD-6696-D59E-972DFFFCB237}"/>
                </a:ext>
              </a:extLst>
            </p:cNvPr>
            <p:cNvSpPr/>
            <p:nvPr/>
          </p:nvSpPr>
          <p:spPr>
            <a:xfrm>
              <a:off x="439669" y="5387828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32" name="Csoportba foglalás 131">
              <a:extLst>
                <a:ext uri="{FF2B5EF4-FFF2-40B4-BE49-F238E27FC236}">
                  <a16:creationId xmlns:a16="http://schemas.microsoft.com/office/drawing/2014/main" id="{0F7A8A3A-AB4F-E79B-36CD-2507B2C1EDDF}"/>
                </a:ext>
              </a:extLst>
            </p:cNvPr>
            <p:cNvGrpSpPr/>
            <p:nvPr/>
          </p:nvGrpSpPr>
          <p:grpSpPr>
            <a:xfrm>
              <a:off x="2966810" y="2376172"/>
              <a:ext cx="1152739" cy="2231794"/>
              <a:chOff x="21678" y="2352425"/>
              <a:chExt cx="1152739" cy="2231794"/>
            </a:xfrm>
          </p:grpSpPr>
          <p:sp>
            <p:nvSpPr>
              <p:cNvPr id="133" name="Téglalap 132">
                <a:extLst>
                  <a:ext uri="{FF2B5EF4-FFF2-40B4-BE49-F238E27FC236}">
                    <a16:creationId xmlns:a16="http://schemas.microsoft.com/office/drawing/2014/main" id="{35C7C5D9-7838-B76C-6E16-B0C38D04A5BE}"/>
                  </a:ext>
                </a:extLst>
              </p:cNvPr>
              <p:cNvSpPr/>
              <p:nvPr/>
            </p:nvSpPr>
            <p:spPr>
              <a:xfrm>
                <a:off x="215900" y="3265750"/>
                <a:ext cx="576619" cy="131846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4" name="Ellipszis 133">
                <a:extLst>
                  <a:ext uri="{FF2B5EF4-FFF2-40B4-BE49-F238E27FC236}">
                    <a16:creationId xmlns:a16="http://schemas.microsoft.com/office/drawing/2014/main" id="{8658CAA8-5247-3541-6367-CBCA723246F9}"/>
                  </a:ext>
                </a:extLst>
              </p:cNvPr>
              <p:cNvSpPr/>
              <p:nvPr/>
            </p:nvSpPr>
            <p:spPr>
              <a:xfrm>
                <a:off x="21678" y="2979077"/>
                <a:ext cx="484811" cy="484202"/>
              </a:xfrm>
              <a:prstGeom prst="ellipse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5" name="Ellipszis 134">
                <a:extLst>
                  <a:ext uri="{FF2B5EF4-FFF2-40B4-BE49-F238E27FC236}">
                    <a16:creationId xmlns:a16="http://schemas.microsoft.com/office/drawing/2014/main" id="{F7D3ED51-270E-3891-A5EC-0150D9C01C36}"/>
                  </a:ext>
                </a:extLst>
              </p:cNvPr>
              <p:cNvSpPr/>
              <p:nvPr/>
            </p:nvSpPr>
            <p:spPr>
              <a:xfrm>
                <a:off x="363356" y="2818754"/>
                <a:ext cx="791175" cy="750297"/>
              </a:xfrm>
              <a:prstGeom prst="ellipse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6" name="Ellipszis 135">
                <a:extLst>
                  <a:ext uri="{FF2B5EF4-FFF2-40B4-BE49-F238E27FC236}">
                    <a16:creationId xmlns:a16="http://schemas.microsoft.com/office/drawing/2014/main" id="{9A866CF0-92DD-93B6-5E66-73EEFEB1D4A9}"/>
                  </a:ext>
                </a:extLst>
              </p:cNvPr>
              <p:cNvSpPr/>
              <p:nvPr/>
            </p:nvSpPr>
            <p:spPr>
              <a:xfrm>
                <a:off x="55070" y="2476069"/>
                <a:ext cx="576619" cy="590943"/>
              </a:xfrm>
              <a:prstGeom prst="ellipse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7" name="Ellipszis 136">
                <a:extLst>
                  <a:ext uri="{FF2B5EF4-FFF2-40B4-BE49-F238E27FC236}">
                    <a16:creationId xmlns:a16="http://schemas.microsoft.com/office/drawing/2014/main" id="{F89CDDFD-F720-DFEC-9410-89A55ED23D98}"/>
                  </a:ext>
                </a:extLst>
              </p:cNvPr>
              <p:cNvSpPr/>
              <p:nvPr/>
            </p:nvSpPr>
            <p:spPr>
              <a:xfrm>
                <a:off x="490703" y="2352425"/>
                <a:ext cx="683714" cy="750297"/>
              </a:xfrm>
              <a:prstGeom prst="ellipse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42" name="Csoportba foglalás 141">
              <a:extLst>
                <a:ext uri="{FF2B5EF4-FFF2-40B4-BE49-F238E27FC236}">
                  <a16:creationId xmlns:a16="http://schemas.microsoft.com/office/drawing/2014/main" id="{7BB4897F-DAFC-0EA4-4C27-9DBE89DC997A}"/>
                </a:ext>
              </a:extLst>
            </p:cNvPr>
            <p:cNvGrpSpPr/>
            <p:nvPr/>
          </p:nvGrpSpPr>
          <p:grpSpPr>
            <a:xfrm>
              <a:off x="-1587777" y="1536968"/>
              <a:ext cx="1891113" cy="3047251"/>
              <a:chOff x="0" y="1549915"/>
              <a:chExt cx="1891113" cy="3047251"/>
            </a:xfrm>
          </p:grpSpPr>
          <p:sp>
            <p:nvSpPr>
              <p:cNvPr id="138" name="Téglalap 137">
                <a:extLst>
                  <a:ext uri="{FF2B5EF4-FFF2-40B4-BE49-F238E27FC236}">
                    <a16:creationId xmlns:a16="http://schemas.microsoft.com/office/drawing/2014/main" id="{39A65C24-9975-5CC1-8464-082FC5150CCF}"/>
                  </a:ext>
                </a:extLst>
              </p:cNvPr>
              <p:cNvSpPr/>
              <p:nvPr/>
            </p:nvSpPr>
            <p:spPr>
              <a:xfrm>
                <a:off x="0" y="2857500"/>
                <a:ext cx="1887841" cy="1739666"/>
              </a:xfrm>
              <a:prstGeom prst="rect">
                <a:avLst/>
              </a:prstGeom>
              <a:solidFill>
                <a:srgbClr val="FFE6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39" name="Téglalap 138">
                <a:extLst>
                  <a:ext uri="{FF2B5EF4-FFF2-40B4-BE49-F238E27FC236}">
                    <a16:creationId xmlns:a16="http://schemas.microsoft.com/office/drawing/2014/main" id="{DB2EA16B-EE92-EB23-FEEE-68455728CC8C}"/>
                  </a:ext>
                </a:extLst>
              </p:cNvPr>
              <p:cNvSpPr/>
              <p:nvPr/>
            </p:nvSpPr>
            <p:spPr>
              <a:xfrm>
                <a:off x="1075438" y="3743420"/>
                <a:ext cx="466279" cy="459133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0" name="Téglalap 139">
                <a:extLst>
                  <a:ext uri="{FF2B5EF4-FFF2-40B4-BE49-F238E27FC236}">
                    <a16:creationId xmlns:a16="http://schemas.microsoft.com/office/drawing/2014/main" id="{485E99F7-E7D6-698D-3D2F-5615E15C10A0}"/>
                  </a:ext>
                </a:extLst>
              </p:cNvPr>
              <p:cNvSpPr/>
              <p:nvPr/>
            </p:nvSpPr>
            <p:spPr>
              <a:xfrm>
                <a:off x="205523" y="3754270"/>
                <a:ext cx="415972" cy="833952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1" name="Háromszög 140">
                <a:extLst>
                  <a:ext uri="{FF2B5EF4-FFF2-40B4-BE49-F238E27FC236}">
                    <a16:creationId xmlns:a16="http://schemas.microsoft.com/office/drawing/2014/main" id="{7B6CDE79-DBB9-CAAA-4AAC-8FE63FF4B099}"/>
                  </a:ext>
                </a:extLst>
              </p:cNvPr>
              <p:cNvSpPr/>
              <p:nvPr/>
            </p:nvSpPr>
            <p:spPr>
              <a:xfrm>
                <a:off x="0" y="1549915"/>
                <a:ext cx="1891113" cy="1292586"/>
              </a:xfrm>
              <a:prstGeom prst="triangle">
                <a:avLst/>
              </a:prstGeom>
              <a:solidFill>
                <a:schemeClr val="tx2">
                  <a:lumMod val="5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A367BF94-AAC0-E60C-5365-1672562619A8}"/>
                </a:ext>
              </a:extLst>
            </p:cNvPr>
            <p:cNvSpPr/>
            <p:nvPr/>
          </p:nvSpPr>
          <p:spPr>
            <a:xfrm>
              <a:off x="-438642" y="5373149"/>
              <a:ext cx="604007" cy="184558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8" name="Csoportba foglalás 47">
            <a:extLst>
              <a:ext uri="{FF2B5EF4-FFF2-40B4-BE49-F238E27FC236}">
                <a16:creationId xmlns:a16="http://schemas.microsoft.com/office/drawing/2014/main" id="{36D1B45C-E236-896D-44A0-F81105498BC1}"/>
              </a:ext>
            </a:extLst>
          </p:cNvPr>
          <p:cNvGrpSpPr/>
          <p:nvPr/>
        </p:nvGrpSpPr>
        <p:grpSpPr>
          <a:xfrm rot="179263"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49" name="Csoportba foglalás 48">
              <a:extLst>
                <a:ext uri="{FF2B5EF4-FFF2-40B4-BE49-F238E27FC236}">
                  <a16:creationId xmlns:a16="http://schemas.microsoft.com/office/drawing/2014/main" id="{53EA1E73-6635-AC6E-C116-2FEEF5BC49F2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91" name="Csoportba foglalás 90">
                <a:extLst>
                  <a:ext uri="{FF2B5EF4-FFF2-40B4-BE49-F238E27FC236}">
                    <a16:creationId xmlns:a16="http://schemas.microsoft.com/office/drawing/2014/main" id="{47A0B5ED-52D6-9077-4C6F-B99214EA98AB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94" name="Derékszögű háromszög 93">
                  <a:extLst>
                    <a:ext uri="{FF2B5EF4-FFF2-40B4-BE49-F238E27FC236}">
                      <a16:creationId xmlns:a16="http://schemas.microsoft.com/office/drawing/2014/main" id="{4D562E92-5284-639D-1814-4793A60CC05F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5" name="Derékszögű háromszög 94">
                  <a:extLst>
                    <a:ext uri="{FF2B5EF4-FFF2-40B4-BE49-F238E27FC236}">
                      <a16:creationId xmlns:a16="http://schemas.microsoft.com/office/drawing/2014/main" id="{AF55ABB0-D8A5-8A50-D40B-AD62B364D195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6" name="Téglalap 15">
                  <a:extLst>
                    <a:ext uri="{FF2B5EF4-FFF2-40B4-BE49-F238E27FC236}">
                      <a16:creationId xmlns:a16="http://schemas.microsoft.com/office/drawing/2014/main" id="{A4304337-9092-384B-BD50-8E9FA2835321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7" name="Folyamatábra: Tárolt adat 17">
                  <a:extLst>
                    <a:ext uri="{FF2B5EF4-FFF2-40B4-BE49-F238E27FC236}">
                      <a16:creationId xmlns:a16="http://schemas.microsoft.com/office/drawing/2014/main" id="{546CB1A9-5961-EC72-1CF0-2B25F8EFA133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8" name="Derékszögű háromszög 97">
                  <a:extLst>
                    <a:ext uri="{FF2B5EF4-FFF2-40B4-BE49-F238E27FC236}">
                      <a16:creationId xmlns:a16="http://schemas.microsoft.com/office/drawing/2014/main" id="{31CFE31A-6877-E72A-6943-3C65CC37E5F9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Kivonás jele 98">
                  <a:extLst>
                    <a:ext uri="{FF2B5EF4-FFF2-40B4-BE49-F238E27FC236}">
                      <a16:creationId xmlns:a16="http://schemas.microsoft.com/office/drawing/2014/main" id="{9F2040DE-EC2C-8CAD-D40A-45FDFB68D769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Ellipszis 99">
                  <a:extLst>
                    <a:ext uri="{FF2B5EF4-FFF2-40B4-BE49-F238E27FC236}">
                      <a16:creationId xmlns:a16="http://schemas.microsoft.com/office/drawing/2014/main" id="{E5A9E47D-B4FD-0427-13E2-F56827492AF1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1" name="Ellipszis 100">
                  <a:extLst>
                    <a:ext uri="{FF2B5EF4-FFF2-40B4-BE49-F238E27FC236}">
                      <a16:creationId xmlns:a16="http://schemas.microsoft.com/office/drawing/2014/main" id="{916DF65C-DF69-5152-5F5A-407F69EEDD34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Kivonás jele 101">
                  <a:extLst>
                    <a:ext uri="{FF2B5EF4-FFF2-40B4-BE49-F238E27FC236}">
                      <a16:creationId xmlns:a16="http://schemas.microsoft.com/office/drawing/2014/main" id="{AF1168CA-BE99-F632-0DAC-B256501C9221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3" name="Kivonás jele 102">
                  <a:extLst>
                    <a:ext uri="{FF2B5EF4-FFF2-40B4-BE49-F238E27FC236}">
                      <a16:creationId xmlns:a16="http://schemas.microsoft.com/office/drawing/2014/main" id="{FC77BEA0-61AB-ED2E-380A-876E30E3082C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F0A1F3F0-4CEB-CCDE-58A6-012F369E3946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Romboid 104">
                  <a:extLst>
                    <a:ext uri="{FF2B5EF4-FFF2-40B4-BE49-F238E27FC236}">
                      <a16:creationId xmlns:a16="http://schemas.microsoft.com/office/drawing/2014/main" id="{CC7310CE-E794-5012-C3DD-070D8844B0C4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Téglalap 105">
                  <a:extLst>
                    <a:ext uri="{FF2B5EF4-FFF2-40B4-BE49-F238E27FC236}">
                      <a16:creationId xmlns:a16="http://schemas.microsoft.com/office/drawing/2014/main" id="{8665A44B-69B9-EE08-11D9-BC507F50A8F7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Téglalap: lekerekített 106">
                  <a:extLst>
                    <a:ext uri="{FF2B5EF4-FFF2-40B4-BE49-F238E27FC236}">
                      <a16:creationId xmlns:a16="http://schemas.microsoft.com/office/drawing/2014/main" id="{DF454299-97FB-F307-70DE-56147C3D7856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Téglalap: lekerekített 107">
                  <a:extLst>
                    <a:ext uri="{FF2B5EF4-FFF2-40B4-BE49-F238E27FC236}">
                      <a16:creationId xmlns:a16="http://schemas.microsoft.com/office/drawing/2014/main" id="{6E5C5AC6-23F6-87FB-45EC-B2F6BFCE8FAE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Téglalap: lekerekített 108">
                  <a:extLst>
                    <a:ext uri="{FF2B5EF4-FFF2-40B4-BE49-F238E27FC236}">
                      <a16:creationId xmlns:a16="http://schemas.microsoft.com/office/drawing/2014/main" id="{64B301CF-01FA-CEB7-7184-78A363A8DCC9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Téglalap: lekerekített 109">
                  <a:extLst>
                    <a:ext uri="{FF2B5EF4-FFF2-40B4-BE49-F238E27FC236}">
                      <a16:creationId xmlns:a16="http://schemas.microsoft.com/office/drawing/2014/main" id="{F735839C-32BC-C301-8F69-1790FBECF722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Téglalap: lekerekített 110">
                  <a:extLst>
                    <a:ext uri="{FF2B5EF4-FFF2-40B4-BE49-F238E27FC236}">
                      <a16:creationId xmlns:a16="http://schemas.microsoft.com/office/drawing/2014/main" id="{EB86E605-169A-2BE9-160A-074A06542784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Téglalap: lekerekített 111">
                  <a:extLst>
                    <a:ext uri="{FF2B5EF4-FFF2-40B4-BE49-F238E27FC236}">
                      <a16:creationId xmlns:a16="http://schemas.microsoft.com/office/drawing/2014/main" id="{4124CA3E-9D60-EE7E-6835-E76BF05958E5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92" name="Picture 2" descr="Forráskép megtekintése">
                <a:extLst>
                  <a:ext uri="{FF2B5EF4-FFF2-40B4-BE49-F238E27FC236}">
                    <a16:creationId xmlns:a16="http://schemas.microsoft.com/office/drawing/2014/main" id="{D95C37B2-066A-E1C2-03B6-7B55836E0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3" name="Picture 6" descr="Forráskép megtekintése">
                <a:extLst>
                  <a:ext uri="{FF2B5EF4-FFF2-40B4-BE49-F238E27FC236}">
                    <a16:creationId xmlns:a16="http://schemas.microsoft.com/office/drawing/2014/main" id="{B13E61FB-C8D0-579F-F129-5F3D6EA70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0" name="Csoportba foglalás 49">
              <a:extLst>
                <a:ext uri="{FF2B5EF4-FFF2-40B4-BE49-F238E27FC236}">
                  <a16:creationId xmlns:a16="http://schemas.microsoft.com/office/drawing/2014/main" id="{F9CAE4D5-135C-3CEC-B8D9-584DD133A1B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79" name="Csoportba foglalás 78">
                <a:extLst>
                  <a:ext uri="{FF2B5EF4-FFF2-40B4-BE49-F238E27FC236}">
                    <a16:creationId xmlns:a16="http://schemas.microsoft.com/office/drawing/2014/main" id="{FF53D1BE-B0AB-CBA9-1A26-95A085964D39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82" name="Henger 81">
                  <a:extLst>
                    <a:ext uri="{FF2B5EF4-FFF2-40B4-BE49-F238E27FC236}">
                      <a16:creationId xmlns:a16="http://schemas.microsoft.com/office/drawing/2014/main" id="{F1D646D6-19A8-316A-B5CF-8C24FA56E1C4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Ellipszis 82">
                  <a:extLst>
                    <a:ext uri="{FF2B5EF4-FFF2-40B4-BE49-F238E27FC236}">
                      <a16:creationId xmlns:a16="http://schemas.microsoft.com/office/drawing/2014/main" id="{AFE02947-41E2-551D-324F-4511CE440AE1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4" name="Téglalap 83">
                  <a:extLst>
                    <a:ext uri="{FF2B5EF4-FFF2-40B4-BE49-F238E27FC236}">
                      <a16:creationId xmlns:a16="http://schemas.microsoft.com/office/drawing/2014/main" id="{610B9B55-BDA8-B344-798C-E936AC1D94A9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5" name="Ellipszis 84">
                  <a:extLst>
                    <a:ext uri="{FF2B5EF4-FFF2-40B4-BE49-F238E27FC236}">
                      <a16:creationId xmlns:a16="http://schemas.microsoft.com/office/drawing/2014/main" id="{78BCDB54-B79A-8B31-1B70-00830092CA2C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6" name="Egyenes összekötő 85">
                  <a:extLst>
                    <a:ext uri="{FF2B5EF4-FFF2-40B4-BE49-F238E27FC236}">
                      <a16:creationId xmlns:a16="http://schemas.microsoft.com/office/drawing/2014/main" id="{E3FD59C5-8BC5-ABD1-F81A-96B6970AE0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Egyenes összekötő 86">
                  <a:extLst>
                    <a:ext uri="{FF2B5EF4-FFF2-40B4-BE49-F238E27FC236}">
                      <a16:creationId xmlns:a16="http://schemas.microsoft.com/office/drawing/2014/main" id="{FC2BEAAB-A22B-FA10-5F61-7590EF86FF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8D962BFF-3629-A416-7182-54EBD62607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C656EEC7-DCE9-0F3A-1F0F-BEFF311EF4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0" name="Ellipszis 89">
                  <a:extLst>
                    <a:ext uri="{FF2B5EF4-FFF2-40B4-BE49-F238E27FC236}">
                      <a16:creationId xmlns:a16="http://schemas.microsoft.com/office/drawing/2014/main" id="{A4345A6C-8B3F-899A-8867-A7E5500100CF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80" name="Egyenes összekötő 79">
                <a:extLst>
                  <a:ext uri="{FF2B5EF4-FFF2-40B4-BE49-F238E27FC236}">
                    <a16:creationId xmlns:a16="http://schemas.microsoft.com/office/drawing/2014/main" id="{ECBEFB73-C7AF-B9A7-C24C-C3A38A0491A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9B5C4081-8B08-37E0-E991-B47B246C83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1" name="Csoportba foglalás 50">
              <a:extLst>
                <a:ext uri="{FF2B5EF4-FFF2-40B4-BE49-F238E27FC236}">
                  <a16:creationId xmlns:a16="http://schemas.microsoft.com/office/drawing/2014/main" id="{FAAF592B-4F80-7FCB-D1DA-2410DAF183E8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69" name="Henger 68">
                <a:extLst>
                  <a:ext uri="{FF2B5EF4-FFF2-40B4-BE49-F238E27FC236}">
                    <a16:creationId xmlns:a16="http://schemas.microsoft.com/office/drawing/2014/main" id="{785D45A7-ACC4-4CC8-0924-993B0C2DD73F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0" name="Csoportba foglalás 69">
                <a:extLst>
                  <a:ext uri="{FF2B5EF4-FFF2-40B4-BE49-F238E27FC236}">
                    <a16:creationId xmlns:a16="http://schemas.microsoft.com/office/drawing/2014/main" id="{7BF51ABC-A749-BEAE-60AD-AF1581BA7460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72" name="Ellipszis 71">
                  <a:extLst>
                    <a:ext uri="{FF2B5EF4-FFF2-40B4-BE49-F238E27FC236}">
                      <a16:creationId xmlns:a16="http://schemas.microsoft.com/office/drawing/2014/main" id="{0D389C23-0E11-853B-8C0D-CD457E1863E1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F089A4CC-6630-A470-2711-4D31BAE83D71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74" name="Egyenes összekötő 73">
                  <a:extLst>
                    <a:ext uri="{FF2B5EF4-FFF2-40B4-BE49-F238E27FC236}">
                      <a16:creationId xmlns:a16="http://schemas.microsoft.com/office/drawing/2014/main" id="{68700FDE-15D7-751D-864D-5908C14F9A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Egyenes összekötő 74">
                  <a:extLst>
                    <a:ext uri="{FF2B5EF4-FFF2-40B4-BE49-F238E27FC236}">
                      <a16:creationId xmlns:a16="http://schemas.microsoft.com/office/drawing/2014/main" id="{E85E671E-6A2F-8C54-CEEA-B38C310BB5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Egyenes összekötő 75">
                  <a:extLst>
                    <a:ext uri="{FF2B5EF4-FFF2-40B4-BE49-F238E27FC236}">
                      <a16:creationId xmlns:a16="http://schemas.microsoft.com/office/drawing/2014/main" id="{25D81D44-2780-4C07-00D3-36B04CACE8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Egyenes összekötő 76">
                  <a:extLst>
                    <a:ext uri="{FF2B5EF4-FFF2-40B4-BE49-F238E27FC236}">
                      <a16:creationId xmlns:a16="http://schemas.microsoft.com/office/drawing/2014/main" id="{6F6A82DD-8211-6595-59C2-3C186B168C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8" name="Ellipszis 77">
                  <a:extLst>
                    <a:ext uri="{FF2B5EF4-FFF2-40B4-BE49-F238E27FC236}">
                      <a16:creationId xmlns:a16="http://schemas.microsoft.com/office/drawing/2014/main" id="{0B3EE56D-3AC4-4865-F71D-0CEED826960A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1" name="Téglalap 70">
                <a:extLst>
                  <a:ext uri="{FF2B5EF4-FFF2-40B4-BE49-F238E27FC236}">
                    <a16:creationId xmlns:a16="http://schemas.microsoft.com/office/drawing/2014/main" id="{542EADE2-6C53-D4A9-36F2-E1C6AC1B55FF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2" name="Csoportba foglalás 51">
              <a:extLst>
                <a:ext uri="{FF2B5EF4-FFF2-40B4-BE49-F238E27FC236}">
                  <a16:creationId xmlns:a16="http://schemas.microsoft.com/office/drawing/2014/main" id="{2B66AEA6-BBB4-3A48-47DD-674DB5B28969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53" name="Csoportba foglalás 52">
                <a:extLst>
                  <a:ext uri="{FF2B5EF4-FFF2-40B4-BE49-F238E27FC236}">
                    <a16:creationId xmlns:a16="http://schemas.microsoft.com/office/drawing/2014/main" id="{4C106EB4-753E-9A9E-7EA6-B9596EAC83F2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61" name="Henger 60">
                  <a:extLst>
                    <a:ext uri="{FF2B5EF4-FFF2-40B4-BE49-F238E27FC236}">
                      <a16:creationId xmlns:a16="http://schemas.microsoft.com/office/drawing/2014/main" id="{7F45500B-C99F-BF4B-56FE-9CABC961A2BB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Ellipszis 61">
                  <a:extLst>
                    <a:ext uri="{FF2B5EF4-FFF2-40B4-BE49-F238E27FC236}">
                      <a16:creationId xmlns:a16="http://schemas.microsoft.com/office/drawing/2014/main" id="{D46DE53F-10F7-89F4-2600-2E1DB439CDD8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3" name="Ív 62">
                  <a:extLst>
                    <a:ext uri="{FF2B5EF4-FFF2-40B4-BE49-F238E27FC236}">
                      <a16:creationId xmlns:a16="http://schemas.microsoft.com/office/drawing/2014/main" id="{5FA1CBCE-6511-D292-BC7D-2E658AC31683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64" name="Picture 2" descr="Forráskép megtekintése">
                  <a:extLst>
                    <a:ext uri="{FF2B5EF4-FFF2-40B4-BE49-F238E27FC236}">
                      <a16:creationId xmlns:a16="http://schemas.microsoft.com/office/drawing/2014/main" id="{CF751F05-19E5-5DC8-50AB-B2F27EF4F42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5" name="Téglalap 64">
                  <a:extLst>
                    <a:ext uri="{FF2B5EF4-FFF2-40B4-BE49-F238E27FC236}">
                      <a16:creationId xmlns:a16="http://schemas.microsoft.com/office/drawing/2014/main" id="{8C4A8D3F-9FE7-7A86-36CE-3A636CDE24C9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Csillag: 4 ágú 65">
                  <a:extLst>
                    <a:ext uri="{FF2B5EF4-FFF2-40B4-BE49-F238E27FC236}">
                      <a16:creationId xmlns:a16="http://schemas.microsoft.com/office/drawing/2014/main" id="{9ED8757D-7AA0-2CA8-04E5-63F8CA37E22D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7" name="Szabadkézi sokszög: alakzat 66">
                  <a:extLst>
                    <a:ext uri="{FF2B5EF4-FFF2-40B4-BE49-F238E27FC236}">
                      <a16:creationId xmlns:a16="http://schemas.microsoft.com/office/drawing/2014/main" id="{A8BB4692-858F-9620-F337-F462757532FB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Ellipszis 67">
                  <a:extLst>
                    <a:ext uri="{FF2B5EF4-FFF2-40B4-BE49-F238E27FC236}">
                      <a16:creationId xmlns:a16="http://schemas.microsoft.com/office/drawing/2014/main" id="{0ECAEC1F-86B9-3B27-1064-394B3D4B30BA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7578B0B9-6996-8862-2E6A-85F05B17B1A1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F51EA878-FB2E-637B-3558-8A27E296AC25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6" name="Egyenes összekötő 55">
                <a:extLst>
                  <a:ext uri="{FF2B5EF4-FFF2-40B4-BE49-F238E27FC236}">
                    <a16:creationId xmlns:a16="http://schemas.microsoft.com/office/drawing/2014/main" id="{CFF61CD2-C524-C466-1598-D15EFA1085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7" name="Ellipszis 56">
                <a:extLst>
                  <a:ext uri="{FF2B5EF4-FFF2-40B4-BE49-F238E27FC236}">
                    <a16:creationId xmlns:a16="http://schemas.microsoft.com/office/drawing/2014/main" id="{2057E6FF-2E37-27A3-7C8B-A32566F317C0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84FAE835-E506-B06C-F5C6-98F803519F8A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59" name="Kép 58">
                <a:extLst>
                  <a:ext uri="{FF2B5EF4-FFF2-40B4-BE49-F238E27FC236}">
                    <a16:creationId xmlns:a16="http://schemas.microsoft.com/office/drawing/2014/main" id="{81ED8473-22B5-78F7-0B9B-FDBF572510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89A81ED4-7671-D7DD-6C95-7C78455BB8C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45" name="Csillag: 5 ágú 144">
            <a:extLst>
              <a:ext uri="{FF2B5EF4-FFF2-40B4-BE49-F238E27FC236}">
                <a16:creationId xmlns:a16="http://schemas.microsoft.com/office/drawing/2014/main" id="{DD1A84B3-E228-41BA-130C-4FAA0011B9FC}"/>
              </a:ext>
            </a:extLst>
          </p:cNvPr>
          <p:cNvSpPr/>
          <p:nvPr/>
        </p:nvSpPr>
        <p:spPr>
          <a:xfrm>
            <a:off x="3933555" y="135285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Csillag: 5 ágú 145">
            <a:extLst>
              <a:ext uri="{FF2B5EF4-FFF2-40B4-BE49-F238E27FC236}">
                <a16:creationId xmlns:a16="http://schemas.microsoft.com/office/drawing/2014/main" id="{34B5D4D3-0BCD-C648-DA84-5F3501ADDC15}"/>
              </a:ext>
            </a:extLst>
          </p:cNvPr>
          <p:cNvSpPr/>
          <p:nvPr/>
        </p:nvSpPr>
        <p:spPr>
          <a:xfrm>
            <a:off x="10779504" y="1206449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Csillag: 5 ágú 146">
            <a:extLst>
              <a:ext uri="{FF2B5EF4-FFF2-40B4-BE49-F238E27FC236}">
                <a16:creationId xmlns:a16="http://schemas.microsoft.com/office/drawing/2014/main" id="{200D2741-2E1E-0981-23FE-0CF6397DB3BB}"/>
              </a:ext>
            </a:extLst>
          </p:cNvPr>
          <p:cNvSpPr/>
          <p:nvPr/>
        </p:nvSpPr>
        <p:spPr>
          <a:xfrm>
            <a:off x="2878045" y="9271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563256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sillag: 5 ágú 9">
            <a:extLst>
              <a:ext uri="{FF2B5EF4-FFF2-40B4-BE49-F238E27FC236}">
                <a16:creationId xmlns:a16="http://schemas.microsoft.com/office/drawing/2014/main" id="{17038C4A-DC5F-F4B5-0159-85E48EEE9553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" name="Csillag: 5 ágú 10">
            <a:extLst>
              <a:ext uri="{FF2B5EF4-FFF2-40B4-BE49-F238E27FC236}">
                <a16:creationId xmlns:a16="http://schemas.microsoft.com/office/drawing/2014/main" id="{5D648386-7A19-5E61-EDA9-C8387054C886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" name="Csillag: 5 ágú 11">
            <a:extLst>
              <a:ext uri="{FF2B5EF4-FFF2-40B4-BE49-F238E27FC236}">
                <a16:creationId xmlns:a16="http://schemas.microsoft.com/office/drawing/2014/main" id="{DFC3AB30-630F-9900-A0FA-558869BA9CFE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" name="Csillag: 5 ágú 12">
            <a:extLst>
              <a:ext uri="{FF2B5EF4-FFF2-40B4-BE49-F238E27FC236}">
                <a16:creationId xmlns:a16="http://schemas.microsoft.com/office/drawing/2014/main" id="{8E3DC15C-B021-D42F-8ED1-9FB1A8B908CC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" name="Csillag: 5 ágú 13">
            <a:extLst>
              <a:ext uri="{FF2B5EF4-FFF2-40B4-BE49-F238E27FC236}">
                <a16:creationId xmlns:a16="http://schemas.microsoft.com/office/drawing/2014/main" id="{A4299032-AB70-CBB9-23E1-DB3987DCD2A5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" name="Csillag: 5 ágú 14">
            <a:extLst>
              <a:ext uri="{FF2B5EF4-FFF2-40B4-BE49-F238E27FC236}">
                <a16:creationId xmlns:a16="http://schemas.microsoft.com/office/drawing/2014/main" id="{186C291B-1C7F-A3E1-396D-F73B8993DCAD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" name="Csillag: 5 ágú 15">
            <a:extLst>
              <a:ext uri="{FF2B5EF4-FFF2-40B4-BE49-F238E27FC236}">
                <a16:creationId xmlns:a16="http://schemas.microsoft.com/office/drawing/2014/main" id="{BFA25AA7-02A8-FB98-7B9B-EEFE01E9D826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7" name="Csoportba foglalás 16">
            <a:extLst>
              <a:ext uri="{FF2B5EF4-FFF2-40B4-BE49-F238E27FC236}">
                <a16:creationId xmlns:a16="http://schemas.microsoft.com/office/drawing/2014/main" id="{09834303-5112-FC3B-AA60-D24502908492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8" name="Henger 17">
              <a:extLst>
                <a:ext uri="{FF2B5EF4-FFF2-40B4-BE49-F238E27FC236}">
                  <a16:creationId xmlns:a16="http://schemas.microsoft.com/office/drawing/2014/main" id="{1E662954-53EB-ADF1-7C44-4FF60A9877CA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9" name="Csoportba foglalás 18">
              <a:extLst>
                <a:ext uri="{FF2B5EF4-FFF2-40B4-BE49-F238E27FC236}">
                  <a16:creationId xmlns:a16="http://schemas.microsoft.com/office/drawing/2014/main" id="{0C03C658-DA7D-B98D-FCB0-0FFC5D7E6718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21" name="Ellipszis 20">
                <a:extLst>
                  <a:ext uri="{FF2B5EF4-FFF2-40B4-BE49-F238E27FC236}">
                    <a16:creationId xmlns:a16="http://schemas.microsoft.com/office/drawing/2014/main" id="{BFBE0249-53CA-82FE-C365-8E9A1A08D808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783C2FDD-F733-E532-A250-F605F65F5F1D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602D54C3-9026-2040-6F21-C72FA3888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F5B4968F-ADAA-5700-FFF9-20F5F3A5834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0EECCCC4-4DE4-1135-22E7-C786BF4AA1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F98D9256-2F36-81E3-2680-4C93DF74708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B91E3572-E4B8-0C8D-3739-760D6DEF6349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" name="Téglalap 19">
              <a:extLst>
                <a:ext uri="{FF2B5EF4-FFF2-40B4-BE49-F238E27FC236}">
                  <a16:creationId xmlns:a16="http://schemas.microsoft.com/office/drawing/2014/main" id="{241C9DEB-08FA-8353-4D84-48864459F020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8" name="Téglalap 27">
            <a:extLst>
              <a:ext uri="{FF2B5EF4-FFF2-40B4-BE49-F238E27FC236}">
                <a16:creationId xmlns:a16="http://schemas.microsoft.com/office/drawing/2014/main" id="{7901371C-2357-AAD0-8BB3-5D0DCD8E59E9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9" name="Csoportba foglalás 28">
            <a:extLst>
              <a:ext uri="{FF2B5EF4-FFF2-40B4-BE49-F238E27FC236}">
                <a16:creationId xmlns:a16="http://schemas.microsoft.com/office/drawing/2014/main" id="{76569BCA-CA19-F396-F668-427CF8FF397E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EBA3EEE3-9FB8-038A-9E2D-995F6E1EFD06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33" name="Henger 32">
                <a:extLst>
                  <a:ext uri="{FF2B5EF4-FFF2-40B4-BE49-F238E27FC236}">
                    <a16:creationId xmlns:a16="http://schemas.microsoft.com/office/drawing/2014/main" id="{B74E673F-2926-106E-5061-E11BB70E086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9D7513C7-B0B1-1402-0C4E-09FB5E80ED4A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5" name="Téglalap 34">
                <a:extLst>
                  <a:ext uri="{FF2B5EF4-FFF2-40B4-BE49-F238E27FC236}">
                    <a16:creationId xmlns:a16="http://schemas.microsoft.com/office/drawing/2014/main" id="{11A48410-31EE-1E61-0DB2-DF0F03A5E8AA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AA7AF86C-2930-B6CB-FCF9-16351E08C04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7" name="Egyenes összekötő 36">
                <a:extLst>
                  <a:ext uri="{FF2B5EF4-FFF2-40B4-BE49-F238E27FC236}">
                    <a16:creationId xmlns:a16="http://schemas.microsoft.com/office/drawing/2014/main" id="{0BFA2BE1-38FF-5C79-C623-0C3CCD3527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8" name="Egyenes összekötő 37">
                <a:extLst>
                  <a:ext uri="{FF2B5EF4-FFF2-40B4-BE49-F238E27FC236}">
                    <a16:creationId xmlns:a16="http://schemas.microsoft.com/office/drawing/2014/main" id="{6DC5BD53-41A8-C480-FDF3-219140A04A6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51D12163-5F3A-6AB9-B80A-A0E5CD1851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8325BA49-B361-BF16-1352-59D3B9959B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1" name="Ellipszis 40">
                <a:extLst>
                  <a:ext uri="{FF2B5EF4-FFF2-40B4-BE49-F238E27FC236}">
                    <a16:creationId xmlns:a16="http://schemas.microsoft.com/office/drawing/2014/main" id="{EB94E9FF-470A-BF08-526F-16EAA321991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31" name="Egyenes összekötő 30">
              <a:extLst>
                <a:ext uri="{FF2B5EF4-FFF2-40B4-BE49-F238E27FC236}">
                  <a16:creationId xmlns:a16="http://schemas.microsoft.com/office/drawing/2014/main" id="{53876F98-279B-8058-B4C0-F07B8EF9690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2" name="Egyenes összekötő 31">
              <a:extLst>
                <a:ext uri="{FF2B5EF4-FFF2-40B4-BE49-F238E27FC236}">
                  <a16:creationId xmlns:a16="http://schemas.microsoft.com/office/drawing/2014/main" id="{9C944E8B-0F48-2F7E-175D-520E084D5F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42" name="Téglalap 41">
            <a:extLst>
              <a:ext uri="{FF2B5EF4-FFF2-40B4-BE49-F238E27FC236}">
                <a16:creationId xmlns:a16="http://schemas.microsoft.com/office/drawing/2014/main" id="{1B27B92A-1E0F-BB36-A323-695257C3EBF8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3" name="Téglalap 42">
            <a:extLst>
              <a:ext uri="{FF2B5EF4-FFF2-40B4-BE49-F238E27FC236}">
                <a16:creationId xmlns:a16="http://schemas.microsoft.com/office/drawing/2014/main" id="{F6FE5F96-82EE-8102-4744-7A0A371934AB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4" name="Téglalap 43">
            <a:extLst>
              <a:ext uri="{FF2B5EF4-FFF2-40B4-BE49-F238E27FC236}">
                <a16:creationId xmlns:a16="http://schemas.microsoft.com/office/drawing/2014/main" id="{C7E0F98B-F0E9-524C-5137-F38415D0C4F5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5" name="Téglalap 44">
            <a:extLst>
              <a:ext uri="{FF2B5EF4-FFF2-40B4-BE49-F238E27FC236}">
                <a16:creationId xmlns:a16="http://schemas.microsoft.com/office/drawing/2014/main" id="{DB7EAED3-839C-5DF2-53CC-058E73572A58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6" name="Téglalap 45">
            <a:extLst>
              <a:ext uri="{FF2B5EF4-FFF2-40B4-BE49-F238E27FC236}">
                <a16:creationId xmlns:a16="http://schemas.microsoft.com/office/drawing/2014/main" id="{350F2DC8-68CA-F246-10F1-0F3E5D388CFE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8" name="Csoportba foglalás 47">
            <a:extLst>
              <a:ext uri="{FF2B5EF4-FFF2-40B4-BE49-F238E27FC236}">
                <a16:creationId xmlns:a16="http://schemas.microsoft.com/office/drawing/2014/main" id="{CF717F2E-D656-23D1-DBE6-10A425549DF1}"/>
              </a:ext>
            </a:extLst>
          </p:cNvPr>
          <p:cNvGrpSpPr/>
          <p:nvPr/>
        </p:nvGrpSpPr>
        <p:grpSpPr>
          <a:xfrm>
            <a:off x="5092700" y="2217470"/>
            <a:ext cx="6975968" cy="2740695"/>
            <a:chOff x="0" y="2026970"/>
            <a:chExt cx="6975968" cy="2740695"/>
          </a:xfrm>
        </p:grpSpPr>
        <p:sp>
          <p:nvSpPr>
            <p:cNvPr id="75" name="Téglalap 74">
              <a:extLst>
                <a:ext uri="{FF2B5EF4-FFF2-40B4-BE49-F238E27FC236}">
                  <a16:creationId xmlns:a16="http://schemas.microsoft.com/office/drawing/2014/main" id="{B198C134-913F-5DF3-B45B-8D864B117F85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6" name="Téglalap 75">
              <a:extLst>
                <a:ext uri="{FF2B5EF4-FFF2-40B4-BE49-F238E27FC236}">
                  <a16:creationId xmlns:a16="http://schemas.microsoft.com/office/drawing/2014/main" id="{37B411FA-6F0B-19B0-959D-419A201D702C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77" name="Téglalap 76">
              <a:extLst>
                <a:ext uri="{FF2B5EF4-FFF2-40B4-BE49-F238E27FC236}">
                  <a16:creationId xmlns:a16="http://schemas.microsoft.com/office/drawing/2014/main" id="{FC3046F8-DF7A-61D3-8215-4D0171E927E8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Téglalap 77">
              <a:extLst>
                <a:ext uri="{FF2B5EF4-FFF2-40B4-BE49-F238E27FC236}">
                  <a16:creationId xmlns:a16="http://schemas.microsoft.com/office/drawing/2014/main" id="{0EDC443F-9232-44A9-6E41-C438E495C53F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Téglalap 78">
              <a:extLst>
                <a:ext uri="{FF2B5EF4-FFF2-40B4-BE49-F238E27FC236}">
                  <a16:creationId xmlns:a16="http://schemas.microsoft.com/office/drawing/2014/main" id="{6A26198F-ECA8-3110-A05A-C691377E6626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63" name="Csoportba foglalás 62">
            <a:extLst>
              <a:ext uri="{FF2B5EF4-FFF2-40B4-BE49-F238E27FC236}">
                <a16:creationId xmlns:a16="http://schemas.microsoft.com/office/drawing/2014/main" id="{2CA1BC48-F40D-20A3-6225-6F1079B07D58}"/>
              </a:ext>
            </a:extLst>
          </p:cNvPr>
          <p:cNvGrpSpPr/>
          <p:nvPr/>
        </p:nvGrpSpPr>
        <p:grpSpPr>
          <a:xfrm>
            <a:off x="3563710" y="2566672"/>
            <a:ext cx="1152739" cy="2231794"/>
            <a:chOff x="21678" y="2352425"/>
            <a:chExt cx="1152739" cy="2231794"/>
          </a:xfrm>
        </p:grpSpPr>
        <p:sp>
          <p:nvSpPr>
            <p:cNvPr id="70" name="Téglalap 69">
              <a:extLst>
                <a:ext uri="{FF2B5EF4-FFF2-40B4-BE49-F238E27FC236}">
                  <a16:creationId xmlns:a16="http://schemas.microsoft.com/office/drawing/2014/main" id="{FD5E5651-1E0F-C590-2655-4186C27DEFFA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Ellipszis 70">
              <a:extLst>
                <a:ext uri="{FF2B5EF4-FFF2-40B4-BE49-F238E27FC236}">
                  <a16:creationId xmlns:a16="http://schemas.microsoft.com/office/drawing/2014/main" id="{F6C857EC-FCA1-BACB-F342-CC27B50AF49F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Ellipszis 71">
              <a:extLst>
                <a:ext uri="{FF2B5EF4-FFF2-40B4-BE49-F238E27FC236}">
                  <a16:creationId xmlns:a16="http://schemas.microsoft.com/office/drawing/2014/main" id="{0096E021-704D-6A82-24EE-419E0C904643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3" name="Ellipszis 72">
              <a:extLst>
                <a:ext uri="{FF2B5EF4-FFF2-40B4-BE49-F238E27FC236}">
                  <a16:creationId xmlns:a16="http://schemas.microsoft.com/office/drawing/2014/main" id="{1AA7ACF6-1A21-5655-80BE-331FDAFB40BD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4" name="Ellipszis 73">
              <a:extLst>
                <a:ext uri="{FF2B5EF4-FFF2-40B4-BE49-F238E27FC236}">
                  <a16:creationId xmlns:a16="http://schemas.microsoft.com/office/drawing/2014/main" id="{F67685D6-8A57-A4F2-6E68-CAF3BA91C5E1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64" name="Csoportba foglalás 63">
            <a:extLst>
              <a:ext uri="{FF2B5EF4-FFF2-40B4-BE49-F238E27FC236}">
                <a16:creationId xmlns:a16="http://schemas.microsoft.com/office/drawing/2014/main" id="{F047A53C-4F61-21C9-039D-0B740749E5DA}"/>
              </a:ext>
            </a:extLst>
          </p:cNvPr>
          <p:cNvGrpSpPr/>
          <p:nvPr/>
        </p:nvGrpSpPr>
        <p:grpSpPr>
          <a:xfrm>
            <a:off x="-1003577" y="1752868"/>
            <a:ext cx="1891113" cy="3047251"/>
            <a:chOff x="0" y="1549915"/>
            <a:chExt cx="1891113" cy="3047251"/>
          </a:xfrm>
        </p:grpSpPr>
        <p:sp>
          <p:nvSpPr>
            <p:cNvPr id="66" name="Téglalap 65">
              <a:extLst>
                <a:ext uri="{FF2B5EF4-FFF2-40B4-BE49-F238E27FC236}">
                  <a16:creationId xmlns:a16="http://schemas.microsoft.com/office/drawing/2014/main" id="{05857992-F929-7494-427E-B68E7B6D56A8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3BCE1C12-F172-424C-2DEB-A71BBBC28928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Téglalap 67">
              <a:extLst>
                <a:ext uri="{FF2B5EF4-FFF2-40B4-BE49-F238E27FC236}">
                  <a16:creationId xmlns:a16="http://schemas.microsoft.com/office/drawing/2014/main" id="{6F7E3480-F352-176D-23D8-5E9308E37BE9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Háromszög 68">
              <a:extLst>
                <a:ext uri="{FF2B5EF4-FFF2-40B4-BE49-F238E27FC236}">
                  <a16:creationId xmlns:a16="http://schemas.microsoft.com/office/drawing/2014/main" id="{1647362D-83B1-D95F-E6E4-B5CC4D92EA45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49" name="Csoportba foglalás 148">
            <a:extLst>
              <a:ext uri="{FF2B5EF4-FFF2-40B4-BE49-F238E27FC236}">
                <a16:creationId xmlns:a16="http://schemas.microsoft.com/office/drawing/2014/main" id="{B3B2B8A3-9DC5-2CF8-29EA-AAA6FA1CE8A2}"/>
              </a:ext>
            </a:extLst>
          </p:cNvPr>
          <p:cNvGrpSpPr/>
          <p:nvPr/>
        </p:nvGrpSpPr>
        <p:grpSpPr>
          <a:xfrm>
            <a:off x="-511728" y="4800367"/>
            <a:ext cx="13544064" cy="2260833"/>
            <a:chOff x="-511728" y="4673367"/>
            <a:chExt cx="13544064" cy="2260833"/>
          </a:xfrm>
        </p:grpSpPr>
        <p:sp>
          <p:nvSpPr>
            <p:cNvPr id="49" name="Téglalap 48">
              <a:extLst>
                <a:ext uri="{FF2B5EF4-FFF2-40B4-BE49-F238E27FC236}">
                  <a16:creationId xmlns:a16="http://schemas.microsoft.com/office/drawing/2014/main" id="{6FE76158-52F3-B3FE-566F-4B796203BF84}"/>
                </a:ext>
              </a:extLst>
            </p:cNvPr>
            <p:cNvSpPr/>
            <p:nvPr/>
          </p:nvSpPr>
          <p:spPr>
            <a:xfrm>
              <a:off x="0" y="65944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48" name="Csoportba foglalás 147">
              <a:extLst>
                <a:ext uri="{FF2B5EF4-FFF2-40B4-BE49-F238E27FC236}">
                  <a16:creationId xmlns:a16="http://schemas.microsoft.com/office/drawing/2014/main" id="{B1673A88-1D6F-76B3-1067-EE6640360B0D}"/>
                </a:ext>
              </a:extLst>
            </p:cNvPr>
            <p:cNvGrpSpPr/>
            <p:nvPr/>
          </p:nvGrpSpPr>
          <p:grpSpPr>
            <a:xfrm>
              <a:off x="-511728" y="4673367"/>
              <a:ext cx="13544064" cy="1921080"/>
              <a:chOff x="-511728" y="4673367"/>
              <a:chExt cx="13544064" cy="1921080"/>
            </a:xfrm>
          </p:grpSpPr>
          <p:sp>
            <p:nvSpPr>
              <p:cNvPr id="50" name="Téglalap 49">
                <a:extLst>
                  <a:ext uri="{FF2B5EF4-FFF2-40B4-BE49-F238E27FC236}">
                    <a16:creationId xmlns:a16="http://schemas.microsoft.com/office/drawing/2014/main" id="{C6D29A57-1C19-BC04-DE42-3512316F0EAA}"/>
                  </a:ext>
                </a:extLst>
              </p:cNvPr>
              <p:cNvSpPr/>
              <p:nvPr/>
            </p:nvSpPr>
            <p:spPr>
              <a:xfrm>
                <a:off x="-511728" y="4673367"/>
                <a:ext cx="13544064" cy="1921080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Téglalap 50">
                <a:extLst>
                  <a:ext uri="{FF2B5EF4-FFF2-40B4-BE49-F238E27FC236}">
                    <a16:creationId xmlns:a16="http://schemas.microsoft.com/office/drawing/2014/main" id="{509FCD4E-4902-E532-8C03-491CA51BD8C7}"/>
                  </a:ext>
                </a:extLst>
              </p:cNvPr>
              <p:cNvSpPr/>
              <p:nvPr/>
            </p:nvSpPr>
            <p:spPr>
              <a:xfrm>
                <a:off x="10363129" y="5464186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2" name="Téglalap 51">
                <a:extLst>
                  <a:ext uri="{FF2B5EF4-FFF2-40B4-BE49-F238E27FC236}">
                    <a16:creationId xmlns:a16="http://schemas.microsoft.com/office/drawing/2014/main" id="{E109FC81-89E2-DD7A-E0EA-D7BB2634782E}"/>
                  </a:ext>
                </a:extLst>
              </p:cNvPr>
              <p:cNvSpPr/>
              <p:nvPr/>
            </p:nvSpPr>
            <p:spPr>
              <a:xfrm>
                <a:off x="9423608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Téglalap 52">
                <a:extLst>
                  <a:ext uri="{FF2B5EF4-FFF2-40B4-BE49-F238E27FC236}">
                    <a16:creationId xmlns:a16="http://schemas.microsoft.com/office/drawing/2014/main" id="{A920790A-39DC-1544-3CBF-C19CAD760913}"/>
                  </a:ext>
                </a:extLst>
              </p:cNvPr>
              <p:cNvSpPr/>
              <p:nvPr/>
            </p:nvSpPr>
            <p:spPr>
              <a:xfrm>
                <a:off x="8271023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Téglalap 53">
                <a:extLst>
                  <a:ext uri="{FF2B5EF4-FFF2-40B4-BE49-F238E27FC236}">
                    <a16:creationId xmlns:a16="http://schemas.microsoft.com/office/drawing/2014/main" id="{18050C23-5231-DF80-2BBF-EE7CA79F36B9}"/>
                  </a:ext>
                </a:extLst>
              </p:cNvPr>
              <p:cNvSpPr/>
              <p:nvPr/>
            </p:nvSpPr>
            <p:spPr>
              <a:xfrm>
                <a:off x="7041751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5" name="Téglalap 54">
                <a:extLst>
                  <a:ext uri="{FF2B5EF4-FFF2-40B4-BE49-F238E27FC236}">
                    <a16:creationId xmlns:a16="http://schemas.microsoft.com/office/drawing/2014/main" id="{981868AC-C1A8-F78D-0590-FAE943306922}"/>
                  </a:ext>
                </a:extLst>
              </p:cNvPr>
              <p:cNvSpPr/>
              <p:nvPr/>
            </p:nvSpPr>
            <p:spPr>
              <a:xfrm>
                <a:off x="5793226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Téglalap 55">
                <a:extLst>
                  <a:ext uri="{FF2B5EF4-FFF2-40B4-BE49-F238E27FC236}">
                    <a16:creationId xmlns:a16="http://schemas.microsoft.com/office/drawing/2014/main" id="{B0ECA0A6-B975-4737-D8FA-87177AFD2C04}"/>
                  </a:ext>
                </a:extLst>
              </p:cNvPr>
              <p:cNvSpPr/>
              <p:nvPr/>
            </p:nvSpPr>
            <p:spPr>
              <a:xfrm>
                <a:off x="4870647" y="5453541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7" name="Téglalap 56">
                <a:extLst>
                  <a:ext uri="{FF2B5EF4-FFF2-40B4-BE49-F238E27FC236}">
                    <a16:creationId xmlns:a16="http://schemas.microsoft.com/office/drawing/2014/main" id="{BA8FCF19-577B-12F9-3309-33882A14A508}"/>
                  </a:ext>
                </a:extLst>
              </p:cNvPr>
              <p:cNvSpPr/>
              <p:nvPr/>
            </p:nvSpPr>
            <p:spPr>
              <a:xfrm>
                <a:off x="3997161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8" name="Téglalap 57">
                <a:extLst>
                  <a:ext uri="{FF2B5EF4-FFF2-40B4-BE49-F238E27FC236}">
                    <a16:creationId xmlns:a16="http://schemas.microsoft.com/office/drawing/2014/main" id="{1EDF0977-E432-488F-EF0A-A4784F0B4DA1}"/>
                  </a:ext>
                </a:extLst>
              </p:cNvPr>
              <p:cNvSpPr/>
              <p:nvPr/>
            </p:nvSpPr>
            <p:spPr>
              <a:xfrm>
                <a:off x="2792420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Téglalap 58">
                <a:extLst>
                  <a:ext uri="{FF2B5EF4-FFF2-40B4-BE49-F238E27FC236}">
                    <a16:creationId xmlns:a16="http://schemas.microsoft.com/office/drawing/2014/main" id="{BBE4D327-86DD-1AA6-AEA7-8C3E74036C2D}"/>
                  </a:ext>
                </a:extLst>
              </p:cNvPr>
              <p:cNvSpPr/>
              <p:nvPr/>
            </p:nvSpPr>
            <p:spPr>
              <a:xfrm>
                <a:off x="1642843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45C2E4E4-9305-F960-7DAE-FA4064765AFD}"/>
                  </a:ext>
                </a:extLst>
              </p:cNvPr>
              <p:cNvSpPr/>
              <p:nvPr/>
            </p:nvSpPr>
            <p:spPr>
              <a:xfrm>
                <a:off x="11322862" y="5470315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 60">
                <a:extLst>
                  <a:ext uri="{FF2B5EF4-FFF2-40B4-BE49-F238E27FC236}">
                    <a16:creationId xmlns:a16="http://schemas.microsoft.com/office/drawing/2014/main" id="{B6D3E54B-8A67-34E6-088A-55A50BD7DC32}"/>
                  </a:ext>
                </a:extLst>
              </p:cNvPr>
              <p:cNvSpPr/>
              <p:nvPr/>
            </p:nvSpPr>
            <p:spPr>
              <a:xfrm>
                <a:off x="12249488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 61">
                <a:extLst>
                  <a:ext uri="{FF2B5EF4-FFF2-40B4-BE49-F238E27FC236}">
                    <a16:creationId xmlns:a16="http://schemas.microsoft.com/office/drawing/2014/main" id="{83112521-DC8E-999A-52E7-A4DDE207CAEF}"/>
                  </a:ext>
                </a:extLst>
              </p:cNvPr>
              <p:cNvSpPr/>
              <p:nvPr/>
            </p:nvSpPr>
            <p:spPr>
              <a:xfrm>
                <a:off x="680969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 64">
                <a:extLst>
                  <a:ext uri="{FF2B5EF4-FFF2-40B4-BE49-F238E27FC236}">
                    <a16:creationId xmlns:a16="http://schemas.microsoft.com/office/drawing/2014/main" id="{21109A54-C661-1520-FDEC-67C998AB2FE3}"/>
                  </a:ext>
                </a:extLst>
              </p:cNvPr>
              <p:cNvSpPr/>
              <p:nvPr/>
            </p:nvSpPr>
            <p:spPr>
              <a:xfrm>
                <a:off x="-311642" y="5449349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80" name="Csoportba foglalás 79">
            <a:extLst>
              <a:ext uri="{FF2B5EF4-FFF2-40B4-BE49-F238E27FC236}">
                <a16:creationId xmlns:a16="http://schemas.microsoft.com/office/drawing/2014/main" id="{6B4ECE63-A329-786C-1779-313018D72929}"/>
              </a:ext>
            </a:extLst>
          </p:cNvPr>
          <p:cNvGrpSpPr/>
          <p:nvPr/>
        </p:nvGrpSpPr>
        <p:grpSpPr>
          <a:xfrm rot="534057"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81" name="Csoportba foglalás 80">
              <a:extLst>
                <a:ext uri="{FF2B5EF4-FFF2-40B4-BE49-F238E27FC236}">
                  <a16:creationId xmlns:a16="http://schemas.microsoft.com/office/drawing/2014/main" id="{C3069D09-3C8E-F810-9D0A-FCA06D1BABF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23" name="Csoportba foglalás 122">
                <a:extLst>
                  <a:ext uri="{FF2B5EF4-FFF2-40B4-BE49-F238E27FC236}">
                    <a16:creationId xmlns:a16="http://schemas.microsoft.com/office/drawing/2014/main" id="{FDE0302C-E34B-81F1-1B83-35C105B6A324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26" name="Derékszögű háromszög 125">
                  <a:extLst>
                    <a:ext uri="{FF2B5EF4-FFF2-40B4-BE49-F238E27FC236}">
                      <a16:creationId xmlns:a16="http://schemas.microsoft.com/office/drawing/2014/main" id="{3C883665-BC34-A7D4-21DA-B929048790D3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Derékszögű háromszög 126">
                  <a:extLst>
                    <a:ext uri="{FF2B5EF4-FFF2-40B4-BE49-F238E27FC236}">
                      <a16:creationId xmlns:a16="http://schemas.microsoft.com/office/drawing/2014/main" id="{9F637871-DB1A-0104-264F-A49654A2C992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Téglalap 15">
                  <a:extLst>
                    <a:ext uri="{FF2B5EF4-FFF2-40B4-BE49-F238E27FC236}">
                      <a16:creationId xmlns:a16="http://schemas.microsoft.com/office/drawing/2014/main" id="{C9F4A006-4B90-46D3-7AB0-BB6913413699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9" name="Folyamatábra: Tárolt adat 17">
                  <a:extLst>
                    <a:ext uri="{FF2B5EF4-FFF2-40B4-BE49-F238E27FC236}">
                      <a16:creationId xmlns:a16="http://schemas.microsoft.com/office/drawing/2014/main" id="{468DD03C-A74D-8D8F-DBEE-F427D04FD3E6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Derékszögű háromszög 129">
                  <a:extLst>
                    <a:ext uri="{FF2B5EF4-FFF2-40B4-BE49-F238E27FC236}">
                      <a16:creationId xmlns:a16="http://schemas.microsoft.com/office/drawing/2014/main" id="{3495E387-B70E-E464-95CD-02BB6C70AEC9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Kivonás jele 130">
                  <a:extLst>
                    <a:ext uri="{FF2B5EF4-FFF2-40B4-BE49-F238E27FC236}">
                      <a16:creationId xmlns:a16="http://schemas.microsoft.com/office/drawing/2014/main" id="{1A97488B-C6EA-F725-27CF-546421833E60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Ellipszis 131">
                  <a:extLst>
                    <a:ext uri="{FF2B5EF4-FFF2-40B4-BE49-F238E27FC236}">
                      <a16:creationId xmlns:a16="http://schemas.microsoft.com/office/drawing/2014/main" id="{9DB85354-F14E-741A-3152-03326375B8CC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Ellipszis 132">
                  <a:extLst>
                    <a:ext uri="{FF2B5EF4-FFF2-40B4-BE49-F238E27FC236}">
                      <a16:creationId xmlns:a16="http://schemas.microsoft.com/office/drawing/2014/main" id="{892C4631-E144-0815-0CB3-36AC56090D6C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Kivonás jele 133">
                  <a:extLst>
                    <a:ext uri="{FF2B5EF4-FFF2-40B4-BE49-F238E27FC236}">
                      <a16:creationId xmlns:a16="http://schemas.microsoft.com/office/drawing/2014/main" id="{DF8B9F7B-E406-0323-EBFB-E4EFF444255D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Kivonás jele 134">
                  <a:extLst>
                    <a:ext uri="{FF2B5EF4-FFF2-40B4-BE49-F238E27FC236}">
                      <a16:creationId xmlns:a16="http://schemas.microsoft.com/office/drawing/2014/main" id="{4BD182BC-9F3D-8344-B444-22ED59931D91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4A4F9678-BB10-39D2-E9E3-BD12A2CA0546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Romboid 136">
                  <a:extLst>
                    <a:ext uri="{FF2B5EF4-FFF2-40B4-BE49-F238E27FC236}">
                      <a16:creationId xmlns:a16="http://schemas.microsoft.com/office/drawing/2014/main" id="{56EA98B6-9975-3A73-0F7C-97F34EF63F88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Téglalap 137">
                  <a:extLst>
                    <a:ext uri="{FF2B5EF4-FFF2-40B4-BE49-F238E27FC236}">
                      <a16:creationId xmlns:a16="http://schemas.microsoft.com/office/drawing/2014/main" id="{3C5F5476-794B-B98B-6721-A08D12FBC44C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Téglalap: lekerekített 138">
                  <a:extLst>
                    <a:ext uri="{FF2B5EF4-FFF2-40B4-BE49-F238E27FC236}">
                      <a16:creationId xmlns:a16="http://schemas.microsoft.com/office/drawing/2014/main" id="{DB45B106-88E6-F301-4852-26C7D7E85196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Téglalap: lekerekített 139">
                  <a:extLst>
                    <a:ext uri="{FF2B5EF4-FFF2-40B4-BE49-F238E27FC236}">
                      <a16:creationId xmlns:a16="http://schemas.microsoft.com/office/drawing/2014/main" id="{986110C6-F54F-A5F4-3587-4D6879FC3FB8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1" name="Téglalap: lekerekített 140">
                  <a:extLst>
                    <a:ext uri="{FF2B5EF4-FFF2-40B4-BE49-F238E27FC236}">
                      <a16:creationId xmlns:a16="http://schemas.microsoft.com/office/drawing/2014/main" id="{8D228BF0-C73E-A622-0DC1-C9708EC09E9F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2" name="Téglalap: lekerekített 141">
                  <a:extLst>
                    <a:ext uri="{FF2B5EF4-FFF2-40B4-BE49-F238E27FC236}">
                      <a16:creationId xmlns:a16="http://schemas.microsoft.com/office/drawing/2014/main" id="{5991496E-BDCF-87CE-7303-950724B38A94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3" name="Téglalap: lekerekített 142">
                  <a:extLst>
                    <a:ext uri="{FF2B5EF4-FFF2-40B4-BE49-F238E27FC236}">
                      <a16:creationId xmlns:a16="http://schemas.microsoft.com/office/drawing/2014/main" id="{79B8604C-7960-34AF-0068-0A45B1A656E9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4" name="Téglalap: lekerekített 143">
                  <a:extLst>
                    <a:ext uri="{FF2B5EF4-FFF2-40B4-BE49-F238E27FC236}">
                      <a16:creationId xmlns:a16="http://schemas.microsoft.com/office/drawing/2014/main" id="{ED611CBE-E95F-1ABE-36AF-16A21DA945AF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24" name="Picture 2" descr="Forráskép megtekintése">
                <a:extLst>
                  <a:ext uri="{FF2B5EF4-FFF2-40B4-BE49-F238E27FC236}">
                    <a16:creationId xmlns:a16="http://schemas.microsoft.com/office/drawing/2014/main" id="{A43392D6-A47F-7F7F-8728-A262D3736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25" name="Picture 6" descr="Forráskép megtekintése">
                <a:extLst>
                  <a:ext uri="{FF2B5EF4-FFF2-40B4-BE49-F238E27FC236}">
                    <a16:creationId xmlns:a16="http://schemas.microsoft.com/office/drawing/2014/main" id="{A779BAB4-E8F7-EC30-7BA1-B07FBC0DE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82" name="Csoportba foglalás 81">
              <a:extLst>
                <a:ext uri="{FF2B5EF4-FFF2-40B4-BE49-F238E27FC236}">
                  <a16:creationId xmlns:a16="http://schemas.microsoft.com/office/drawing/2014/main" id="{9B73155A-4627-C473-1C8E-432A1944110C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11" name="Csoportba foglalás 110">
                <a:extLst>
                  <a:ext uri="{FF2B5EF4-FFF2-40B4-BE49-F238E27FC236}">
                    <a16:creationId xmlns:a16="http://schemas.microsoft.com/office/drawing/2014/main" id="{D98CB8D7-CDFA-0932-C2A8-A555B674D7C3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14" name="Henger 113">
                  <a:extLst>
                    <a:ext uri="{FF2B5EF4-FFF2-40B4-BE49-F238E27FC236}">
                      <a16:creationId xmlns:a16="http://schemas.microsoft.com/office/drawing/2014/main" id="{DF285510-3F08-0129-1F6E-D3AB07FB9775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5" name="Ellipszis 114">
                  <a:extLst>
                    <a:ext uri="{FF2B5EF4-FFF2-40B4-BE49-F238E27FC236}">
                      <a16:creationId xmlns:a16="http://schemas.microsoft.com/office/drawing/2014/main" id="{C6534D04-6FB9-BC59-A327-EBB5D3B65B3C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6" name="Téglalap 115">
                  <a:extLst>
                    <a:ext uri="{FF2B5EF4-FFF2-40B4-BE49-F238E27FC236}">
                      <a16:creationId xmlns:a16="http://schemas.microsoft.com/office/drawing/2014/main" id="{C51369BE-5CF4-E40A-A2C5-405513FF5E3F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7" name="Ellipszis 116">
                  <a:extLst>
                    <a:ext uri="{FF2B5EF4-FFF2-40B4-BE49-F238E27FC236}">
                      <a16:creationId xmlns:a16="http://schemas.microsoft.com/office/drawing/2014/main" id="{2DD3F5B6-B1F6-3912-C19F-D7D9FE6A902B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8" name="Egyenes összekötő 117">
                  <a:extLst>
                    <a:ext uri="{FF2B5EF4-FFF2-40B4-BE49-F238E27FC236}">
                      <a16:creationId xmlns:a16="http://schemas.microsoft.com/office/drawing/2014/main" id="{FB755A2C-CB45-C17F-FF84-0A3CBB6797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Egyenes összekötő 118">
                  <a:extLst>
                    <a:ext uri="{FF2B5EF4-FFF2-40B4-BE49-F238E27FC236}">
                      <a16:creationId xmlns:a16="http://schemas.microsoft.com/office/drawing/2014/main" id="{C36F8233-1309-1A1F-FDDC-D216737BE3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Egyenes összekötő 119">
                  <a:extLst>
                    <a:ext uri="{FF2B5EF4-FFF2-40B4-BE49-F238E27FC236}">
                      <a16:creationId xmlns:a16="http://schemas.microsoft.com/office/drawing/2014/main" id="{4F3777D6-94A9-8E8E-A512-3470D0B4DB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Egyenes összekötő 120">
                  <a:extLst>
                    <a:ext uri="{FF2B5EF4-FFF2-40B4-BE49-F238E27FC236}">
                      <a16:creationId xmlns:a16="http://schemas.microsoft.com/office/drawing/2014/main" id="{EA53B9A1-D6B8-0AEF-20D4-FFA7BEEA8D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0FC259A7-42D1-88B1-2A87-F49D00E80D13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262FCA19-C61C-148C-207A-303D02A6CD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3" name="Egyenes összekötő 112">
                <a:extLst>
                  <a:ext uri="{FF2B5EF4-FFF2-40B4-BE49-F238E27FC236}">
                    <a16:creationId xmlns:a16="http://schemas.microsoft.com/office/drawing/2014/main" id="{F028FC3E-62E2-9B1F-D7DD-C902D6DD2E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3" name="Csoportba foglalás 82">
              <a:extLst>
                <a:ext uri="{FF2B5EF4-FFF2-40B4-BE49-F238E27FC236}">
                  <a16:creationId xmlns:a16="http://schemas.microsoft.com/office/drawing/2014/main" id="{EBB4A1EE-850B-5598-5A43-0BB29EC4DDF7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101" name="Henger 100">
                <a:extLst>
                  <a:ext uri="{FF2B5EF4-FFF2-40B4-BE49-F238E27FC236}">
                    <a16:creationId xmlns:a16="http://schemas.microsoft.com/office/drawing/2014/main" id="{FB9ED9C3-EE53-62EA-F442-ED3A6CB3A746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102" name="Csoportba foglalás 101">
                <a:extLst>
                  <a:ext uri="{FF2B5EF4-FFF2-40B4-BE49-F238E27FC236}">
                    <a16:creationId xmlns:a16="http://schemas.microsoft.com/office/drawing/2014/main" id="{1496AD18-0E05-2EB7-E6F2-AE7E7102EE4E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7E69127A-A080-0921-C935-057568336647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Ellipszis 104">
                  <a:extLst>
                    <a:ext uri="{FF2B5EF4-FFF2-40B4-BE49-F238E27FC236}">
                      <a16:creationId xmlns:a16="http://schemas.microsoft.com/office/drawing/2014/main" id="{0D7F6B36-C31A-B1A2-184A-F8B038877CB7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06" name="Egyenes összekötő 105">
                  <a:extLst>
                    <a:ext uri="{FF2B5EF4-FFF2-40B4-BE49-F238E27FC236}">
                      <a16:creationId xmlns:a16="http://schemas.microsoft.com/office/drawing/2014/main" id="{67D15301-333D-7A77-CFCD-0C10965108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Egyenes összekötő 106">
                  <a:extLst>
                    <a:ext uri="{FF2B5EF4-FFF2-40B4-BE49-F238E27FC236}">
                      <a16:creationId xmlns:a16="http://schemas.microsoft.com/office/drawing/2014/main" id="{C277E6FA-755E-CDFD-723A-7D2FCBCCA9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Egyenes összekötő 107">
                  <a:extLst>
                    <a:ext uri="{FF2B5EF4-FFF2-40B4-BE49-F238E27FC236}">
                      <a16:creationId xmlns:a16="http://schemas.microsoft.com/office/drawing/2014/main" id="{32F11566-72E1-8145-3CED-56DE524F9C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Egyenes összekötő 108">
                  <a:extLst>
                    <a:ext uri="{FF2B5EF4-FFF2-40B4-BE49-F238E27FC236}">
                      <a16:creationId xmlns:a16="http://schemas.microsoft.com/office/drawing/2014/main" id="{C3DF0A7C-D2C9-E8AA-F483-7C669582DE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0" name="Ellipszis 109">
                  <a:extLst>
                    <a:ext uri="{FF2B5EF4-FFF2-40B4-BE49-F238E27FC236}">
                      <a16:creationId xmlns:a16="http://schemas.microsoft.com/office/drawing/2014/main" id="{CA54885A-CB9A-39D9-CF0D-14714FF80B36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4704DC6E-8CC9-55E3-22D4-7941999895DF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84" name="Csoportba foglalás 83">
              <a:extLst>
                <a:ext uri="{FF2B5EF4-FFF2-40B4-BE49-F238E27FC236}">
                  <a16:creationId xmlns:a16="http://schemas.microsoft.com/office/drawing/2014/main" id="{AEE1F785-A282-70CE-E524-4DC360915437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85" name="Csoportba foglalás 84">
                <a:extLst>
                  <a:ext uri="{FF2B5EF4-FFF2-40B4-BE49-F238E27FC236}">
                    <a16:creationId xmlns:a16="http://schemas.microsoft.com/office/drawing/2014/main" id="{794AB234-8C7D-7A34-8EB0-918AD369928B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93" name="Henger 92">
                  <a:extLst>
                    <a:ext uri="{FF2B5EF4-FFF2-40B4-BE49-F238E27FC236}">
                      <a16:creationId xmlns:a16="http://schemas.microsoft.com/office/drawing/2014/main" id="{CE16E9E4-CC53-75A0-B3BC-B37B8F070DF4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4" name="Ellipszis 93">
                  <a:extLst>
                    <a:ext uri="{FF2B5EF4-FFF2-40B4-BE49-F238E27FC236}">
                      <a16:creationId xmlns:a16="http://schemas.microsoft.com/office/drawing/2014/main" id="{C869C73D-86D3-D0CF-D290-310A24BCB57E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5" name="Ív 94">
                  <a:extLst>
                    <a:ext uri="{FF2B5EF4-FFF2-40B4-BE49-F238E27FC236}">
                      <a16:creationId xmlns:a16="http://schemas.microsoft.com/office/drawing/2014/main" id="{296E716C-8E0B-7136-86D2-F03870CB47D6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96" name="Picture 2" descr="Forráskép megtekintése">
                  <a:extLst>
                    <a:ext uri="{FF2B5EF4-FFF2-40B4-BE49-F238E27FC236}">
                      <a16:creationId xmlns:a16="http://schemas.microsoft.com/office/drawing/2014/main" id="{0564BC14-2701-8051-A7FC-37524D3D7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7" name="Téglalap 96">
                  <a:extLst>
                    <a:ext uri="{FF2B5EF4-FFF2-40B4-BE49-F238E27FC236}">
                      <a16:creationId xmlns:a16="http://schemas.microsoft.com/office/drawing/2014/main" id="{8BBEA225-1D41-912D-A576-B07673BAFA6D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8" name="Csillag: 4 ágú 97">
                  <a:extLst>
                    <a:ext uri="{FF2B5EF4-FFF2-40B4-BE49-F238E27FC236}">
                      <a16:creationId xmlns:a16="http://schemas.microsoft.com/office/drawing/2014/main" id="{7695A696-A3CF-F932-4403-E367285E32E5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Szabadkézi sokszög: alakzat 98">
                  <a:extLst>
                    <a:ext uri="{FF2B5EF4-FFF2-40B4-BE49-F238E27FC236}">
                      <a16:creationId xmlns:a16="http://schemas.microsoft.com/office/drawing/2014/main" id="{3B952606-FA62-4C62-213B-AE2548475D01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Ellipszis 99">
                  <a:extLst>
                    <a:ext uri="{FF2B5EF4-FFF2-40B4-BE49-F238E27FC236}">
                      <a16:creationId xmlns:a16="http://schemas.microsoft.com/office/drawing/2014/main" id="{B7F5D8CF-81A7-C821-3E62-5BC363B58E81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86" name="Ellipszis 85">
                <a:extLst>
                  <a:ext uri="{FF2B5EF4-FFF2-40B4-BE49-F238E27FC236}">
                    <a16:creationId xmlns:a16="http://schemas.microsoft.com/office/drawing/2014/main" id="{3E601942-63E0-C20E-1653-2C9A1270F4DE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9F905CEE-AF74-516A-01CD-CEA37BF3CC40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8" name="Egyenes összekötő 87">
                <a:extLst>
                  <a:ext uri="{FF2B5EF4-FFF2-40B4-BE49-F238E27FC236}">
                    <a16:creationId xmlns:a16="http://schemas.microsoft.com/office/drawing/2014/main" id="{B334A15C-D779-ACB9-9565-7B0859C02A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9" name="Ellipszis 88">
                <a:extLst>
                  <a:ext uri="{FF2B5EF4-FFF2-40B4-BE49-F238E27FC236}">
                    <a16:creationId xmlns:a16="http://schemas.microsoft.com/office/drawing/2014/main" id="{0D9069FF-111F-619D-A91D-C834429C7FD0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Ellipszis 89">
                <a:extLst>
                  <a:ext uri="{FF2B5EF4-FFF2-40B4-BE49-F238E27FC236}">
                    <a16:creationId xmlns:a16="http://schemas.microsoft.com/office/drawing/2014/main" id="{BFBAE30A-EEB1-894B-FEAC-F72712598598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91" name="Kép 90">
                <a:extLst>
                  <a:ext uri="{FF2B5EF4-FFF2-40B4-BE49-F238E27FC236}">
                    <a16:creationId xmlns:a16="http://schemas.microsoft.com/office/drawing/2014/main" id="{CF16039F-759F-94DE-A77F-53BF09F18C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549071F6-42E0-076A-3F52-0B7B9572752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45" name="Csillag: 5 ágú 144">
            <a:extLst>
              <a:ext uri="{FF2B5EF4-FFF2-40B4-BE49-F238E27FC236}">
                <a16:creationId xmlns:a16="http://schemas.microsoft.com/office/drawing/2014/main" id="{D7737E94-EDBD-9245-256B-70CC5804A922}"/>
              </a:ext>
            </a:extLst>
          </p:cNvPr>
          <p:cNvSpPr/>
          <p:nvPr/>
        </p:nvSpPr>
        <p:spPr>
          <a:xfrm>
            <a:off x="2138405" y="18229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Csillag: 5 ágú 145">
            <a:extLst>
              <a:ext uri="{FF2B5EF4-FFF2-40B4-BE49-F238E27FC236}">
                <a16:creationId xmlns:a16="http://schemas.microsoft.com/office/drawing/2014/main" id="{CC1AF76F-445D-043C-364D-8E87F34AF3FB}"/>
              </a:ext>
            </a:extLst>
          </p:cNvPr>
          <p:cNvSpPr/>
          <p:nvPr/>
        </p:nvSpPr>
        <p:spPr>
          <a:xfrm>
            <a:off x="10102745" y="7778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Csillag: 5 ágú 146">
            <a:extLst>
              <a:ext uri="{FF2B5EF4-FFF2-40B4-BE49-F238E27FC236}">
                <a16:creationId xmlns:a16="http://schemas.microsoft.com/office/drawing/2014/main" id="{2BA0BE72-D347-8458-A6F0-BBFEAFB945DC}"/>
              </a:ext>
            </a:extLst>
          </p:cNvPr>
          <p:cNvSpPr/>
          <p:nvPr/>
        </p:nvSpPr>
        <p:spPr>
          <a:xfrm>
            <a:off x="1188528" y="241564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407239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08A78579-479B-0ABD-18E1-440C7DC56F3D}"/>
              </a:ext>
            </a:extLst>
          </p:cNvPr>
          <p:cNvSpPr/>
          <p:nvPr/>
        </p:nvSpPr>
        <p:spPr>
          <a:xfrm>
            <a:off x="1932570" y="55622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31621A13-DB61-4A6D-6809-6252E2DCAB05}"/>
              </a:ext>
            </a:extLst>
          </p:cNvPr>
          <p:cNvSpPr/>
          <p:nvPr/>
        </p:nvSpPr>
        <p:spPr>
          <a:xfrm>
            <a:off x="3114290" y="154812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DAB1723F-BB82-80E5-D599-9399C4B52BD0}"/>
              </a:ext>
            </a:extLst>
          </p:cNvPr>
          <p:cNvSpPr/>
          <p:nvPr/>
        </p:nvSpPr>
        <p:spPr>
          <a:xfrm>
            <a:off x="4330165" y="161681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7DB0B2F1-114C-51BA-8881-B80CF18BC186}"/>
              </a:ext>
            </a:extLst>
          </p:cNvPr>
          <p:cNvSpPr/>
          <p:nvPr/>
        </p:nvSpPr>
        <p:spPr>
          <a:xfrm>
            <a:off x="6136204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D2617F75-2B5C-CC01-237D-5B78127E005B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Csillag: 5 ágú 7">
            <a:extLst>
              <a:ext uri="{FF2B5EF4-FFF2-40B4-BE49-F238E27FC236}">
                <a16:creationId xmlns:a16="http://schemas.microsoft.com/office/drawing/2014/main" id="{6328CEFE-1EFA-1B2E-5C9A-5A37EEB35369}"/>
              </a:ext>
            </a:extLst>
          </p:cNvPr>
          <p:cNvSpPr/>
          <p:nvPr/>
        </p:nvSpPr>
        <p:spPr>
          <a:xfrm>
            <a:off x="9118742" y="1317278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Csillag: 5 ágú 8">
            <a:extLst>
              <a:ext uri="{FF2B5EF4-FFF2-40B4-BE49-F238E27FC236}">
                <a16:creationId xmlns:a16="http://schemas.microsoft.com/office/drawing/2014/main" id="{8E1E3F8E-7F90-B59C-FC2E-68533184B3B0}"/>
              </a:ext>
            </a:extLst>
          </p:cNvPr>
          <p:cNvSpPr/>
          <p:nvPr/>
        </p:nvSpPr>
        <p:spPr>
          <a:xfrm>
            <a:off x="7462086" y="806416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" name="Csoportba foglalás 9">
            <a:extLst>
              <a:ext uri="{FF2B5EF4-FFF2-40B4-BE49-F238E27FC236}">
                <a16:creationId xmlns:a16="http://schemas.microsoft.com/office/drawing/2014/main" id="{3F6AC323-78EA-C8D0-B0FA-AF3C226AB4C4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1" name="Henger 10">
              <a:extLst>
                <a:ext uri="{FF2B5EF4-FFF2-40B4-BE49-F238E27FC236}">
                  <a16:creationId xmlns:a16="http://schemas.microsoft.com/office/drawing/2014/main" id="{4163EB30-18D6-5194-76A5-345E97B9FFF1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2" name="Csoportba foglalás 11">
              <a:extLst>
                <a:ext uri="{FF2B5EF4-FFF2-40B4-BE49-F238E27FC236}">
                  <a16:creationId xmlns:a16="http://schemas.microsoft.com/office/drawing/2014/main" id="{49F49077-AC4D-65A0-C47A-59BA4C11C82E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4" name="Ellipszis 13">
                <a:extLst>
                  <a:ext uri="{FF2B5EF4-FFF2-40B4-BE49-F238E27FC236}">
                    <a16:creationId xmlns:a16="http://schemas.microsoft.com/office/drawing/2014/main" id="{C52B797C-E924-468A-2C39-F34E5CEC64D6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" name="Ellipszis 14">
                <a:extLst>
                  <a:ext uri="{FF2B5EF4-FFF2-40B4-BE49-F238E27FC236}">
                    <a16:creationId xmlns:a16="http://schemas.microsoft.com/office/drawing/2014/main" id="{C6BBE912-71C6-B4AC-9816-F125CDC8A0DB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A02EC830-6F79-53A5-C55F-DA212C4D78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DEB9D08D-4A1B-94B3-4208-4A65D92A5DB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8" name="Egyenes összekötő 17">
                <a:extLst>
                  <a:ext uri="{FF2B5EF4-FFF2-40B4-BE49-F238E27FC236}">
                    <a16:creationId xmlns:a16="http://schemas.microsoft.com/office/drawing/2014/main" id="{F91FBD0B-DCD5-268E-1727-15D9E2970C7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D064CEB5-C564-BC57-EE89-018D2F98DFF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93A218E2-C8F2-1B9C-C542-96549C8F00CB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7C47BEB7-480E-A261-10BE-E849D0CBDD21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1" name="Téglalap 20">
            <a:extLst>
              <a:ext uri="{FF2B5EF4-FFF2-40B4-BE49-F238E27FC236}">
                <a16:creationId xmlns:a16="http://schemas.microsoft.com/office/drawing/2014/main" id="{ED19708B-1DD0-6414-A233-21555F44CE18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2" name="Csoportba foglalás 21">
            <a:extLst>
              <a:ext uri="{FF2B5EF4-FFF2-40B4-BE49-F238E27FC236}">
                <a16:creationId xmlns:a16="http://schemas.microsoft.com/office/drawing/2014/main" id="{517EB28E-FB58-6D06-AEE3-CFFD0EE71BE1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3" name="Csoportba foglalás 22">
              <a:extLst>
                <a:ext uri="{FF2B5EF4-FFF2-40B4-BE49-F238E27FC236}">
                  <a16:creationId xmlns:a16="http://schemas.microsoft.com/office/drawing/2014/main" id="{33F103AF-B175-9377-0F56-C4ABC33511D4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6" name="Henger 25">
                <a:extLst>
                  <a:ext uri="{FF2B5EF4-FFF2-40B4-BE49-F238E27FC236}">
                    <a16:creationId xmlns:a16="http://schemas.microsoft.com/office/drawing/2014/main" id="{33124DFF-A0AB-0829-6044-1938E3981836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860FAF6F-A207-7ED4-5191-A568D2DCD306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8" name="Téglalap 27">
                <a:extLst>
                  <a:ext uri="{FF2B5EF4-FFF2-40B4-BE49-F238E27FC236}">
                    <a16:creationId xmlns:a16="http://schemas.microsoft.com/office/drawing/2014/main" id="{CC8FD67B-7698-D072-C973-068B08AA0B5E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9C684FDB-2F53-2F1F-912F-08A2D0FD320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DE975FB7-9CE9-C884-A871-28AFF5532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22F1510C-6035-395D-5971-6FDA2E892E4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" name="Egyenes összekötő 31">
                <a:extLst>
                  <a:ext uri="{FF2B5EF4-FFF2-40B4-BE49-F238E27FC236}">
                    <a16:creationId xmlns:a16="http://schemas.microsoft.com/office/drawing/2014/main" id="{11371E55-F7AC-802A-20A1-3C30F62C82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3" name="Egyenes összekötő 32">
                <a:extLst>
                  <a:ext uri="{FF2B5EF4-FFF2-40B4-BE49-F238E27FC236}">
                    <a16:creationId xmlns:a16="http://schemas.microsoft.com/office/drawing/2014/main" id="{8CFB904A-D759-11AF-D7CE-0F51199A590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4E28F0C4-A87F-822B-23FB-2BA51197F6A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" name="Egyenes összekötő 23">
              <a:extLst>
                <a:ext uri="{FF2B5EF4-FFF2-40B4-BE49-F238E27FC236}">
                  <a16:creationId xmlns:a16="http://schemas.microsoft.com/office/drawing/2014/main" id="{160F309F-B602-34C0-5130-36ED0FAB504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5" name="Egyenes összekötő 24">
              <a:extLst>
                <a:ext uri="{FF2B5EF4-FFF2-40B4-BE49-F238E27FC236}">
                  <a16:creationId xmlns:a16="http://schemas.microsoft.com/office/drawing/2014/main" id="{1D17EB8B-6036-4A68-2D7B-282505333DF7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5" name="Téglalap 34">
            <a:extLst>
              <a:ext uri="{FF2B5EF4-FFF2-40B4-BE49-F238E27FC236}">
                <a16:creationId xmlns:a16="http://schemas.microsoft.com/office/drawing/2014/main" id="{F6089AD9-717F-DCE3-0385-0E6FDA8A84E3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ABD45D9A-FF28-A066-3D5F-987EED9083E5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F190961B-F1E9-F5E4-1934-79C3CBB8E69C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1C8D61EF-72F5-5D03-0D24-62A81E269A48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05E85479-3242-18D2-C555-135784A8C4AC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7B4A6040-19D3-EA30-EC66-228BB978BC34}"/>
              </a:ext>
            </a:extLst>
          </p:cNvPr>
          <p:cNvGrpSpPr/>
          <p:nvPr/>
        </p:nvGrpSpPr>
        <p:grpSpPr>
          <a:xfrm>
            <a:off x="5626100" y="2319070"/>
            <a:ext cx="6975968" cy="2740695"/>
            <a:chOff x="0" y="2026970"/>
            <a:chExt cx="6975968" cy="2740695"/>
          </a:xfrm>
        </p:grpSpPr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A4D0199F-0B04-B50D-ED94-E34F3D1B981A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824BD8A5-5FA9-E7A8-1510-DCFE9FD72A03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C46D9D5-12F4-AF34-A2AC-322CE913F7A8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9158CCC1-CBB5-00A3-4796-FBB7E6B60C56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05721D0B-A056-35A0-FC24-6FDDCD87D380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6" name="Csoportba foglalás 45">
            <a:extLst>
              <a:ext uri="{FF2B5EF4-FFF2-40B4-BE49-F238E27FC236}">
                <a16:creationId xmlns:a16="http://schemas.microsoft.com/office/drawing/2014/main" id="{3B749131-0407-4C06-BAA2-C6F25078D651}"/>
              </a:ext>
            </a:extLst>
          </p:cNvPr>
          <p:cNvGrpSpPr/>
          <p:nvPr/>
        </p:nvGrpSpPr>
        <p:grpSpPr>
          <a:xfrm>
            <a:off x="3932010" y="2820672"/>
            <a:ext cx="1152739" cy="2231794"/>
            <a:chOff x="21678" y="2352425"/>
            <a:chExt cx="1152739" cy="2231794"/>
          </a:xfrm>
        </p:grpSpPr>
        <p:sp>
          <p:nvSpPr>
            <p:cNvPr id="47" name="Téglalap 46">
              <a:extLst>
                <a:ext uri="{FF2B5EF4-FFF2-40B4-BE49-F238E27FC236}">
                  <a16:creationId xmlns:a16="http://schemas.microsoft.com/office/drawing/2014/main" id="{68F985FE-75FD-C5BC-436B-2ED16FA39314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869CF50E-6F78-3AF4-6293-0CDEA13499F2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Ellipszis 48">
              <a:extLst>
                <a:ext uri="{FF2B5EF4-FFF2-40B4-BE49-F238E27FC236}">
                  <a16:creationId xmlns:a16="http://schemas.microsoft.com/office/drawing/2014/main" id="{F9ACAA6E-F590-5612-4B45-8E00041D5DE1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Ellipszis 49">
              <a:extLst>
                <a:ext uri="{FF2B5EF4-FFF2-40B4-BE49-F238E27FC236}">
                  <a16:creationId xmlns:a16="http://schemas.microsoft.com/office/drawing/2014/main" id="{8BF35A92-56FE-5470-7AE0-B09706E69B76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281647E4-7D65-64D4-8603-6E852FEA257E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2" name="Csoportba foglalás 51">
            <a:extLst>
              <a:ext uri="{FF2B5EF4-FFF2-40B4-BE49-F238E27FC236}">
                <a16:creationId xmlns:a16="http://schemas.microsoft.com/office/drawing/2014/main" id="{0179233B-3658-5019-A7BD-1CFDF840D109}"/>
              </a:ext>
            </a:extLst>
          </p:cNvPr>
          <p:cNvGrpSpPr/>
          <p:nvPr/>
        </p:nvGrpSpPr>
        <p:grpSpPr>
          <a:xfrm>
            <a:off x="-533677" y="2019568"/>
            <a:ext cx="1891113" cy="3047251"/>
            <a:chOff x="0" y="1549915"/>
            <a:chExt cx="1891113" cy="3047251"/>
          </a:xfrm>
        </p:grpSpPr>
        <p:sp>
          <p:nvSpPr>
            <p:cNvPr id="53" name="Téglalap 52">
              <a:extLst>
                <a:ext uri="{FF2B5EF4-FFF2-40B4-BE49-F238E27FC236}">
                  <a16:creationId xmlns:a16="http://schemas.microsoft.com/office/drawing/2014/main" id="{0DF614B6-0366-1511-6310-7C00688ADD9D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Téglalap 53">
              <a:extLst>
                <a:ext uri="{FF2B5EF4-FFF2-40B4-BE49-F238E27FC236}">
                  <a16:creationId xmlns:a16="http://schemas.microsoft.com/office/drawing/2014/main" id="{6CD079E7-6726-B5F4-C5C6-B1AA0875FBAA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Téglalap 54">
              <a:extLst>
                <a:ext uri="{FF2B5EF4-FFF2-40B4-BE49-F238E27FC236}">
                  <a16:creationId xmlns:a16="http://schemas.microsoft.com/office/drawing/2014/main" id="{99D0F05A-6BF0-B120-509D-547E831E5B10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Háromszög 55">
              <a:extLst>
                <a:ext uri="{FF2B5EF4-FFF2-40B4-BE49-F238E27FC236}">
                  <a16:creationId xmlns:a16="http://schemas.microsoft.com/office/drawing/2014/main" id="{06FF2326-70A1-255E-1BA3-6D2E37F875E7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7" name="Csoportba foglalás 56">
            <a:extLst>
              <a:ext uri="{FF2B5EF4-FFF2-40B4-BE49-F238E27FC236}">
                <a16:creationId xmlns:a16="http://schemas.microsoft.com/office/drawing/2014/main" id="{AAF8AEAC-7B0D-6D16-7141-977335065AF2}"/>
              </a:ext>
            </a:extLst>
          </p:cNvPr>
          <p:cNvGrpSpPr/>
          <p:nvPr/>
        </p:nvGrpSpPr>
        <p:grpSpPr>
          <a:xfrm>
            <a:off x="-511728" y="5054367"/>
            <a:ext cx="13544064" cy="2260833"/>
            <a:chOff x="-511728" y="4673367"/>
            <a:chExt cx="13544064" cy="2260833"/>
          </a:xfrm>
        </p:grpSpPr>
        <p:sp>
          <p:nvSpPr>
            <p:cNvPr id="58" name="Téglalap 57">
              <a:extLst>
                <a:ext uri="{FF2B5EF4-FFF2-40B4-BE49-F238E27FC236}">
                  <a16:creationId xmlns:a16="http://schemas.microsoft.com/office/drawing/2014/main" id="{DA698B6A-4D23-32AD-3CD4-5C98D5B99FBF}"/>
                </a:ext>
              </a:extLst>
            </p:cNvPr>
            <p:cNvSpPr/>
            <p:nvPr/>
          </p:nvSpPr>
          <p:spPr>
            <a:xfrm>
              <a:off x="0" y="65944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E895A435-B07B-7487-EE79-C2F450FFE9FD}"/>
                </a:ext>
              </a:extLst>
            </p:cNvPr>
            <p:cNvGrpSpPr/>
            <p:nvPr/>
          </p:nvGrpSpPr>
          <p:grpSpPr>
            <a:xfrm>
              <a:off x="-511728" y="4673367"/>
              <a:ext cx="13544064" cy="1921080"/>
              <a:chOff x="-511728" y="4673367"/>
              <a:chExt cx="13544064" cy="1921080"/>
            </a:xfrm>
          </p:grpSpPr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ED2416FA-B0DC-85C4-FCFF-8B05AA4B5FBD}"/>
                  </a:ext>
                </a:extLst>
              </p:cNvPr>
              <p:cNvSpPr/>
              <p:nvPr/>
            </p:nvSpPr>
            <p:spPr>
              <a:xfrm>
                <a:off x="-511728" y="4673367"/>
                <a:ext cx="13544064" cy="1921080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 60">
                <a:extLst>
                  <a:ext uri="{FF2B5EF4-FFF2-40B4-BE49-F238E27FC236}">
                    <a16:creationId xmlns:a16="http://schemas.microsoft.com/office/drawing/2014/main" id="{972F50CC-618D-9AFE-867B-E753659563F7}"/>
                  </a:ext>
                </a:extLst>
              </p:cNvPr>
              <p:cNvSpPr/>
              <p:nvPr/>
            </p:nvSpPr>
            <p:spPr>
              <a:xfrm>
                <a:off x="10083729" y="5464186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 61">
                <a:extLst>
                  <a:ext uri="{FF2B5EF4-FFF2-40B4-BE49-F238E27FC236}">
                    <a16:creationId xmlns:a16="http://schemas.microsoft.com/office/drawing/2014/main" id="{A64DB225-2433-B4B7-4596-730A66858F0D}"/>
                  </a:ext>
                </a:extLst>
              </p:cNvPr>
              <p:cNvSpPr/>
              <p:nvPr/>
            </p:nvSpPr>
            <p:spPr>
              <a:xfrm>
                <a:off x="9080708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 62">
                <a:extLst>
                  <a:ext uri="{FF2B5EF4-FFF2-40B4-BE49-F238E27FC236}">
                    <a16:creationId xmlns:a16="http://schemas.microsoft.com/office/drawing/2014/main" id="{428CAB97-3B28-0F8E-FC88-A66FAD3EC497}"/>
                  </a:ext>
                </a:extLst>
              </p:cNvPr>
              <p:cNvSpPr/>
              <p:nvPr/>
            </p:nvSpPr>
            <p:spPr>
              <a:xfrm>
                <a:off x="7978923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1FFB268A-F48B-537D-0F7C-819C8E05A9FB}"/>
                  </a:ext>
                </a:extLst>
              </p:cNvPr>
              <p:cNvSpPr/>
              <p:nvPr/>
            </p:nvSpPr>
            <p:spPr>
              <a:xfrm>
                <a:off x="6749651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 64">
                <a:extLst>
                  <a:ext uri="{FF2B5EF4-FFF2-40B4-BE49-F238E27FC236}">
                    <a16:creationId xmlns:a16="http://schemas.microsoft.com/office/drawing/2014/main" id="{413BAD7B-BACA-E732-5B65-F6E9E0A2BD59}"/>
                  </a:ext>
                </a:extLst>
              </p:cNvPr>
              <p:cNvSpPr/>
              <p:nvPr/>
            </p:nvSpPr>
            <p:spPr>
              <a:xfrm>
                <a:off x="5551926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 65">
                <a:extLst>
                  <a:ext uri="{FF2B5EF4-FFF2-40B4-BE49-F238E27FC236}">
                    <a16:creationId xmlns:a16="http://schemas.microsoft.com/office/drawing/2014/main" id="{B3222BF2-A296-EA5D-98D2-2BD9BB339CB6}"/>
                  </a:ext>
                </a:extLst>
              </p:cNvPr>
              <p:cNvSpPr/>
              <p:nvPr/>
            </p:nvSpPr>
            <p:spPr>
              <a:xfrm>
                <a:off x="4629347" y="5453541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Téglalap 66">
                <a:extLst>
                  <a:ext uri="{FF2B5EF4-FFF2-40B4-BE49-F238E27FC236}">
                    <a16:creationId xmlns:a16="http://schemas.microsoft.com/office/drawing/2014/main" id="{C8C82225-CE25-0286-F9A3-7C8C1253E787}"/>
                  </a:ext>
                </a:extLst>
              </p:cNvPr>
              <p:cNvSpPr/>
              <p:nvPr/>
            </p:nvSpPr>
            <p:spPr>
              <a:xfrm>
                <a:off x="3603461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Téglalap 67">
                <a:extLst>
                  <a:ext uri="{FF2B5EF4-FFF2-40B4-BE49-F238E27FC236}">
                    <a16:creationId xmlns:a16="http://schemas.microsoft.com/office/drawing/2014/main" id="{B9F8763D-F447-4162-E39F-D80484AD9DAB}"/>
                  </a:ext>
                </a:extLst>
              </p:cNvPr>
              <p:cNvSpPr/>
              <p:nvPr/>
            </p:nvSpPr>
            <p:spPr>
              <a:xfrm>
                <a:off x="2449520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Téglalap 68">
                <a:extLst>
                  <a:ext uri="{FF2B5EF4-FFF2-40B4-BE49-F238E27FC236}">
                    <a16:creationId xmlns:a16="http://schemas.microsoft.com/office/drawing/2014/main" id="{7DE9FA17-B38D-79C1-52BF-E8C034F4E398}"/>
                  </a:ext>
                </a:extLst>
              </p:cNvPr>
              <p:cNvSpPr/>
              <p:nvPr/>
            </p:nvSpPr>
            <p:spPr>
              <a:xfrm>
                <a:off x="1439643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Téglalap 69">
                <a:extLst>
                  <a:ext uri="{FF2B5EF4-FFF2-40B4-BE49-F238E27FC236}">
                    <a16:creationId xmlns:a16="http://schemas.microsoft.com/office/drawing/2014/main" id="{75D2D105-F4FB-D56D-C1AA-A1CF2054C942}"/>
                  </a:ext>
                </a:extLst>
              </p:cNvPr>
              <p:cNvSpPr/>
              <p:nvPr/>
            </p:nvSpPr>
            <p:spPr>
              <a:xfrm>
                <a:off x="11157762" y="5470315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1" name="Téglalap 70">
                <a:extLst>
                  <a:ext uri="{FF2B5EF4-FFF2-40B4-BE49-F238E27FC236}">
                    <a16:creationId xmlns:a16="http://schemas.microsoft.com/office/drawing/2014/main" id="{8698140B-C1BF-CF99-0A7B-AE5A44847523}"/>
                  </a:ext>
                </a:extLst>
              </p:cNvPr>
              <p:cNvSpPr/>
              <p:nvPr/>
            </p:nvSpPr>
            <p:spPr>
              <a:xfrm>
                <a:off x="12122488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FF980E91-AF7F-3299-2426-163CBCFD14B0}"/>
                  </a:ext>
                </a:extLst>
              </p:cNvPr>
              <p:cNvSpPr/>
              <p:nvPr/>
            </p:nvSpPr>
            <p:spPr>
              <a:xfrm>
                <a:off x="439669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7F4C89E0-69F2-A8DA-B3F1-6968DF8382ED}"/>
                  </a:ext>
                </a:extLst>
              </p:cNvPr>
              <p:cNvSpPr/>
              <p:nvPr/>
            </p:nvSpPr>
            <p:spPr>
              <a:xfrm>
                <a:off x="-438642" y="5449349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74" name="Csoportba foglalás 73">
            <a:extLst>
              <a:ext uri="{FF2B5EF4-FFF2-40B4-BE49-F238E27FC236}">
                <a16:creationId xmlns:a16="http://schemas.microsoft.com/office/drawing/2014/main" id="{1831AF09-276C-F424-7AFE-EB0CB6187FB9}"/>
              </a:ext>
            </a:extLst>
          </p:cNvPr>
          <p:cNvGrpSpPr/>
          <p:nvPr/>
        </p:nvGrpSpPr>
        <p:grpSpPr>
          <a:xfrm rot="534057"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29B660C5-F32E-5887-499E-CF9D7A2B33A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1F89A512-0DE1-A76A-6E3B-277728E1063C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20" name="Derékszögű háromszög 119">
                  <a:extLst>
                    <a:ext uri="{FF2B5EF4-FFF2-40B4-BE49-F238E27FC236}">
                      <a16:creationId xmlns:a16="http://schemas.microsoft.com/office/drawing/2014/main" id="{C66EE208-4A33-BBA3-5D96-440499B3CF91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Derékszögű háromszög 120">
                  <a:extLst>
                    <a:ext uri="{FF2B5EF4-FFF2-40B4-BE49-F238E27FC236}">
                      <a16:creationId xmlns:a16="http://schemas.microsoft.com/office/drawing/2014/main" id="{B56C4A84-445A-8F1C-A014-6BA2C48CB1C5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Téglalap 15">
                  <a:extLst>
                    <a:ext uri="{FF2B5EF4-FFF2-40B4-BE49-F238E27FC236}">
                      <a16:creationId xmlns:a16="http://schemas.microsoft.com/office/drawing/2014/main" id="{40CAECE0-E3FB-A889-25E1-DC0DA463AF34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3" name="Folyamatábra: Tárolt adat 17">
                  <a:extLst>
                    <a:ext uri="{FF2B5EF4-FFF2-40B4-BE49-F238E27FC236}">
                      <a16:creationId xmlns:a16="http://schemas.microsoft.com/office/drawing/2014/main" id="{ADA8B4D7-71D0-7AB3-AA49-26359C9760C6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Derékszögű háromszög 123">
                  <a:extLst>
                    <a:ext uri="{FF2B5EF4-FFF2-40B4-BE49-F238E27FC236}">
                      <a16:creationId xmlns:a16="http://schemas.microsoft.com/office/drawing/2014/main" id="{4F52001B-02D3-751F-FBE0-082DA04E2E62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5" name="Kivonás jele 124">
                  <a:extLst>
                    <a:ext uri="{FF2B5EF4-FFF2-40B4-BE49-F238E27FC236}">
                      <a16:creationId xmlns:a16="http://schemas.microsoft.com/office/drawing/2014/main" id="{11DE2200-CB3D-FFF9-BA2C-4052C89A014B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791F88D3-ED97-DD10-E0B8-40886AD916A9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8A5739F5-DB4B-2B74-9D91-5A6B616DE051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Kivonás jele 127">
                  <a:extLst>
                    <a:ext uri="{FF2B5EF4-FFF2-40B4-BE49-F238E27FC236}">
                      <a16:creationId xmlns:a16="http://schemas.microsoft.com/office/drawing/2014/main" id="{33053D61-E712-A3C4-D013-3B0390328950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9" name="Kivonás jele 128">
                  <a:extLst>
                    <a:ext uri="{FF2B5EF4-FFF2-40B4-BE49-F238E27FC236}">
                      <a16:creationId xmlns:a16="http://schemas.microsoft.com/office/drawing/2014/main" id="{F4D6AE10-FFDD-17D6-274B-176B64DEC8D4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Ellipszis 129">
                  <a:extLst>
                    <a:ext uri="{FF2B5EF4-FFF2-40B4-BE49-F238E27FC236}">
                      <a16:creationId xmlns:a16="http://schemas.microsoft.com/office/drawing/2014/main" id="{F7A0CD51-4B4F-0948-4B64-F577CD872E43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Romboid 130">
                  <a:extLst>
                    <a:ext uri="{FF2B5EF4-FFF2-40B4-BE49-F238E27FC236}">
                      <a16:creationId xmlns:a16="http://schemas.microsoft.com/office/drawing/2014/main" id="{2461B90A-FB99-1809-E8D7-9DFF9D8046C4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Téglalap 131">
                  <a:extLst>
                    <a:ext uri="{FF2B5EF4-FFF2-40B4-BE49-F238E27FC236}">
                      <a16:creationId xmlns:a16="http://schemas.microsoft.com/office/drawing/2014/main" id="{C4448175-1C77-AE12-6CA9-1138D8F78853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Téglalap: lekerekített 132">
                  <a:extLst>
                    <a:ext uri="{FF2B5EF4-FFF2-40B4-BE49-F238E27FC236}">
                      <a16:creationId xmlns:a16="http://schemas.microsoft.com/office/drawing/2014/main" id="{85282526-87AF-3832-AC70-C07837807E40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Téglalap: lekerekített 133">
                  <a:extLst>
                    <a:ext uri="{FF2B5EF4-FFF2-40B4-BE49-F238E27FC236}">
                      <a16:creationId xmlns:a16="http://schemas.microsoft.com/office/drawing/2014/main" id="{F356F7A8-622D-4230-62BC-3AFCC174E451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Téglalap: lekerekített 134">
                  <a:extLst>
                    <a:ext uri="{FF2B5EF4-FFF2-40B4-BE49-F238E27FC236}">
                      <a16:creationId xmlns:a16="http://schemas.microsoft.com/office/drawing/2014/main" id="{50D11E97-2948-4549-2167-F727518A9B21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Téglalap: lekerekített 135">
                  <a:extLst>
                    <a:ext uri="{FF2B5EF4-FFF2-40B4-BE49-F238E27FC236}">
                      <a16:creationId xmlns:a16="http://schemas.microsoft.com/office/drawing/2014/main" id="{C70F3C78-666E-A1FD-7F7C-040EEA7F9798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Téglalap: lekerekített 136">
                  <a:extLst>
                    <a:ext uri="{FF2B5EF4-FFF2-40B4-BE49-F238E27FC236}">
                      <a16:creationId xmlns:a16="http://schemas.microsoft.com/office/drawing/2014/main" id="{62C3FDBE-5B2E-D959-65ED-B536E7E97F8B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Téglalap: lekerekített 137">
                  <a:extLst>
                    <a:ext uri="{FF2B5EF4-FFF2-40B4-BE49-F238E27FC236}">
                      <a16:creationId xmlns:a16="http://schemas.microsoft.com/office/drawing/2014/main" id="{0BEDAC99-82EF-BDBE-C4FD-5B4ECA212042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18" name="Picture 2" descr="Forráskép megtekintése">
                <a:extLst>
                  <a:ext uri="{FF2B5EF4-FFF2-40B4-BE49-F238E27FC236}">
                    <a16:creationId xmlns:a16="http://schemas.microsoft.com/office/drawing/2014/main" id="{067C3721-61F4-D8B1-96B2-4CB96A793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9" name="Picture 6" descr="Forráskép megtekintése">
                <a:extLst>
                  <a:ext uri="{FF2B5EF4-FFF2-40B4-BE49-F238E27FC236}">
                    <a16:creationId xmlns:a16="http://schemas.microsoft.com/office/drawing/2014/main" id="{61950C82-45BB-F363-F23F-069D945CD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6" name="Csoportba foglalás 75">
              <a:extLst>
                <a:ext uri="{FF2B5EF4-FFF2-40B4-BE49-F238E27FC236}">
                  <a16:creationId xmlns:a16="http://schemas.microsoft.com/office/drawing/2014/main" id="{E5869FE8-D82E-050C-B223-0B499175C93C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05" name="Csoportba foglalás 104">
                <a:extLst>
                  <a:ext uri="{FF2B5EF4-FFF2-40B4-BE49-F238E27FC236}">
                    <a16:creationId xmlns:a16="http://schemas.microsoft.com/office/drawing/2014/main" id="{EEEFBEEA-D6F5-14F5-AFE9-D0A03D7A3138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08" name="Henger 107">
                  <a:extLst>
                    <a:ext uri="{FF2B5EF4-FFF2-40B4-BE49-F238E27FC236}">
                      <a16:creationId xmlns:a16="http://schemas.microsoft.com/office/drawing/2014/main" id="{4750FA95-720D-B191-96CE-49BAC80F01F2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Ellipszis 108">
                  <a:extLst>
                    <a:ext uri="{FF2B5EF4-FFF2-40B4-BE49-F238E27FC236}">
                      <a16:creationId xmlns:a16="http://schemas.microsoft.com/office/drawing/2014/main" id="{4DAF7E27-4A5B-4DE6-06DC-57BCF3D54877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0" name="Téglalap 109">
                  <a:extLst>
                    <a:ext uri="{FF2B5EF4-FFF2-40B4-BE49-F238E27FC236}">
                      <a16:creationId xmlns:a16="http://schemas.microsoft.com/office/drawing/2014/main" id="{E012D265-4108-4D5B-3634-934A77AE134F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1" name="Ellipszis 110">
                  <a:extLst>
                    <a:ext uri="{FF2B5EF4-FFF2-40B4-BE49-F238E27FC236}">
                      <a16:creationId xmlns:a16="http://schemas.microsoft.com/office/drawing/2014/main" id="{B30E5E97-54AA-D0D0-A6B6-0D2E65DEABE7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C205B836-F676-EFF0-B0A5-70198D3F1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BA6CF4F1-99BC-C1F3-5FBC-AB971F21F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043317ED-A04B-2B7C-108E-D1CF90E308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Egyenes összekötő 114">
                  <a:extLst>
                    <a:ext uri="{FF2B5EF4-FFF2-40B4-BE49-F238E27FC236}">
                      <a16:creationId xmlns:a16="http://schemas.microsoft.com/office/drawing/2014/main" id="{032D5E79-4834-572B-C5FA-554EF2C36E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6" name="Ellipszis 115">
                  <a:extLst>
                    <a:ext uri="{FF2B5EF4-FFF2-40B4-BE49-F238E27FC236}">
                      <a16:creationId xmlns:a16="http://schemas.microsoft.com/office/drawing/2014/main" id="{566D7BE9-2143-B26A-DA90-C0D525DC06E4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25849056-DC7C-903F-E6A1-FC30740C1F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7" name="Egyenes összekötő 106">
                <a:extLst>
                  <a:ext uri="{FF2B5EF4-FFF2-40B4-BE49-F238E27FC236}">
                    <a16:creationId xmlns:a16="http://schemas.microsoft.com/office/drawing/2014/main" id="{01141399-91A8-BCC7-FD43-27C06ACB17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7" name="Csoportba foglalás 76">
              <a:extLst>
                <a:ext uri="{FF2B5EF4-FFF2-40B4-BE49-F238E27FC236}">
                  <a16:creationId xmlns:a16="http://schemas.microsoft.com/office/drawing/2014/main" id="{B409F439-4B8E-5861-2AB2-51B0C591A6DE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95" name="Henger 94">
                <a:extLst>
                  <a:ext uri="{FF2B5EF4-FFF2-40B4-BE49-F238E27FC236}">
                    <a16:creationId xmlns:a16="http://schemas.microsoft.com/office/drawing/2014/main" id="{F212EC6F-9A0B-7225-A46F-F69C252A2DE0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96" name="Csoportba foglalás 95">
                <a:extLst>
                  <a:ext uri="{FF2B5EF4-FFF2-40B4-BE49-F238E27FC236}">
                    <a16:creationId xmlns:a16="http://schemas.microsoft.com/office/drawing/2014/main" id="{A6AD8CAE-1933-EA92-7A90-0800C5737127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98" name="Ellipszis 97">
                  <a:extLst>
                    <a:ext uri="{FF2B5EF4-FFF2-40B4-BE49-F238E27FC236}">
                      <a16:creationId xmlns:a16="http://schemas.microsoft.com/office/drawing/2014/main" id="{AA0F4766-D644-5A2D-BBFE-ECCA5614CC94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Ellipszis 98">
                  <a:extLst>
                    <a:ext uri="{FF2B5EF4-FFF2-40B4-BE49-F238E27FC236}">
                      <a16:creationId xmlns:a16="http://schemas.microsoft.com/office/drawing/2014/main" id="{C7AB687A-9DC4-C3AF-96EF-52F90671B94D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46DB0A9C-E7BE-AFB9-5294-81C759EBD6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E5EDFB24-FA02-803C-F0DA-1A22A790F1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Egyenes összekötő 101">
                  <a:extLst>
                    <a:ext uri="{FF2B5EF4-FFF2-40B4-BE49-F238E27FC236}">
                      <a16:creationId xmlns:a16="http://schemas.microsoft.com/office/drawing/2014/main" id="{A39E9729-B95F-A437-E2B1-5AB8A99CBA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Egyenes összekötő 102">
                  <a:extLst>
                    <a:ext uri="{FF2B5EF4-FFF2-40B4-BE49-F238E27FC236}">
                      <a16:creationId xmlns:a16="http://schemas.microsoft.com/office/drawing/2014/main" id="{AB13CE2E-E6DF-A217-42EC-4EDE55ADF2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BE5FD98D-3CCF-10DB-3113-02CF2D1B3EA5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97" name="Téglalap 96">
                <a:extLst>
                  <a:ext uri="{FF2B5EF4-FFF2-40B4-BE49-F238E27FC236}">
                    <a16:creationId xmlns:a16="http://schemas.microsoft.com/office/drawing/2014/main" id="{0A097A41-AAA7-4A15-613B-35759BF039D6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8" name="Csoportba foglalás 77">
              <a:extLst>
                <a:ext uri="{FF2B5EF4-FFF2-40B4-BE49-F238E27FC236}">
                  <a16:creationId xmlns:a16="http://schemas.microsoft.com/office/drawing/2014/main" id="{5EAED361-ED6F-9D76-EDD3-F388735DFAAD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79" name="Csoportba foglalás 78">
                <a:extLst>
                  <a:ext uri="{FF2B5EF4-FFF2-40B4-BE49-F238E27FC236}">
                    <a16:creationId xmlns:a16="http://schemas.microsoft.com/office/drawing/2014/main" id="{59A6A07D-317D-58E3-7E59-F5CB8AD96F48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87" name="Henger 86">
                  <a:extLst>
                    <a:ext uri="{FF2B5EF4-FFF2-40B4-BE49-F238E27FC236}">
                      <a16:creationId xmlns:a16="http://schemas.microsoft.com/office/drawing/2014/main" id="{018FFE2B-9ED9-7C21-8A43-17FEA20CC4D4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Ellipszis 87">
                  <a:extLst>
                    <a:ext uri="{FF2B5EF4-FFF2-40B4-BE49-F238E27FC236}">
                      <a16:creationId xmlns:a16="http://schemas.microsoft.com/office/drawing/2014/main" id="{61A5232F-59F1-8D54-F617-859D8C2A2F2D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9" name="Ív 88">
                  <a:extLst>
                    <a:ext uri="{FF2B5EF4-FFF2-40B4-BE49-F238E27FC236}">
                      <a16:creationId xmlns:a16="http://schemas.microsoft.com/office/drawing/2014/main" id="{35EBC2EB-141C-8CCF-6EC6-A92FF7B1AF9B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90" name="Picture 2" descr="Forráskép megtekintése">
                  <a:extLst>
                    <a:ext uri="{FF2B5EF4-FFF2-40B4-BE49-F238E27FC236}">
                      <a16:creationId xmlns:a16="http://schemas.microsoft.com/office/drawing/2014/main" id="{D1F6CBC4-2CC9-F783-881E-C8D82314D93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1" name="Téglalap 90">
                  <a:extLst>
                    <a:ext uri="{FF2B5EF4-FFF2-40B4-BE49-F238E27FC236}">
                      <a16:creationId xmlns:a16="http://schemas.microsoft.com/office/drawing/2014/main" id="{288D40A1-FC03-5616-AC95-5FA62750C039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2" name="Csillag: 4 ágú 91">
                  <a:extLst>
                    <a:ext uri="{FF2B5EF4-FFF2-40B4-BE49-F238E27FC236}">
                      <a16:creationId xmlns:a16="http://schemas.microsoft.com/office/drawing/2014/main" id="{8C068BF9-86D4-5B01-8B76-2DF31F6C7E0F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3" name="Szabadkézi sokszög: alakzat 92">
                  <a:extLst>
                    <a:ext uri="{FF2B5EF4-FFF2-40B4-BE49-F238E27FC236}">
                      <a16:creationId xmlns:a16="http://schemas.microsoft.com/office/drawing/2014/main" id="{5409E516-D2C4-5F95-D15A-8090FD59408F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4" name="Ellipszis 93">
                  <a:extLst>
                    <a:ext uri="{FF2B5EF4-FFF2-40B4-BE49-F238E27FC236}">
                      <a16:creationId xmlns:a16="http://schemas.microsoft.com/office/drawing/2014/main" id="{06A4A90B-BC81-B5D2-B0EC-0C976FFF084F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E8A14EB0-6E30-97AC-B542-88723951225C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1" name="Ellipszis 80">
                <a:extLst>
                  <a:ext uri="{FF2B5EF4-FFF2-40B4-BE49-F238E27FC236}">
                    <a16:creationId xmlns:a16="http://schemas.microsoft.com/office/drawing/2014/main" id="{3F67CCBA-A812-B5EA-FC5D-70833DFF4348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0C867432-BD91-9DD1-9ADE-5F13D803A6F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5B1B6712-9EA5-ED30-3758-E97644D4E79F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Ellipszis 83">
                <a:extLst>
                  <a:ext uri="{FF2B5EF4-FFF2-40B4-BE49-F238E27FC236}">
                    <a16:creationId xmlns:a16="http://schemas.microsoft.com/office/drawing/2014/main" id="{38FBD113-D118-51B0-BCB2-CE98A6469D23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85" name="Kép 84">
                <a:extLst>
                  <a:ext uri="{FF2B5EF4-FFF2-40B4-BE49-F238E27FC236}">
                    <a16:creationId xmlns:a16="http://schemas.microsoft.com/office/drawing/2014/main" id="{7DE7A33D-F28A-96AB-990D-1A8D6688EE6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86" name="Egyenes összekötő 85">
                <a:extLst>
                  <a:ext uri="{FF2B5EF4-FFF2-40B4-BE49-F238E27FC236}">
                    <a16:creationId xmlns:a16="http://schemas.microsoft.com/office/drawing/2014/main" id="{84C351DC-256A-0315-FFC3-197BA8D0FF8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49CB7FE0-9B73-9A77-28EE-960AD2F4C1B7}"/>
              </a:ext>
            </a:extLst>
          </p:cNvPr>
          <p:cNvSpPr/>
          <p:nvPr/>
        </p:nvSpPr>
        <p:spPr>
          <a:xfrm>
            <a:off x="5777255" y="1387346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Csillag: 5 ágú 139">
            <a:extLst>
              <a:ext uri="{FF2B5EF4-FFF2-40B4-BE49-F238E27FC236}">
                <a16:creationId xmlns:a16="http://schemas.microsoft.com/office/drawing/2014/main" id="{3D996D0F-F393-2732-FE75-27A8E29958F7}"/>
              </a:ext>
            </a:extLst>
          </p:cNvPr>
          <p:cNvSpPr/>
          <p:nvPr/>
        </p:nvSpPr>
        <p:spPr>
          <a:xfrm>
            <a:off x="9773865" y="403389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Csillag: 5 ágú 140">
            <a:extLst>
              <a:ext uri="{FF2B5EF4-FFF2-40B4-BE49-F238E27FC236}">
                <a16:creationId xmlns:a16="http://schemas.microsoft.com/office/drawing/2014/main" id="{280D8F3E-913D-97A0-17B7-7578EAF4FC95}"/>
              </a:ext>
            </a:extLst>
          </p:cNvPr>
          <p:cNvSpPr/>
          <p:nvPr/>
        </p:nvSpPr>
        <p:spPr>
          <a:xfrm>
            <a:off x="2500028" y="2350539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8872591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68042BAD-3F31-40AA-97B6-4B241A84F20B}"/>
              </a:ext>
            </a:extLst>
          </p:cNvPr>
          <p:cNvSpPr/>
          <p:nvPr/>
        </p:nvSpPr>
        <p:spPr>
          <a:xfrm>
            <a:off x="1754938" y="1155846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40F5B67A-068A-BC36-1321-D1E5BB81F004}"/>
              </a:ext>
            </a:extLst>
          </p:cNvPr>
          <p:cNvSpPr/>
          <p:nvPr/>
        </p:nvSpPr>
        <p:spPr>
          <a:xfrm>
            <a:off x="3473554" y="655396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825B66C2-D6AB-6CD4-F15A-A45318B223F1}"/>
              </a:ext>
            </a:extLst>
          </p:cNvPr>
          <p:cNvSpPr/>
          <p:nvPr/>
        </p:nvSpPr>
        <p:spPr>
          <a:xfrm>
            <a:off x="4267381" y="17034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CAFC0F38-5632-471F-1FD4-6C0CDD4386AD}"/>
              </a:ext>
            </a:extLst>
          </p:cNvPr>
          <p:cNvSpPr/>
          <p:nvPr/>
        </p:nvSpPr>
        <p:spPr>
          <a:xfrm>
            <a:off x="6379573" y="32609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4889DD81-0C01-BCC4-2EE8-B946A74A0021}"/>
              </a:ext>
            </a:extLst>
          </p:cNvPr>
          <p:cNvSpPr/>
          <p:nvPr/>
        </p:nvSpPr>
        <p:spPr>
          <a:xfrm>
            <a:off x="5121881" y="992501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Csillag: 5 ágú 7">
            <a:extLst>
              <a:ext uri="{FF2B5EF4-FFF2-40B4-BE49-F238E27FC236}">
                <a16:creationId xmlns:a16="http://schemas.microsoft.com/office/drawing/2014/main" id="{E69A384D-B34E-D1B4-5829-B4E797BEB8C2}"/>
              </a:ext>
            </a:extLst>
          </p:cNvPr>
          <p:cNvSpPr/>
          <p:nvPr/>
        </p:nvSpPr>
        <p:spPr>
          <a:xfrm>
            <a:off x="6811856" y="175287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Csillag: 5 ágú 8">
            <a:extLst>
              <a:ext uri="{FF2B5EF4-FFF2-40B4-BE49-F238E27FC236}">
                <a16:creationId xmlns:a16="http://schemas.microsoft.com/office/drawing/2014/main" id="{D9DA4510-DEC2-89F2-E859-08E9653908DB}"/>
              </a:ext>
            </a:extLst>
          </p:cNvPr>
          <p:cNvSpPr/>
          <p:nvPr/>
        </p:nvSpPr>
        <p:spPr>
          <a:xfrm>
            <a:off x="8052791" y="1853979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" name="Csoportba foglalás 9">
            <a:extLst>
              <a:ext uri="{FF2B5EF4-FFF2-40B4-BE49-F238E27FC236}">
                <a16:creationId xmlns:a16="http://schemas.microsoft.com/office/drawing/2014/main" id="{52CA5B3C-1AFC-2DDA-6CA2-87B044BC7BCD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1" name="Henger 10">
              <a:extLst>
                <a:ext uri="{FF2B5EF4-FFF2-40B4-BE49-F238E27FC236}">
                  <a16:creationId xmlns:a16="http://schemas.microsoft.com/office/drawing/2014/main" id="{1F6BA5F4-E653-84C9-1C0C-87B176E3F1E1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2" name="Csoportba foglalás 11">
              <a:extLst>
                <a:ext uri="{FF2B5EF4-FFF2-40B4-BE49-F238E27FC236}">
                  <a16:creationId xmlns:a16="http://schemas.microsoft.com/office/drawing/2014/main" id="{6153A8BE-8820-F851-7B60-058F879329C0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4" name="Ellipszis 13">
                <a:extLst>
                  <a:ext uri="{FF2B5EF4-FFF2-40B4-BE49-F238E27FC236}">
                    <a16:creationId xmlns:a16="http://schemas.microsoft.com/office/drawing/2014/main" id="{6B584EA8-734F-D957-5765-4B18916FCA4C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" name="Ellipszis 14">
                <a:extLst>
                  <a:ext uri="{FF2B5EF4-FFF2-40B4-BE49-F238E27FC236}">
                    <a16:creationId xmlns:a16="http://schemas.microsoft.com/office/drawing/2014/main" id="{BFF44EEE-1643-C389-3C8A-67A83D477BB7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8B2E4956-A54B-1335-6128-9099440DDD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C2DA7573-F773-BDDC-66A6-A37800D6BF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8" name="Egyenes összekötő 17">
                <a:extLst>
                  <a:ext uri="{FF2B5EF4-FFF2-40B4-BE49-F238E27FC236}">
                    <a16:creationId xmlns:a16="http://schemas.microsoft.com/office/drawing/2014/main" id="{CA35B619-4928-04A7-F2DC-435D831344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FE14C219-3FA7-7939-40BC-D981A770E48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AAB64679-612A-73E5-352E-2FC0EC7ACB9A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227DBEAF-251E-7BF0-638C-95A29CDE75B6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1" name="Téglalap 20">
            <a:extLst>
              <a:ext uri="{FF2B5EF4-FFF2-40B4-BE49-F238E27FC236}">
                <a16:creationId xmlns:a16="http://schemas.microsoft.com/office/drawing/2014/main" id="{E36DC66B-9872-638A-EEE8-EF2F1079B34B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2" name="Csoportba foglalás 21">
            <a:extLst>
              <a:ext uri="{FF2B5EF4-FFF2-40B4-BE49-F238E27FC236}">
                <a16:creationId xmlns:a16="http://schemas.microsoft.com/office/drawing/2014/main" id="{F9670232-232F-683B-F689-CECE307C729B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3" name="Csoportba foglalás 22">
              <a:extLst>
                <a:ext uri="{FF2B5EF4-FFF2-40B4-BE49-F238E27FC236}">
                  <a16:creationId xmlns:a16="http://schemas.microsoft.com/office/drawing/2014/main" id="{54EACA8C-14EB-78A2-B88C-E4BE63A73F1E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6" name="Henger 25">
                <a:extLst>
                  <a:ext uri="{FF2B5EF4-FFF2-40B4-BE49-F238E27FC236}">
                    <a16:creationId xmlns:a16="http://schemas.microsoft.com/office/drawing/2014/main" id="{8B1D95B2-7425-5994-A816-70873AEFD95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F20CDF6F-509A-DD6A-616F-33325D1B538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8" name="Téglalap 27">
                <a:extLst>
                  <a:ext uri="{FF2B5EF4-FFF2-40B4-BE49-F238E27FC236}">
                    <a16:creationId xmlns:a16="http://schemas.microsoft.com/office/drawing/2014/main" id="{F7EA64AA-BE22-4B72-9C96-E1BDDD2A1409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27606056-15B8-6681-CF19-ABDBD08C54D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BC878C93-E166-0E0D-1772-8BE9B46289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84F30A49-052D-0697-7535-BD149B138D1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" name="Egyenes összekötő 31">
                <a:extLst>
                  <a:ext uri="{FF2B5EF4-FFF2-40B4-BE49-F238E27FC236}">
                    <a16:creationId xmlns:a16="http://schemas.microsoft.com/office/drawing/2014/main" id="{C972B2FB-2C96-4C67-87C1-65298CF1F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3" name="Egyenes összekötő 32">
                <a:extLst>
                  <a:ext uri="{FF2B5EF4-FFF2-40B4-BE49-F238E27FC236}">
                    <a16:creationId xmlns:a16="http://schemas.microsoft.com/office/drawing/2014/main" id="{F4AF0E85-C1C3-7BEC-5B2D-E3666390CBD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97CA41C9-4556-95D1-E972-EBCAC6AC3D93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" name="Egyenes összekötő 23">
              <a:extLst>
                <a:ext uri="{FF2B5EF4-FFF2-40B4-BE49-F238E27FC236}">
                  <a16:creationId xmlns:a16="http://schemas.microsoft.com/office/drawing/2014/main" id="{D4235A2C-A905-36C2-2AF9-31222B9C6EA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5" name="Egyenes összekötő 24">
              <a:extLst>
                <a:ext uri="{FF2B5EF4-FFF2-40B4-BE49-F238E27FC236}">
                  <a16:creationId xmlns:a16="http://schemas.microsoft.com/office/drawing/2014/main" id="{7EA6288C-6C37-D7EF-E3E2-AEC5C670902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5" name="Téglalap 34">
            <a:extLst>
              <a:ext uri="{FF2B5EF4-FFF2-40B4-BE49-F238E27FC236}">
                <a16:creationId xmlns:a16="http://schemas.microsoft.com/office/drawing/2014/main" id="{9D33E240-3687-D256-A79D-FAA2526DFDC5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12CDFFC3-1729-9698-A132-B8C33C1E1B4E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3220E4FB-2FF6-5E0F-A6E6-2DE9215979EF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8B85D3AE-0D9E-10B3-3843-4E3CE763788B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84D6E8AB-74F3-2BCA-9EE7-8316CD70645C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CA290C8B-B167-8A9C-AFEB-5AEB6681217E}"/>
              </a:ext>
            </a:extLst>
          </p:cNvPr>
          <p:cNvGrpSpPr/>
          <p:nvPr/>
        </p:nvGrpSpPr>
        <p:grpSpPr>
          <a:xfrm>
            <a:off x="6629400" y="2750870"/>
            <a:ext cx="6975968" cy="2740695"/>
            <a:chOff x="0" y="2026970"/>
            <a:chExt cx="6975968" cy="2740695"/>
          </a:xfrm>
        </p:grpSpPr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061472EF-097B-C550-342A-0FEBEFEF48B9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9B8C6DAC-B9C1-6D92-EC40-F1CAF9D4628A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31591560-BFC7-2158-BA11-D35AC3FA2819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F7617E03-ABB5-3BC6-5A76-55DEEE72BCF8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3527EA58-EDE5-444A-FFBA-048CCCDD0224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6" name="Csoportba foglalás 45">
            <a:extLst>
              <a:ext uri="{FF2B5EF4-FFF2-40B4-BE49-F238E27FC236}">
                <a16:creationId xmlns:a16="http://schemas.microsoft.com/office/drawing/2014/main" id="{D670A7C3-BBB0-1AB6-C806-6E1FF0410CF7}"/>
              </a:ext>
            </a:extLst>
          </p:cNvPr>
          <p:cNvGrpSpPr/>
          <p:nvPr/>
        </p:nvGrpSpPr>
        <p:grpSpPr>
          <a:xfrm>
            <a:off x="4833710" y="3163572"/>
            <a:ext cx="1152739" cy="2231794"/>
            <a:chOff x="21678" y="2352425"/>
            <a:chExt cx="1152739" cy="2231794"/>
          </a:xfrm>
        </p:grpSpPr>
        <p:sp>
          <p:nvSpPr>
            <p:cNvPr id="47" name="Téglalap 46">
              <a:extLst>
                <a:ext uri="{FF2B5EF4-FFF2-40B4-BE49-F238E27FC236}">
                  <a16:creationId xmlns:a16="http://schemas.microsoft.com/office/drawing/2014/main" id="{6CAEAD99-14D3-65E8-0FA5-4D617DB62659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D1347EA3-40B5-C50B-2500-538B99FA9F2A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Ellipszis 48">
              <a:extLst>
                <a:ext uri="{FF2B5EF4-FFF2-40B4-BE49-F238E27FC236}">
                  <a16:creationId xmlns:a16="http://schemas.microsoft.com/office/drawing/2014/main" id="{89209D4B-A679-6BDF-4620-D6A7EBE6F727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Ellipszis 49">
              <a:extLst>
                <a:ext uri="{FF2B5EF4-FFF2-40B4-BE49-F238E27FC236}">
                  <a16:creationId xmlns:a16="http://schemas.microsoft.com/office/drawing/2014/main" id="{12649894-ED80-1EA7-A604-CB6C000A7F62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73F74D63-624D-CDD4-FBE4-4E904DA9414D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2" name="Csoportba foglalás 51">
            <a:extLst>
              <a:ext uri="{FF2B5EF4-FFF2-40B4-BE49-F238E27FC236}">
                <a16:creationId xmlns:a16="http://schemas.microsoft.com/office/drawing/2014/main" id="{717F1A6A-6DEB-3B0A-8801-1194BC3BF6C9}"/>
              </a:ext>
            </a:extLst>
          </p:cNvPr>
          <p:cNvGrpSpPr/>
          <p:nvPr/>
        </p:nvGrpSpPr>
        <p:grpSpPr>
          <a:xfrm>
            <a:off x="380723" y="2349768"/>
            <a:ext cx="1891113" cy="3047251"/>
            <a:chOff x="0" y="1549915"/>
            <a:chExt cx="1891113" cy="3047251"/>
          </a:xfrm>
        </p:grpSpPr>
        <p:sp>
          <p:nvSpPr>
            <p:cNvPr id="53" name="Téglalap 52">
              <a:extLst>
                <a:ext uri="{FF2B5EF4-FFF2-40B4-BE49-F238E27FC236}">
                  <a16:creationId xmlns:a16="http://schemas.microsoft.com/office/drawing/2014/main" id="{5731A82D-9E58-815C-37EF-03D12ED6DFA8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Téglalap 53">
              <a:extLst>
                <a:ext uri="{FF2B5EF4-FFF2-40B4-BE49-F238E27FC236}">
                  <a16:creationId xmlns:a16="http://schemas.microsoft.com/office/drawing/2014/main" id="{6A75C806-503C-167C-F310-5EF0CA4E0828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Téglalap 54">
              <a:extLst>
                <a:ext uri="{FF2B5EF4-FFF2-40B4-BE49-F238E27FC236}">
                  <a16:creationId xmlns:a16="http://schemas.microsoft.com/office/drawing/2014/main" id="{920A9F53-BEFE-AFB1-F469-C06A03B046F2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Háromszög 55">
              <a:extLst>
                <a:ext uri="{FF2B5EF4-FFF2-40B4-BE49-F238E27FC236}">
                  <a16:creationId xmlns:a16="http://schemas.microsoft.com/office/drawing/2014/main" id="{681BC078-7E7B-6F41-050F-B602FD877CEE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7" name="Csoportba foglalás 56">
            <a:extLst>
              <a:ext uri="{FF2B5EF4-FFF2-40B4-BE49-F238E27FC236}">
                <a16:creationId xmlns:a16="http://schemas.microsoft.com/office/drawing/2014/main" id="{742394FD-9876-BF3C-2168-6DA72CEF6739}"/>
              </a:ext>
            </a:extLst>
          </p:cNvPr>
          <p:cNvGrpSpPr/>
          <p:nvPr/>
        </p:nvGrpSpPr>
        <p:grpSpPr>
          <a:xfrm>
            <a:off x="-511728" y="5397267"/>
            <a:ext cx="13544064" cy="2260833"/>
            <a:chOff x="-511728" y="4673367"/>
            <a:chExt cx="13544064" cy="2260833"/>
          </a:xfrm>
        </p:grpSpPr>
        <p:sp>
          <p:nvSpPr>
            <p:cNvPr id="58" name="Téglalap 57">
              <a:extLst>
                <a:ext uri="{FF2B5EF4-FFF2-40B4-BE49-F238E27FC236}">
                  <a16:creationId xmlns:a16="http://schemas.microsoft.com/office/drawing/2014/main" id="{F76EA747-8C89-4C48-4210-328BE3219FB0}"/>
                </a:ext>
              </a:extLst>
            </p:cNvPr>
            <p:cNvSpPr/>
            <p:nvPr/>
          </p:nvSpPr>
          <p:spPr>
            <a:xfrm>
              <a:off x="0" y="65944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B0D6242E-9DDC-6072-0E35-D7FA0BB0DFE1}"/>
                </a:ext>
              </a:extLst>
            </p:cNvPr>
            <p:cNvGrpSpPr/>
            <p:nvPr/>
          </p:nvGrpSpPr>
          <p:grpSpPr>
            <a:xfrm>
              <a:off x="-511728" y="4673367"/>
              <a:ext cx="13544064" cy="1921080"/>
              <a:chOff x="-511728" y="4673367"/>
              <a:chExt cx="13544064" cy="1921080"/>
            </a:xfrm>
          </p:grpSpPr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E8131BA6-F371-DA74-94B7-D5A4CDDFB75B}"/>
                  </a:ext>
                </a:extLst>
              </p:cNvPr>
              <p:cNvSpPr/>
              <p:nvPr/>
            </p:nvSpPr>
            <p:spPr>
              <a:xfrm>
                <a:off x="-511728" y="4673367"/>
                <a:ext cx="13544064" cy="1921080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 60">
                <a:extLst>
                  <a:ext uri="{FF2B5EF4-FFF2-40B4-BE49-F238E27FC236}">
                    <a16:creationId xmlns:a16="http://schemas.microsoft.com/office/drawing/2014/main" id="{38F60880-F32C-A935-6F3B-038436039BBE}"/>
                  </a:ext>
                </a:extLst>
              </p:cNvPr>
              <p:cNvSpPr/>
              <p:nvPr/>
            </p:nvSpPr>
            <p:spPr>
              <a:xfrm>
                <a:off x="10515529" y="5464186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 61">
                <a:extLst>
                  <a:ext uri="{FF2B5EF4-FFF2-40B4-BE49-F238E27FC236}">
                    <a16:creationId xmlns:a16="http://schemas.microsoft.com/office/drawing/2014/main" id="{08465388-FF3D-518F-33DE-53E84CFE7BF2}"/>
                  </a:ext>
                </a:extLst>
              </p:cNvPr>
              <p:cNvSpPr/>
              <p:nvPr/>
            </p:nvSpPr>
            <p:spPr>
              <a:xfrm>
                <a:off x="9322008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 62">
                <a:extLst>
                  <a:ext uri="{FF2B5EF4-FFF2-40B4-BE49-F238E27FC236}">
                    <a16:creationId xmlns:a16="http://schemas.microsoft.com/office/drawing/2014/main" id="{50EF1E89-E33D-C600-1B7C-37834352DFD5}"/>
                  </a:ext>
                </a:extLst>
              </p:cNvPr>
              <p:cNvSpPr/>
              <p:nvPr/>
            </p:nvSpPr>
            <p:spPr>
              <a:xfrm>
                <a:off x="8372623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18BC5027-C194-1073-EBAF-3FE7128DD0C8}"/>
                  </a:ext>
                </a:extLst>
              </p:cNvPr>
              <p:cNvSpPr/>
              <p:nvPr/>
            </p:nvSpPr>
            <p:spPr>
              <a:xfrm>
                <a:off x="7206851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 64">
                <a:extLst>
                  <a:ext uri="{FF2B5EF4-FFF2-40B4-BE49-F238E27FC236}">
                    <a16:creationId xmlns:a16="http://schemas.microsoft.com/office/drawing/2014/main" id="{7EC30FF3-6B62-1355-F873-36A6F3D74957}"/>
                  </a:ext>
                </a:extLst>
              </p:cNvPr>
              <p:cNvSpPr/>
              <p:nvPr/>
            </p:nvSpPr>
            <p:spPr>
              <a:xfrm>
                <a:off x="6009126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 65">
                <a:extLst>
                  <a:ext uri="{FF2B5EF4-FFF2-40B4-BE49-F238E27FC236}">
                    <a16:creationId xmlns:a16="http://schemas.microsoft.com/office/drawing/2014/main" id="{BBB691A8-2B17-8C53-3576-73ACDB57E730}"/>
                  </a:ext>
                </a:extLst>
              </p:cNvPr>
              <p:cNvSpPr/>
              <p:nvPr/>
            </p:nvSpPr>
            <p:spPr>
              <a:xfrm>
                <a:off x="4972247" y="5453541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Téglalap 66">
                <a:extLst>
                  <a:ext uri="{FF2B5EF4-FFF2-40B4-BE49-F238E27FC236}">
                    <a16:creationId xmlns:a16="http://schemas.microsoft.com/office/drawing/2014/main" id="{B587B170-47E4-8161-9BB6-86AD53244EB8}"/>
                  </a:ext>
                </a:extLst>
              </p:cNvPr>
              <p:cNvSpPr/>
              <p:nvPr/>
            </p:nvSpPr>
            <p:spPr>
              <a:xfrm>
                <a:off x="3946361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Téglalap 67">
                <a:extLst>
                  <a:ext uri="{FF2B5EF4-FFF2-40B4-BE49-F238E27FC236}">
                    <a16:creationId xmlns:a16="http://schemas.microsoft.com/office/drawing/2014/main" id="{ED65B829-F260-2619-C31C-FD558E8E9400}"/>
                  </a:ext>
                </a:extLst>
              </p:cNvPr>
              <p:cNvSpPr/>
              <p:nvPr/>
            </p:nvSpPr>
            <p:spPr>
              <a:xfrm>
                <a:off x="2970220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Téglalap 68">
                <a:extLst>
                  <a:ext uri="{FF2B5EF4-FFF2-40B4-BE49-F238E27FC236}">
                    <a16:creationId xmlns:a16="http://schemas.microsoft.com/office/drawing/2014/main" id="{31A8158C-2C55-7174-D39C-6E303CB8BC8B}"/>
                  </a:ext>
                </a:extLst>
              </p:cNvPr>
              <p:cNvSpPr/>
              <p:nvPr/>
            </p:nvSpPr>
            <p:spPr>
              <a:xfrm>
                <a:off x="1782543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Téglalap 69">
                <a:extLst>
                  <a:ext uri="{FF2B5EF4-FFF2-40B4-BE49-F238E27FC236}">
                    <a16:creationId xmlns:a16="http://schemas.microsoft.com/office/drawing/2014/main" id="{2A50CF0D-540F-A6B9-0F60-9595B4F76CE1}"/>
                  </a:ext>
                </a:extLst>
              </p:cNvPr>
              <p:cNvSpPr/>
              <p:nvPr/>
            </p:nvSpPr>
            <p:spPr>
              <a:xfrm>
                <a:off x="11653062" y="5470315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8D19DEA4-EBEE-951D-8D9D-727A0941F973}"/>
                  </a:ext>
                </a:extLst>
              </p:cNvPr>
              <p:cNvSpPr/>
              <p:nvPr/>
            </p:nvSpPr>
            <p:spPr>
              <a:xfrm>
                <a:off x="833369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0C1C40BD-667F-CCC8-2C69-E38DE53735E0}"/>
                  </a:ext>
                </a:extLst>
              </p:cNvPr>
              <p:cNvSpPr/>
              <p:nvPr/>
            </p:nvSpPr>
            <p:spPr>
              <a:xfrm>
                <a:off x="-197342" y="5449349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74" name="Csoportba foglalás 73">
            <a:extLst>
              <a:ext uri="{FF2B5EF4-FFF2-40B4-BE49-F238E27FC236}">
                <a16:creationId xmlns:a16="http://schemas.microsoft.com/office/drawing/2014/main" id="{AEC5626E-A6DC-B99A-AF1A-BEF8942CDB23}"/>
              </a:ext>
            </a:extLst>
          </p:cNvPr>
          <p:cNvGrpSpPr/>
          <p:nvPr/>
        </p:nvGrpSpPr>
        <p:grpSpPr>
          <a:xfrm rot="757127"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1F344C7F-4828-2E3D-25A6-7E5C57B01399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9750F878-7F3D-5824-02FE-03EB111B286F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20" name="Derékszögű háromszög 119">
                  <a:extLst>
                    <a:ext uri="{FF2B5EF4-FFF2-40B4-BE49-F238E27FC236}">
                      <a16:creationId xmlns:a16="http://schemas.microsoft.com/office/drawing/2014/main" id="{C6F03F74-B534-E935-2452-D8605761986B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Derékszögű háromszög 120">
                  <a:extLst>
                    <a:ext uri="{FF2B5EF4-FFF2-40B4-BE49-F238E27FC236}">
                      <a16:creationId xmlns:a16="http://schemas.microsoft.com/office/drawing/2014/main" id="{833AD069-7E67-E0DD-36A9-2AECABE38EEB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Téglalap 15">
                  <a:extLst>
                    <a:ext uri="{FF2B5EF4-FFF2-40B4-BE49-F238E27FC236}">
                      <a16:creationId xmlns:a16="http://schemas.microsoft.com/office/drawing/2014/main" id="{246911DA-A29B-1A03-B249-FFDDE60E5AE1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3" name="Folyamatábra: Tárolt adat 17">
                  <a:extLst>
                    <a:ext uri="{FF2B5EF4-FFF2-40B4-BE49-F238E27FC236}">
                      <a16:creationId xmlns:a16="http://schemas.microsoft.com/office/drawing/2014/main" id="{EDBA6D32-881F-FBA2-93B5-FC9CDEBE7264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Derékszögű háromszög 123">
                  <a:extLst>
                    <a:ext uri="{FF2B5EF4-FFF2-40B4-BE49-F238E27FC236}">
                      <a16:creationId xmlns:a16="http://schemas.microsoft.com/office/drawing/2014/main" id="{D0225F56-A854-030A-0546-011C5D54CC2D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5" name="Kivonás jele 124">
                  <a:extLst>
                    <a:ext uri="{FF2B5EF4-FFF2-40B4-BE49-F238E27FC236}">
                      <a16:creationId xmlns:a16="http://schemas.microsoft.com/office/drawing/2014/main" id="{FD881A99-65D8-FE85-96C0-005DB3D8FCA3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E1AE0A55-3DEC-5905-388E-7F4A38D88754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E3530CA-A35A-75FB-0464-27056AC93394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Kivonás jele 127">
                  <a:extLst>
                    <a:ext uri="{FF2B5EF4-FFF2-40B4-BE49-F238E27FC236}">
                      <a16:creationId xmlns:a16="http://schemas.microsoft.com/office/drawing/2014/main" id="{4873D0FD-A7F5-F646-801B-E9B622E0860B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9" name="Kivonás jele 128">
                  <a:extLst>
                    <a:ext uri="{FF2B5EF4-FFF2-40B4-BE49-F238E27FC236}">
                      <a16:creationId xmlns:a16="http://schemas.microsoft.com/office/drawing/2014/main" id="{2014E6B1-58A9-6A01-AEF2-F71396ABF750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Ellipszis 129">
                  <a:extLst>
                    <a:ext uri="{FF2B5EF4-FFF2-40B4-BE49-F238E27FC236}">
                      <a16:creationId xmlns:a16="http://schemas.microsoft.com/office/drawing/2014/main" id="{3988DA84-7DDD-0DBB-C216-623CD5F22F4B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Romboid 130">
                  <a:extLst>
                    <a:ext uri="{FF2B5EF4-FFF2-40B4-BE49-F238E27FC236}">
                      <a16:creationId xmlns:a16="http://schemas.microsoft.com/office/drawing/2014/main" id="{E4E09D47-87C9-06A9-C2D9-496A09BDC900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Téglalap 131">
                  <a:extLst>
                    <a:ext uri="{FF2B5EF4-FFF2-40B4-BE49-F238E27FC236}">
                      <a16:creationId xmlns:a16="http://schemas.microsoft.com/office/drawing/2014/main" id="{1E4FC0E7-91EA-C317-FA77-741FF4920D42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Téglalap: lekerekített 132">
                  <a:extLst>
                    <a:ext uri="{FF2B5EF4-FFF2-40B4-BE49-F238E27FC236}">
                      <a16:creationId xmlns:a16="http://schemas.microsoft.com/office/drawing/2014/main" id="{8B163181-7677-DEC1-4133-B7159F17565B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Téglalap: lekerekített 133">
                  <a:extLst>
                    <a:ext uri="{FF2B5EF4-FFF2-40B4-BE49-F238E27FC236}">
                      <a16:creationId xmlns:a16="http://schemas.microsoft.com/office/drawing/2014/main" id="{4F8B4410-398A-9ADE-2769-0C00E825AB48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Téglalap: lekerekített 134">
                  <a:extLst>
                    <a:ext uri="{FF2B5EF4-FFF2-40B4-BE49-F238E27FC236}">
                      <a16:creationId xmlns:a16="http://schemas.microsoft.com/office/drawing/2014/main" id="{4D4487CE-C829-1099-5B15-FBE96AAC1C19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Téglalap: lekerekített 135">
                  <a:extLst>
                    <a:ext uri="{FF2B5EF4-FFF2-40B4-BE49-F238E27FC236}">
                      <a16:creationId xmlns:a16="http://schemas.microsoft.com/office/drawing/2014/main" id="{3D92B1E7-C3BE-CBD4-F5BF-1210FC5C0C34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Téglalap: lekerekített 136">
                  <a:extLst>
                    <a:ext uri="{FF2B5EF4-FFF2-40B4-BE49-F238E27FC236}">
                      <a16:creationId xmlns:a16="http://schemas.microsoft.com/office/drawing/2014/main" id="{AA596582-4F41-F1F8-AB7A-9DA228C0F8E4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Téglalap: lekerekített 137">
                  <a:extLst>
                    <a:ext uri="{FF2B5EF4-FFF2-40B4-BE49-F238E27FC236}">
                      <a16:creationId xmlns:a16="http://schemas.microsoft.com/office/drawing/2014/main" id="{FBDB8ED3-D5CC-02B4-FC87-D88B11AC62D5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18" name="Picture 2" descr="Forráskép megtekintése">
                <a:extLst>
                  <a:ext uri="{FF2B5EF4-FFF2-40B4-BE49-F238E27FC236}">
                    <a16:creationId xmlns:a16="http://schemas.microsoft.com/office/drawing/2014/main" id="{F7AFD2C0-CA21-F1AF-FBEA-C20F66BA4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9" name="Picture 6" descr="Forráskép megtekintése">
                <a:extLst>
                  <a:ext uri="{FF2B5EF4-FFF2-40B4-BE49-F238E27FC236}">
                    <a16:creationId xmlns:a16="http://schemas.microsoft.com/office/drawing/2014/main" id="{7DC0064A-7B4E-36D2-9A49-9435FE3975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6" name="Csoportba foglalás 75">
              <a:extLst>
                <a:ext uri="{FF2B5EF4-FFF2-40B4-BE49-F238E27FC236}">
                  <a16:creationId xmlns:a16="http://schemas.microsoft.com/office/drawing/2014/main" id="{CC3D093D-126E-D1AF-DFFC-EC0335B5A44E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05" name="Csoportba foglalás 104">
                <a:extLst>
                  <a:ext uri="{FF2B5EF4-FFF2-40B4-BE49-F238E27FC236}">
                    <a16:creationId xmlns:a16="http://schemas.microsoft.com/office/drawing/2014/main" id="{8CFCC804-6DC7-E180-796B-28C316C69307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08" name="Henger 107">
                  <a:extLst>
                    <a:ext uri="{FF2B5EF4-FFF2-40B4-BE49-F238E27FC236}">
                      <a16:creationId xmlns:a16="http://schemas.microsoft.com/office/drawing/2014/main" id="{875B5568-2B48-44D6-A66B-7365F92BA5DF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Ellipszis 108">
                  <a:extLst>
                    <a:ext uri="{FF2B5EF4-FFF2-40B4-BE49-F238E27FC236}">
                      <a16:creationId xmlns:a16="http://schemas.microsoft.com/office/drawing/2014/main" id="{EBE6B1F3-EA80-DA26-BC3E-6AB4B0777E67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0" name="Téglalap 109">
                  <a:extLst>
                    <a:ext uri="{FF2B5EF4-FFF2-40B4-BE49-F238E27FC236}">
                      <a16:creationId xmlns:a16="http://schemas.microsoft.com/office/drawing/2014/main" id="{6A3A31D7-A25E-3A35-76E1-4FB48A58DEA8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1" name="Ellipszis 110">
                  <a:extLst>
                    <a:ext uri="{FF2B5EF4-FFF2-40B4-BE49-F238E27FC236}">
                      <a16:creationId xmlns:a16="http://schemas.microsoft.com/office/drawing/2014/main" id="{DB9D1998-C66B-C50B-0DE6-BA0A7C12454B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319ED9A6-03A3-62CB-EEBF-CB0EAF7C9C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BB47FFB9-B41D-F4A7-D28E-295230E723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2FE70762-41B1-24D8-4715-51A7B5B481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Egyenes összekötő 114">
                  <a:extLst>
                    <a:ext uri="{FF2B5EF4-FFF2-40B4-BE49-F238E27FC236}">
                      <a16:creationId xmlns:a16="http://schemas.microsoft.com/office/drawing/2014/main" id="{1329334A-5A71-5ADF-7E14-4AB3EE0CDB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6" name="Ellipszis 115">
                  <a:extLst>
                    <a:ext uri="{FF2B5EF4-FFF2-40B4-BE49-F238E27FC236}">
                      <a16:creationId xmlns:a16="http://schemas.microsoft.com/office/drawing/2014/main" id="{365F71ED-8087-3911-8225-240B8CD8A026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8349D492-8E36-7E07-C1B7-5EB70398A0C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7" name="Egyenes összekötő 106">
                <a:extLst>
                  <a:ext uri="{FF2B5EF4-FFF2-40B4-BE49-F238E27FC236}">
                    <a16:creationId xmlns:a16="http://schemas.microsoft.com/office/drawing/2014/main" id="{8FA31C67-CE6E-7CCE-1F93-0D0C904A5A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7" name="Csoportba foglalás 76">
              <a:extLst>
                <a:ext uri="{FF2B5EF4-FFF2-40B4-BE49-F238E27FC236}">
                  <a16:creationId xmlns:a16="http://schemas.microsoft.com/office/drawing/2014/main" id="{870881DA-DB08-8A62-4822-268DF3A12DB1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95" name="Henger 94">
                <a:extLst>
                  <a:ext uri="{FF2B5EF4-FFF2-40B4-BE49-F238E27FC236}">
                    <a16:creationId xmlns:a16="http://schemas.microsoft.com/office/drawing/2014/main" id="{D738B84D-AA9C-1C0A-8B43-84592F87E65F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96" name="Csoportba foglalás 95">
                <a:extLst>
                  <a:ext uri="{FF2B5EF4-FFF2-40B4-BE49-F238E27FC236}">
                    <a16:creationId xmlns:a16="http://schemas.microsoft.com/office/drawing/2014/main" id="{A6E7975C-E549-592E-B1D7-1D3C263BEA8A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98" name="Ellipszis 97">
                  <a:extLst>
                    <a:ext uri="{FF2B5EF4-FFF2-40B4-BE49-F238E27FC236}">
                      <a16:creationId xmlns:a16="http://schemas.microsoft.com/office/drawing/2014/main" id="{0AD1A832-4F2D-D510-479F-B6D6FCD7E1A7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Ellipszis 98">
                  <a:extLst>
                    <a:ext uri="{FF2B5EF4-FFF2-40B4-BE49-F238E27FC236}">
                      <a16:creationId xmlns:a16="http://schemas.microsoft.com/office/drawing/2014/main" id="{056C9A38-6E76-5E8D-9CB0-2F7641C42D7C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396584D7-66D7-A3A7-4133-AF9132C95F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F88BE0C0-414B-521F-C6D5-27B33680B7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Egyenes összekötő 101">
                  <a:extLst>
                    <a:ext uri="{FF2B5EF4-FFF2-40B4-BE49-F238E27FC236}">
                      <a16:creationId xmlns:a16="http://schemas.microsoft.com/office/drawing/2014/main" id="{E37FDF2E-49EE-A96F-8F61-83BB529B6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Egyenes összekötő 102">
                  <a:extLst>
                    <a:ext uri="{FF2B5EF4-FFF2-40B4-BE49-F238E27FC236}">
                      <a16:creationId xmlns:a16="http://schemas.microsoft.com/office/drawing/2014/main" id="{F5870813-274A-7686-9ADB-A492D2C822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121CF72A-0011-EE20-3D75-69DE1429A111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97" name="Téglalap 96">
                <a:extLst>
                  <a:ext uri="{FF2B5EF4-FFF2-40B4-BE49-F238E27FC236}">
                    <a16:creationId xmlns:a16="http://schemas.microsoft.com/office/drawing/2014/main" id="{03DEECB0-13CC-7F51-0536-E75DB88D2B32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8" name="Csoportba foglalás 77">
              <a:extLst>
                <a:ext uri="{FF2B5EF4-FFF2-40B4-BE49-F238E27FC236}">
                  <a16:creationId xmlns:a16="http://schemas.microsoft.com/office/drawing/2014/main" id="{03DDA976-0BC3-1E91-5EF2-2F0CAEA83374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79" name="Csoportba foglalás 78">
                <a:extLst>
                  <a:ext uri="{FF2B5EF4-FFF2-40B4-BE49-F238E27FC236}">
                    <a16:creationId xmlns:a16="http://schemas.microsoft.com/office/drawing/2014/main" id="{E0155F76-47FE-6AFE-BAA2-96BF0630CAF2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87" name="Henger 86">
                  <a:extLst>
                    <a:ext uri="{FF2B5EF4-FFF2-40B4-BE49-F238E27FC236}">
                      <a16:creationId xmlns:a16="http://schemas.microsoft.com/office/drawing/2014/main" id="{2F90ECCF-1995-F887-07A1-94973896F00D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Ellipszis 87">
                  <a:extLst>
                    <a:ext uri="{FF2B5EF4-FFF2-40B4-BE49-F238E27FC236}">
                      <a16:creationId xmlns:a16="http://schemas.microsoft.com/office/drawing/2014/main" id="{7EF232B5-4E83-7ABE-2F52-AB31EFF87A45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9" name="Ív 88">
                  <a:extLst>
                    <a:ext uri="{FF2B5EF4-FFF2-40B4-BE49-F238E27FC236}">
                      <a16:creationId xmlns:a16="http://schemas.microsoft.com/office/drawing/2014/main" id="{3ED4ADFD-AEC7-9CEC-9174-190A02AFCDBC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90" name="Picture 2" descr="Forráskép megtekintése">
                  <a:extLst>
                    <a:ext uri="{FF2B5EF4-FFF2-40B4-BE49-F238E27FC236}">
                      <a16:creationId xmlns:a16="http://schemas.microsoft.com/office/drawing/2014/main" id="{FC18CB0B-1722-CE00-8409-A4D71D2AD6D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1" name="Téglalap 90">
                  <a:extLst>
                    <a:ext uri="{FF2B5EF4-FFF2-40B4-BE49-F238E27FC236}">
                      <a16:creationId xmlns:a16="http://schemas.microsoft.com/office/drawing/2014/main" id="{F99EE477-9FE3-DB5C-E282-AF5DD4DA2274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2" name="Csillag: 4 ágú 91">
                  <a:extLst>
                    <a:ext uri="{FF2B5EF4-FFF2-40B4-BE49-F238E27FC236}">
                      <a16:creationId xmlns:a16="http://schemas.microsoft.com/office/drawing/2014/main" id="{DC2D285A-0F46-EF60-91B1-4C610E70E35C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3" name="Szabadkézi sokszög: alakzat 92">
                  <a:extLst>
                    <a:ext uri="{FF2B5EF4-FFF2-40B4-BE49-F238E27FC236}">
                      <a16:creationId xmlns:a16="http://schemas.microsoft.com/office/drawing/2014/main" id="{9FCCCEF7-303A-3F57-7E12-451EBE8B4E84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4" name="Ellipszis 93">
                  <a:extLst>
                    <a:ext uri="{FF2B5EF4-FFF2-40B4-BE49-F238E27FC236}">
                      <a16:creationId xmlns:a16="http://schemas.microsoft.com/office/drawing/2014/main" id="{DA353713-3F1C-6428-3209-BB5AC15845F2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E5086E6D-9D4B-117E-B937-E233ADF288E2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1" name="Ellipszis 80">
                <a:extLst>
                  <a:ext uri="{FF2B5EF4-FFF2-40B4-BE49-F238E27FC236}">
                    <a16:creationId xmlns:a16="http://schemas.microsoft.com/office/drawing/2014/main" id="{BEF6A335-F238-690C-94A0-C8AB5882C5C4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48726FC2-7D25-F52D-0AEF-DF9DDD7678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56E43A09-DEE5-2B37-4804-55E9D2B12614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Ellipszis 83">
                <a:extLst>
                  <a:ext uri="{FF2B5EF4-FFF2-40B4-BE49-F238E27FC236}">
                    <a16:creationId xmlns:a16="http://schemas.microsoft.com/office/drawing/2014/main" id="{0D3648F8-498B-F4B6-38CC-28FC34B6A401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85" name="Kép 84">
                <a:extLst>
                  <a:ext uri="{FF2B5EF4-FFF2-40B4-BE49-F238E27FC236}">
                    <a16:creationId xmlns:a16="http://schemas.microsoft.com/office/drawing/2014/main" id="{D819ED11-620D-D695-CCEA-E0D27768C9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86" name="Egyenes összekötő 85">
                <a:extLst>
                  <a:ext uri="{FF2B5EF4-FFF2-40B4-BE49-F238E27FC236}">
                    <a16:creationId xmlns:a16="http://schemas.microsoft.com/office/drawing/2014/main" id="{B3862C21-0E70-DC0E-31B9-266AC389947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74C51276-AFC4-941D-09C6-874A17B76456}"/>
              </a:ext>
            </a:extLst>
          </p:cNvPr>
          <p:cNvSpPr/>
          <p:nvPr/>
        </p:nvSpPr>
        <p:spPr>
          <a:xfrm>
            <a:off x="794232" y="181479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Csillag: 5 ágú 139">
            <a:extLst>
              <a:ext uri="{FF2B5EF4-FFF2-40B4-BE49-F238E27FC236}">
                <a16:creationId xmlns:a16="http://schemas.microsoft.com/office/drawing/2014/main" id="{6A569745-452C-6BAB-3C84-AF69BC492C07}"/>
              </a:ext>
            </a:extLst>
          </p:cNvPr>
          <p:cNvSpPr/>
          <p:nvPr/>
        </p:nvSpPr>
        <p:spPr>
          <a:xfrm>
            <a:off x="8106245" y="74965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Csillag: 5 ágú 140">
            <a:extLst>
              <a:ext uri="{FF2B5EF4-FFF2-40B4-BE49-F238E27FC236}">
                <a16:creationId xmlns:a16="http://schemas.microsoft.com/office/drawing/2014/main" id="{B305B10C-34EA-3C08-54FF-94D8BDF5CAEC}"/>
              </a:ext>
            </a:extLst>
          </p:cNvPr>
          <p:cNvSpPr/>
          <p:nvPr/>
        </p:nvSpPr>
        <p:spPr>
          <a:xfrm>
            <a:off x="2426572" y="265241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4973324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24E47598-63E4-4505-8ABF-B625E14B9AA9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75C4CE81-C543-4936-86A5-585405DAF733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B45F7CF5-79C5-473D-B3C8-3905C7FA5BAC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F63D8C62-33CE-4A7F-90B3-342B06D3F56F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806266CD-EB71-4936-BCA1-D63F255ADEBE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Csillag: 5 ágú 7">
            <a:extLst>
              <a:ext uri="{FF2B5EF4-FFF2-40B4-BE49-F238E27FC236}">
                <a16:creationId xmlns:a16="http://schemas.microsoft.com/office/drawing/2014/main" id="{10044390-2F05-4B1F-9980-35D52BB7AE8D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Csillag: 5 ágú 8">
            <a:extLst>
              <a:ext uri="{FF2B5EF4-FFF2-40B4-BE49-F238E27FC236}">
                <a16:creationId xmlns:a16="http://schemas.microsoft.com/office/drawing/2014/main" id="{309AF39A-CF37-4CFE-BD14-76301684037A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" name="Csoportba foglalás 9">
            <a:extLst>
              <a:ext uri="{FF2B5EF4-FFF2-40B4-BE49-F238E27FC236}">
                <a16:creationId xmlns:a16="http://schemas.microsoft.com/office/drawing/2014/main" id="{3353D1D1-1594-4804-BFAF-C3D84B98BFE2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1" name="Henger 10">
              <a:extLst>
                <a:ext uri="{FF2B5EF4-FFF2-40B4-BE49-F238E27FC236}">
                  <a16:creationId xmlns:a16="http://schemas.microsoft.com/office/drawing/2014/main" id="{20C483E7-7C5B-457B-8C45-A6201C8EF3F1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2" name="Csoportba foglalás 11">
              <a:extLst>
                <a:ext uri="{FF2B5EF4-FFF2-40B4-BE49-F238E27FC236}">
                  <a16:creationId xmlns:a16="http://schemas.microsoft.com/office/drawing/2014/main" id="{43F3FEB9-B25E-4D12-8918-8B57A60F8176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4" name="Ellipszis 13">
                <a:extLst>
                  <a:ext uri="{FF2B5EF4-FFF2-40B4-BE49-F238E27FC236}">
                    <a16:creationId xmlns:a16="http://schemas.microsoft.com/office/drawing/2014/main" id="{9FDF8019-60E4-4EC9-977C-17B7C4C52CFE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" name="Ellipszis 14">
                <a:extLst>
                  <a:ext uri="{FF2B5EF4-FFF2-40B4-BE49-F238E27FC236}">
                    <a16:creationId xmlns:a16="http://schemas.microsoft.com/office/drawing/2014/main" id="{3A51C7C6-CB3C-4C2C-8D20-80A313335A2E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987DE3DC-5CDD-4CE5-99BD-B7532D6D1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F3475316-6655-4C1D-9226-2DF0DE2D601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8" name="Egyenes összekötő 17">
                <a:extLst>
                  <a:ext uri="{FF2B5EF4-FFF2-40B4-BE49-F238E27FC236}">
                    <a16:creationId xmlns:a16="http://schemas.microsoft.com/office/drawing/2014/main" id="{3EB54564-CDD5-4C48-9B2C-85DA5F56A5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62A77A7C-36F0-492F-92BB-67DFAF6A28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8BC6B8F8-3D6B-4103-ABCA-6496B814041F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329A9DAE-7973-4832-86B6-4787C5627547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1" name="Téglalap 20">
            <a:extLst>
              <a:ext uri="{FF2B5EF4-FFF2-40B4-BE49-F238E27FC236}">
                <a16:creationId xmlns:a16="http://schemas.microsoft.com/office/drawing/2014/main" id="{19E65D0D-9196-43E5-A8A9-6428DBAA2515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2" name="Csoportba foglalás 21">
            <a:extLst>
              <a:ext uri="{FF2B5EF4-FFF2-40B4-BE49-F238E27FC236}">
                <a16:creationId xmlns:a16="http://schemas.microsoft.com/office/drawing/2014/main" id="{FF30678E-EE8A-4156-B95F-AA67B9657D12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3" name="Csoportba foglalás 22">
              <a:extLst>
                <a:ext uri="{FF2B5EF4-FFF2-40B4-BE49-F238E27FC236}">
                  <a16:creationId xmlns:a16="http://schemas.microsoft.com/office/drawing/2014/main" id="{729B4089-6634-499B-983A-A8E68A14FB25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6" name="Henger 25">
                <a:extLst>
                  <a:ext uri="{FF2B5EF4-FFF2-40B4-BE49-F238E27FC236}">
                    <a16:creationId xmlns:a16="http://schemas.microsoft.com/office/drawing/2014/main" id="{0BD1F2F4-DCED-4292-B375-56125B2E7D1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C0C99669-BB4B-4759-AD5A-F58F68267A2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8" name="Téglalap 27">
                <a:extLst>
                  <a:ext uri="{FF2B5EF4-FFF2-40B4-BE49-F238E27FC236}">
                    <a16:creationId xmlns:a16="http://schemas.microsoft.com/office/drawing/2014/main" id="{27858B4A-8ABD-4486-ACBA-73BB66699253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1D118A20-E1A4-440E-B6BA-889FB5C1DF4C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B34E1DC7-FD4B-44B0-9AC9-E37B9A32BC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A2C0C41F-99AF-49D2-AEBC-D464481ED69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" name="Egyenes összekötő 31">
                <a:extLst>
                  <a:ext uri="{FF2B5EF4-FFF2-40B4-BE49-F238E27FC236}">
                    <a16:creationId xmlns:a16="http://schemas.microsoft.com/office/drawing/2014/main" id="{9BB1BDEB-3671-49EA-A15D-A5313ED2FF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3" name="Egyenes összekötő 32">
                <a:extLst>
                  <a:ext uri="{FF2B5EF4-FFF2-40B4-BE49-F238E27FC236}">
                    <a16:creationId xmlns:a16="http://schemas.microsoft.com/office/drawing/2014/main" id="{635760A1-58BF-40F9-8886-0E01CA35AE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982CD793-FE44-4324-AFFE-CB75C959A20D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" name="Egyenes összekötő 23">
              <a:extLst>
                <a:ext uri="{FF2B5EF4-FFF2-40B4-BE49-F238E27FC236}">
                  <a16:creationId xmlns:a16="http://schemas.microsoft.com/office/drawing/2014/main" id="{D1D5ACF5-78B4-4543-BB92-F8FEFB9BE93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5" name="Egyenes összekötő 24">
              <a:extLst>
                <a:ext uri="{FF2B5EF4-FFF2-40B4-BE49-F238E27FC236}">
                  <a16:creationId xmlns:a16="http://schemas.microsoft.com/office/drawing/2014/main" id="{9489F58E-A92F-459C-A985-846E9711BCC6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5" name="Téglalap 34">
            <a:extLst>
              <a:ext uri="{FF2B5EF4-FFF2-40B4-BE49-F238E27FC236}">
                <a16:creationId xmlns:a16="http://schemas.microsoft.com/office/drawing/2014/main" id="{836F1D76-48EC-468B-BB58-A62D15677BA0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BEA4E78C-3301-4472-90CC-39A6D8BFF4B1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3FF584E5-0B4B-4BB1-BBEF-BCC09F139EA6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32CB23EC-49F0-4497-9CB0-20687E2998E7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0746D3F2-73DC-429E-AA47-E232A9111EEF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CEB0E4FE-794D-42B7-A2E2-E4E9E4B57CD5}"/>
              </a:ext>
            </a:extLst>
          </p:cNvPr>
          <p:cNvGrpSpPr/>
          <p:nvPr/>
        </p:nvGrpSpPr>
        <p:grpSpPr>
          <a:xfrm>
            <a:off x="6756400" y="2814370"/>
            <a:ext cx="6975968" cy="2740695"/>
            <a:chOff x="0" y="2026970"/>
            <a:chExt cx="6975968" cy="2740695"/>
          </a:xfrm>
        </p:grpSpPr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F2E7609B-2971-452F-A71F-E1B143635D9F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67DB61B8-778B-45EA-B792-735B6FC454B8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EC6ACB70-C4D6-47CC-89A8-33EB689036CD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5B24E19B-E53A-43FE-B0E9-BE28F7CFF8B6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0536A13A-57C7-4440-85B9-95C301ADFCE7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6" name="Csoportba foglalás 45">
            <a:extLst>
              <a:ext uri="{FF2B5EF4-FFF2-40B4-BE49-F238E27FC236}">
                <a16:creationId xmlns:a16="http://schemas.microsoft.com/office/drawing/2014/main" id="{EBF331AB-9541-431F-9CDD-2A0DB3A1DC52}"/>
              </a:ext>
            </a:extLst>
          </p:cNvPr>
          <p:cNvGrpSpPr/>
          <p:nvPr/>
        </p:nvGrpSpPr>
        <p:grpSpPr>
          <a:xfrm>
            <a:off x="5049610" y="3227072"/>
            <a:ext cx="1152739" cy="2231794"/>
            <a:chOff x="21678" y="2352425"/>
            <a:chExt cx="1152739" cy="2231794"/>
          </a:xfrm>
        </p:grpSpPr>
        <p:sp>
          <p:nvSpPr>
            <p:cNvPr id="47" name="Téglalap 46">
              <a:extLst>
                <a:ext uri="{FF2B5EF4-FFF2-40B4-BE49-F238E27FC236}">
                  <a16:creationId xmlns:a16="http://schemas.microsoft.com/office/drawing/2014/main" id="{A2AAB609-D162-4609-BC96-DB5B70BB4F4B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B4E34AF9-CDFF-48BE-BBAA-41D630D298B1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Ellipszis 48">
              <a:extLst>
                <a:ext uri="{FF2B5EF4-FFF2-40B4-BE49-F238E27FC236}">
                  <a16:creationId xmlns:a16="http://schemas.microsoft.com/office/drawing/2014/main" id="{448C3924-4E39-4981-9BC5-2B691E95FC02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Ellipszis 49">
              <a:extLst>
                <a:ext uri="{FF2B5EF4-FFF2-40B4-BE49-F238E27FC236}">
                  <a16:creationId xmlns:a16="http://schemas.microsoft.com/office/drawing/2014/main" id="{4F956938-C1AF-43EA-8353-A1E0FDB14895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6627D1FA-2461-4E9F-ACA8-5CBB72E751B4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2" name="Csoportba foglalás 51">
            <a:extLst>
              <a:ext uri="{FF2B5EF4-FFF2-40B4-BE49-F238E27FC236}">
                <a16:creationId xmlns:a16="http://schemas.microsoft.com/office/drawing/2014/main" id="{FB026247-7904-4B80-91E4-59FCA593FA4A}"/>
              </a:ext>
            </a:extLst>
          </p:cNvPr>
          <p:cNvGrpSpPr/>
          <p:nvPr/>
        </p:nvGrpSpPr>
        <p:grpSpPr>
          <a:xfrm>
            <a:off x="622023" y="2425968"/>
            <a:ext cx="1891113" cy="3047251"/>
            <a:chOff x="0" y="1549915"/>
            <a:chExt cx="1891113" cy="3047251"/>
          </a:xfrm>
        </p:grpSpPr>
        <p:sp>
          <p:nvSpPr>
            <p:cNvPr id="53" name="Téglalap 52">
              <a:extLst>
                <a:ext uri="{FF2B5EF4-FFF2-40B4-BE49-F238E27FC236}">
                  <a16:creationId xmlns:a16="http://schemas.microsoft.com/office/drawing/2014/main" id="{064B03DF-E25B-4493-9500-8439A7E6D3A6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Téglalap 53">
              <a:extLst>
                <a:ext uri="{FF2B5EF4-FFF2-40B4-BE49-F238E27FC236}">
                  <a16:creationId xmlns:a16="http://schemas.microsoft.com/office/drawing/2014/main" id="{3513F94F-43BD-47EC-9DAF-96DC1D8BE263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Téglalap 54">
              <a:extLst>
                <a:ext uri="{FF2B5EF4-FFF2-40B4-BE49-F238E27FC236}">
                  <a16:creationId xmlns:a16="http://schemas.microsoft.com/office/drawing/2014/main" id="{BF1F3490-608F-4FDA-99BA-9A41C16FE72B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Háromszög 55">
              <a:extLst>
                <a:ext uri="{FF2B5EF4-FFF2-40B4-BE49-F238E27FC236}">
                  <a16:creationId xmlns:a16="http://schemas.microsoft.com/office/drawing/2014/main" id="{7427A8E4-804C-40CD-98E4-C0F79E8ABA73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7" name="Csoportba foglalás 56">
            <a:extLst>
              <a:ext uri="{FF2B5EF4-FFF2-40B4-BE49-F238E27FC236}">
                <a16:creationId xmlns:a16="http://schemas.microsoft.com/office/drawing/2014/main" id="{A0BD7D98-26E1-45A7-B14E-E8BF1BA338A1}"/>
              </a:ext>
            </a:extLst>
          </p:cNvPr>
          <p:cNvGrpSpPr/>
          <p:nvPr/>
        </p:nvGrpSpPr>
        <p:grpSpPr>
          <a:xfrm>
            <a:off x="-232328" y="5460767"/>
            <a:ext cx="13544064" cy="2260833"/>
            <a:chOff x="-511728" y="4673367"/>
            <a:chExt cx="13544064" cy="2260833"/>
          </a:xfrm>
        </p:grpSpPr>
        <p:sp>
          <p:nvSpPr>
            <p:cNvPr id="58" name="Téglalap 57">
              <a:extLst>
                <a:ext uri="{FF2B5EF4-FFF2-40B4-BE49-F238E27FC236}">
                  <a16:creationId xmlns:a16="http://schemas.microsoft.com/office/drawing/2014/main" id="{7121BBAA-6143-4269-91BF-CAC8425CAB94}"/>
                </a:ext>
              </a:extLst>
            </p:cNvPr>
            <p:cNvSpPr/>
            <p:nvPr/>
          </p:nvSpPr>
          <p:spPr>
            <a:xfrm>
              <a:off x="0" y="65944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1ED018B7-F657-44DE-8DC4-A3C8EDF75D4A}"/>
                </a:ext>
              </a:extLst>
            </p:cNvPr>
            <p:cNvGrpSpPr/>
            <p:nvPr/>
          </p:nvGrpSpPr>
          <p:grpSpPr>
            <a:xfrm>
              <a:off x="-511728" y="4673367"/>
              <a:ext cx="13544064" cy="1921080"/>
              <a:chOff x="-511728" y="4673367"/>
              <a:chExt cx="13544064" cy="1921080"/>
            </a:xfrm>
          </p:grpSpPr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33BC09E7-4978-40C0-B323-AB83F3D9E718}"/>
                  </a:ext>
                </a:extLst>
              </p:cNvPr>
              <p:cNvSpPr/>
              <p:nvPr/>
            </p:nvSpPr>
            <p:spPr>
              <a:xfrm>
                <a:off x="-511728" y="4673367"/>
                <a:ext cx="13544064" cy="1921080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 60">
                <a:extLst>
                  <a:ext uri="{FF2B5EF4-FFF2-40B4-BE49-F238E27FC236}">
                    <a16:creationId xmlns:a16="http://schemas.microsoft.com/office/drawing/2014/main" id="{4FD041BD-D4D7-404F-B95B-6642921734F2}"/>
                  </a:ext>
                </a:extLst>
              </p:cNvPr>
              <p:cNvSpPr/>
              <p:nvPr/>
            </p:nvSpPr>
            <p:spPr>
              <a:xfrm>
                <a:off x="10515529" y="5464186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 61">
                <a:extLst>
                  <a:ext uri="{FF2B5EF4-FFF2-40B4-BE49-F238E27FC236}">
                    <a16:creationId xmlns:a16="http://schemas.microsoft.com/office/drawing/2014/main" id="{D5FB84FE-9DFA-4E1E-A10F-639816033903}"/>
                  </a:ext>
                </a:extLst>
              </p:cNvPr>
              <p:cNvSpPr/>
              <p:nvPr/>
            </p:nvSpPr>
            <p:spPr>
              <a:xfrm>
                <a:off x="9322008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 62">
                <a:extLst>
                  <a:ext uri="{FF2B5EF4-FFF2-40B4-BE49-F238E27FC236}">
                    <a16:creationId xmlns:a16="http://schemas.microsoft.com/office/drawing/2014/main" id="{7AA005CF-5C60-4E0D-BB77-336B1B47610B}"/>
                  </a:ext>
                </a:extLst>
              </p:cNvPr>
              <p:cNvSpPr/>
              <p:nvPr/>
            </p:nvSpPr>
            <p:spPr>
              <a:xfrm>
                <a:off x="8372623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8CE23C69-8B7B-484D-92A8-B34BD40E686E}"/>
                  </a:ext>
                </a:extLst>
              </p:cNvPr>
              <p:cNvSpPr/>
              <p:nvPr/>
            </p:nvSpPr>
            <p:spPr>
              <a:xfrm>
                <a:off x="7206851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 64">
                <a:extLst>
                  <a:ext uri="{FF2B5EF4-FFF2-40B4-BE49-F238E27FC236}">
                    <a16:creationId xmlns:a16="http://schemas.microsoft.com/office/drawing/2014/main" id="{866F09AC-4FF3-46CF-960A-39D878A6D7C3}"/>
                  </a:ext>
                </a:extLst>
              </p:cNvPr>
              <p:cNvSpPr/>
              <p:nvPr/>
            </p:nvSpPr>
            <p:spPr>
              <a:xfrm>
                <a:off x="6009126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 65">
                <a:extLst>
                  <a:ext uri="{FF2B5EF4-FFF2-40B4-BE49-F238E27FC236}">
                    <a16:creationId xmlns:a16="http://schemas.microsoft.com/office/drawing/2014/main" id="{C92B2A42-6204-47EB-AA31-C6C587A1AB6F}"/>
                  </a:ext>
                </a:extLst>
              </p:cNvPr>
              <p:cNvSpPr/>
              <p:nvPr/>
            </p:nvSpPr>
            <p:spPr>
              <a:xfrm>
                <a:off x="4972247" y="5453541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Téglalap 66">
                <a:extLst>
                  <a:ext uri="{FF2B5EF4-FFF2-40B4-BE49-F238E27FC236}">
                    <a16:creationId xmlns:a16="http://schemas.microsoft.com/office/drawing/2014/main" id="{3486423B-E861-4C28-A418-993799995C01}"/>
                  </a:ext>
                </a:extLst>
              </p:cNvPr>
              <p:cNvSpPr/>
              <p:nvPr/>
            </p:nvSpPr>
            <p:spPr>
              <a:xfrm>
                <a:off x="3946361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Téglalap 67">
                <a:extLst>
                  <a:ext uri="{FF2B5EF4-FFF2-40B4-BE49-F238E27FC236}">
                    <a16:creationId xmlns:a16="http://schemas.microsoft.com/office/drawing/2014/main" id="{62ADA94C-5793-433D-89D5-751E29B5F589}"/>
                  </a:ext>
                </a:extLst>
              </p:cNvPr>
              <p:cNvSpPr/>
              <p:nvPr/>
            </p:nvSpPr>
            <p:spPr>
              <a:xfrm>
                <a:off x="2970220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Téglalap 68">
                <a:extLst>
                  <a:ext uri="{FF2B5EF4-FFF2-40B4-BE49-F238E27FC236}">
                    <a16:creationId xmlns:a16="http://schemas.microsoft.com/office/drawing/2014/main" id="{C88E5E83-3907-4905-A2D5-BBD173F758FA}"/>
                  </a:ext>
                </a:extLst>
              </p:cNvPr>
              <p:cNvSpPr/>
              <p:nvPr/>
            </p:nvSpPr>
            <p:spPr>
              <a:xfrm>
                <a:off x="1782543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Téglalap 69">
                <a:extLst>
                  <a:ext uri="{FF2B5EF4-FFF2-40B4-BE49-F238E27FC236}">
                    <a16:creationId xmlns:a16="http://schemas.microsoft.com/office/drawing/2014/main" id="{5A8D4C2D-AEE2-4DCE-BAF3-AAFF737C586C}"/>
                  </a:ext>
                </a:extLst>
              </p:cNvPr>
              <p:cNvSpPr/>
              <p:nvPr/>
            </p:nvSpPr>
            <p:spPr>
              <a:xfrm>
                <a:off x="11653062" y="5470315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1" name="Téglalap 70">
                <a:extLst>
                  <a:ext uri="{FF2B5EF4-FFF2-40B4-BE49-F238E27FC236}">
                    <a16:creationId xmlns:a16="http://schemas.microsoft.com/office/drawing/2014/main" id="{3D2C20D1-8B58-4894-AC7B-DB0CC69DAAF5}"/>
                  </a:ext>
                </a:extLst>
              </p:cNvPr>
              <p:cNvSpPr/>
              <p:nvPr/>
            </p:nvSpPr>
            <p:spPr>
              <a:xfrm>
                <a:off x="833369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DB4C8648-15CE-4B0A-B670-31E0487B5435}"/>
                  </a:ext>
                </a:extLst>
              </p:cNvPr>
              <p:cNvSpPr/>
              <p:nvPr/>
            </p:nvSpPr>
            <p:spPr>
              <a:xfrm>
                <a:off x="-197342" y="5449349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73" name="Csoportba foglalás 72">
            <a:extLst>
              <a:ext uri="{FF2B5EF4-FFF2-40B4-BE49-F238E27FC236}">
                <a16:creationId xmlns:a16="http://schemas.microsoft.com/office/drawing/2014/main" id="{18C8908F-54C3-4C3A-991F-0D741374E012}"/>
              </a:ext>
            </a:extLst>
          </p:cNvPr>
          <p:cNvGrpSpPr/>
          <p:nvPr/>
        </p:nvGrpSpPr>
        <p:grpSpPr>
          <a:xfrm rot="757127"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3BA05500-D0C5-4D2F-A727-7263D5821B90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16" name="Csoportba foglalás 115">
                <a:extLst>
                  <a:ext uri="{FF2B5EF4-FFF2-40B4-BE49-F238E27FC236}">
                    <a16:creationId xmlns:a16="http://schemas.microsoft.com/office/drawing/2014/main" id="{DDD0DC6B-D57E-4AB8-899B-C23739628447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19" name="Derékszögű háromszög 118">
                  <a:extLst>
                    <a:ext uri="{FF2B5EF4-FFF2-40B4-BE49-F238E27FC236}">
                      <a16:creationId xmlns:a16="http://schemas.microsoft.com/office/drawing/2014/main" id="{5AAC3037-9794-4160-8638-BCD7AE37AE48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Derékszögű háromszög 119">
                  <a:extLst>
                    <a:ext uri="{FF2B5EF4-FFF2-40B4-BE49-F238E27FC236}">
                      <a16:creationId xmlns:a16="http://schemas.microsoft.com/office/drawing/2014/main" id="{AEC0395A-95BB-4A91-8B1F-0369392CAD6C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Téglalap 15">
                  <a:extLst>
                    <a:ext uri="{FF2B5EF4-FFF2-40B4-BE49-F238E27FC236}">
                      <a16:creationId xmlns:a16="http://schemas.microsoft.com/office/drawing/2014/main" id="{C2D589A8-8D7B-4C30-9121-C680D5F77719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2" name="Folyamatábra: Tárolt adat 17">
                  <a:extLst>
                    <a:ext uri="{FF2B5EF4-FFF2-40B4-BE49-F238E27FC236}">
                      <a16:creationId xmlns:a16="http://schemas.microsoft.com/office/drawing/2014/main" id="{EEC81B03-FBB6-412F-B365-A663A906D155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Derékszögű háromszög 122">
                  <a:extLst>
                    <a:ext uri="{FF2B5EF4-FFF2-40B4-BE49-F238E27FC236}">
                      <a16:creationId xmlns:a16="http://schemas.microsoft.com/office/drawing/2014/main" id="{6F1415E0-9BF2-47D0-9C25-F4519D73F380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Kivonás jele 123">
                  <a:extLst>
                    <a:ext uri="{FF2B5EF4-FFF2-40B4-BE49-F238E27FC236}">
                      <a16:creationId xmlns:a16="http://schemas.microsoft.com/office/drawing/2014/main" id="{A9CFC055-6AE7-43A6-873D-22FC9A23C193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096BBF3-F5CF-41CB-91B6-61B2727CADA7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D93DE241-FCDD-4DF6-AD59-2BA3F06E1A90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Kivonás jele 126">
                  <a:extLst>
                    <a:ext uri="{FF2B5EF4-FFF2-40B4-BE49-F238E27FC236}">
                      <a16:creationId xmlns:a16="http://schemas.microsoft.com/office/drawing/2014/main" id="{25182F6A-9B82-4742-B159-4F3D1BA8F577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Kivonás jele 127">
                  <a:extLst>
                    <a:ext uri="{FF2B5EF4-FFF2-40B4-BE49-F238E27FC236}">
                      <a16:creationId xmlns:a16="http://schemas.microsoft.com/office/drawing/2014/main" id="{B971A7E5-8A8F-479D-972D-6FA1AE26BF19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9" name="Ellipszis 128">
                  <a:extLst>
                    <a:ext uri="{FF2B5EF4-FFF2-40B4-BE49-F238E27FC236}">
                      <a16:creationId xmlns:a16="http://schemas.microsoft.com/office/drawing/2014/main" id="{8463AF58-40D7-4BA5-9341-3FDF6A50A6A8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Romboid 129">
                  <a:extLst>
                    <a:ext uri="{FF2B5EF4-FFF2-40B4-BE49-F238E27FC236}">
                      <a16:creationId xmlns:a16="http://schemas.microsoft.com/office/drawing/2014/main" id="{AADCD8B3-DCA9-4A8C-A9E1-1EFCCE9EF434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Téglalap 130">
                  <a:extLst>
                    <a:ext uri="{FF2B5EF4-FFF2-40B4-BE49-F238E27FC236}">
                      <a16:creationId xmlns:a16="http://schemas.microsoft.com/office/drawing/2014/main" id="{159B41C1-D39A-40AD-A7D5-8F38BE9DFCEE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Téglalap: lekerekített 131">
                  <a:extLst>
                    <a:ext uri="{FF2B5EF4-FFF2-40B4-BE49-F238E27FC236}">
                      <a16:creationId xmlns:a16="http://schemas.microsoft.com/office/drawing/2014/main" id="{8B39F888-469E-41C9-A8EA-B5E787E72EF1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Téglalap: lekerekített 132">
                  <a:extLst>
                    <a:ext uri="{FF2B5EF4-FFF2-40B4-BE49-F238E27FC236}">
                      <a16:creationId xmlns:a16="http://schemas.microsoft.com/office/drawing/2014/main" id="{ED03E525-784A-4284-A0B9-65F632D79C3E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Téglalap: lekerekített 133">
                  <a:extLst>
                    <a:ext uri="{FF2B5EF4-FFF2-40B4-BE49-F238E27FC236}">
                      <a16:creationId xmlns:a16="http://schemas.microsoft.com/office/drawing/2014/main" id="{41391110-6735-4D4C-8875-C7EBF496908B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Téglalap: lekerekített 134">
                  <a:extLst>
                    <a:ext uri="{FF2B5EF4-FFF2-40B4-BE49-F238E27FC236}">
                      <a16:creationId xmlns:a16="http://schemas.microsoft.com/office/drawing/2014/main" id="{126A3F2A-EF7D-46E2-A3A3-9651CB5DCD53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Téglalap: lekerekített 135">
                  <a:extLst>
                    <a:ext uri="{FF2B5EF4-FFF2-40B4-BE49-F238E27FC236}">
                      <a16:creationId xmlns:a16="http://schemas.microsoft.com/office/drawing/2014/main" id="{C262946B-7D58-4BC2-AC61-F6AFDF74E087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Téglalap: lekerekített 136">
                  <a:extLst>
                    <a:ext uri="{FF2B5EF4-FFF2-40B4-BE49-F238E27FC236}">
                      <a16:creationId xmlns:a16="http://schemas.microsoft.com/office/drawing/2014/main" id="{A8A388A4-2902-40AA-8ACC-A68765AC9C49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17" name="Picture 2" descr="Forráskép megtekintése">
                <a:extLst>
                  <a:ext uri="{FF2B5EF4-FFF2-40B4-BE49-F238E27FC236}">
                    <a16:creationId xmlns:a16="http://schemas.microsoft.com/office/drawing/2014/main" id="{41698BA0-CC3A-4E4A-A32D-9AC44C3A3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8" name="Picture 6" descr="Forráskép megtekintése">
                <a:extLst>
                  <a:ext uri="{FF2B5EF4-FFF2-40B4-BE49-F238E27FC236}">
                    <a16:creationId xmlns:a16="http://schemas.microsoft.com/office/drawing/2014/main" id="{3033EAA7-86AD-4707-A996-367863762F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6D5FE69E-50F6-4F4C-B5D5-0521D791875C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04" name="Csoportba foglalás 103">
                <a:extLst>
                  <a:ext uri="{FF2B5EF4-FFF2-40B4-BE49-F238E27FC236}">
                    <a16:creationId xmlns:a16="http://schemas.microsoft.com/office/drawing/2014/main" id="{510E3D68-E861-4793-A6AC-F2E2F1CE993F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07" name="Henger 106">
                  <a:extLst>
                    <a:ext uri="{FF2B5EF4-FFF2-40B4-BE49-F238E27FC236}">
                      <a16:creationId xmlns:a16="http://schemas.microsoft.com/office/drawing/2014/main" id="{10D7BECB-81D5-488E-B14B-8F9D192724B0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Ellipszis 107">
                  <a:extLst>
                    <a:ext uri="{FF2B5EF4-FFF2-40B4-BE49-F238E27FC236}">
                      <a16:creationId xmlns:a16="http://schemas.microsoft.com/office/drawing/2014/main" id="{E6056D11-3466-46E2-9628-F26958E75CC7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09" name="Téglalap 108">
                  <a:extLst>
                    <a:ext uri="{FF2B5EF4-FFF2-40B4-BE49-F238E27FC236}">
                      <a16:creationId xmlns:a16="http://schemas.microsoft.com/office/drawing/2014/main" id="{DF2B9BBB-4FFB-4F85-A050-74EF8D508CA1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0" name="Ellipszis 109">
                  <a:extLst>
                    <a:ext uri="{FF2B5EF4-FFF2-40B4-BE49-F238E27FC236}">
                      <a16:creationId xmlns:a16="http://schemas.microsoft.com/office/drawing/2014/main" id="{3E291C8B-7156-439B-8B59-E0945D052C6A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1" name="Egyenes összekötő 110">
                  <a:extLst>
                    <a:ext uri="{FF2B5EF4-FFF2-40B4-BE49-F238E27FC236}">
                      <a16:creationId xmlns:a16="http://schemas.microsoft.com/office/drawing/2014/main" id="{C972C3AE-DB13-4BA0-8412-A679F9FA2B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B1CA1838-2B72-49F0-A329-969A09330A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D95F8BC2-2BD1-4989-AC13-681E651D06D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824381D3-52B0-4B58-ABC1-F542955A4F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5" name="Ellipszis 114">
                  <a:extLst>
                    <a:ext uri="{FF2B5EF4-FFF2-40B4-BE49-F238E27FC236}">
                      <a16:creationId xmlns:a16="http://schemas.microsoft.com/office/drawing/2014/main" id="{F0E30349-FC6A-476D-AB4A-BE3B83B355D1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3451A7DB-807C-462B-A801-FE9FD399273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8D4C08B3-9B69-4120-A803-5AC3EB1A5A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6" name="Csoportba foglalás 75">
              <a:extLst>
                <a:ext uri="{FF2B5EF4-FFF2-40B4-BE49-F238E27FC236}">
                  <a16:creationId xmlns:a16="http://schemas.microsoft.com/office/drawing/2014/main" id="{1F205444-2092-4989-A124-868528754441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94" name="Henger 93">
                <a:extLst>
                  <a:ext uri="{FF2B5EF4-FFF2-40B4-BE49-F238E27FC236}">
                    <a16:creationId xmlns:a16="http://schemas.microsoft.com/office/drawing/2014/main" id="{9D72632D-3D62-4A6E-871A-06B65C106EF2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95" name="Csoportba foglalás 94">
                <a:extLst>
                  <a:ext uri="{FF2B5EF4-FFF2-40B4-BE49-F238E27FC236}">
                    <a16:creationId xmlns:a16="http://schemas.microsoft.com/office/drawing/2014/main" id="{A98591CC-C801-4BF9-89BD-82C7F4C96599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97" name="Ellipszis 96">
                  <a:extLst>
                    <a:ext uri="{FF2B5EF4-FFF2-40B4-BE49-F238E27FC236}">
                      <a16:creationId xmlns:a16="http://schemas.microsoft.com/office/drawing/2014/main" id="{362F185E-FD31-437D-A055-EFCAFB3A5639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8" name="Ellipszis 97">
                  <a:extLst>
                    <a:ext uri="{FF2B5EF4-FFF2-40B4-BE49-F238E27FC236}">
                      <a16:creationId xmlns:a16="http://schemas.microsoft.com/office/drawing/2014/main" id="{7506A43D-9FF0-442B-9995-2FB35532D678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99" name="Egyenes összekötő 98">
                  <a:extLst>
                    <a:ext uri="{FF2B5EF4-FFF2-40B4-BE49-F238E27FC236}">
                      <a16:creationId xmlns:a16="http://schemas.microsoft.com/office/drawing/2014/main" id="{B655DF37-937D-4075-AC33-63C24F5C12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26523AA7-23C9-4926-8B13-3C2C1EA042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A4AEB1EA-9E5D-47AB-8CEF-5E3496A962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Egyenes összekötő 101">
                  <a:extLst>
                    <a:ext uri="{FF2B5EF4-FFF2-40B4-BE49-F238E27FC236}">
                      <a16:creationId xmlns:a16="http://schemas.microsoft.com/office/drawing/2014/main" id="{A0414B24-DC12-49F3-85FD-C42054E1F0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3" name="Ellipszis 102">
                  <a:extLst>
                    <a:ext uri="{FF2B5EF4-FFF2-40B4-BE49-F238E27FC236}">
                      <a16:creationId xmlns:a16="http://schemas.microsoft.com/office/drawing/2014/main" id="{19E6D8C3-5530-4536-B60D-2A1284BC3135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96" name="Téglalap 95">
                <a:extLst>
                  <a:ext uri="{FF2B5EF4-FFF2-40B4-BE49-F238E27FC236}">
                    <a16:creationId xmlns:a16="http://schemas.microsoft.com/office/drawing/2014/main" id="{66880E01-8849-45BC-95E1-5DBE892A1028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7" name="Csoportba foglalás 76">
              <a:extLst>
                <a:ext uri="{FF2B5EF4-FFF2-40B4-BE49-F238E27FC236}">
                  <a16:creationId xmlns:a16="http://schemas.microsoft.com/office/drawing/2014/main" id="{BDCB0D87-DF6E-4B77-9AB5-8137E3105756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78" name="Csoportba foglalás 77">
                <a:extLst>
                  <a:ext uri="{FF2B5EF4-FFF2-40B4-BE49-F238E27FC236}">
                    <a16:creationId xmlns:a16="http://schemas.microsoft.com/office/drawing/2014/main" id="{118E785D-4E5F-4620-A691-13202E444635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86" name="Henger 85">
                  <a:extLst>
                    <a:ext uri="{FF2B5EF4-FFF2-40B4-BE49-F238E27FC236}">
                      <a16:creationId xmlns:a16="http://schemas.microsoft.com/office/drawing/2014/main" id="{599FF07C-8669-4DD3-BCFA-E6EEACEDA8AA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Ellipszis 86">
                  <a:extLst>
                    <a:ext uri="{FF2B5EF4-FFF2-40B4-BE49-F238E27FC236}">
                      <a16:creationId xmlns:a16="http://schemas.microsoft.com/office/drawing/2014/main" id="{8718574E-E45E-47BF-B321-B3BFB74764A4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8" name="Ív 87">
                  <a:extLst>
                    <a:ext uri="{FF2B5EF4-FFF2-40B4-BE49-F238E27FC236}">
                      <a16:creationId xmlns:a16="http://schemas.microsoft.com/office/drawing/2014/main" id="{B5A7917A-B5DB-48CE-8CA3-C8211EED7842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89" name="Picture 2" descr="Forráskép megtekintése">
                  <a:extLst>
                    <a:ext uri="{FF2B5EF4-FFF2-40B4-BE49-F238E27FC236}">
                      <a16:creationId xmlns:a16="http://schemas.microsoft.com/office/drawing/2014/main" id="{6AD876EC-71F0-4EED-8532-7036647925D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0" name="Téglalap 89">
                  <a:extLst>
                    <a:ext uri="{FF2B5EF4-FFF2-40B4-BE49-F238E27FC236}">
                      <a16:creationId xmlns:a16="http://schemas.microsoft.com/office/drawing/2014/main" id="{04B41F0F-40DD-4D4E-A6D3-3803DACBE086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1" name="Csillag: 4 ágú 90">
                  <a:extLst>
                    <a:ext uri="{FF2B5EF4-FFF2-40B4-BE49-F238E27FC236}">
                      <a16:creationId xmlns:a16="http://schemas.microsoft.com/office/drawing/2014/main" id="{4D16B3C4-A91D-4769-852E-DE3254374CDB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2" name="Szabadkézi sokszög: alakzat 91">
                  <a:extLst>
                    <a:ext uri="{FF2B5EF4-FFF2-40B4-BE49-F238E27FC236}">
                      <a16:creationId xmlns:a16="http://schemas.microsoft.com/office/drawing/2014/main" id="{5D136841-3F85-40EE-8317-84FAD0995141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3" name="Ellipszis 92">
                  <a:extLst>
                    <a:ext uri="{FF2B5EF4-FFF2-40B4-BE49-F238E27FC236}">
                      <a16:creationId xmlns:a16="http://schemas.microsoft.com/office/drawing/2014/main" id="{04420FFD-2D23-4F36-91C8-D60F562216EE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86215821-CBFD-4693-A6EC-5E57CDD9D378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54C2877D-5545-407D-8940-A8D281CD490F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EC02FE48-6A54-4045-913A-FF0C61014AF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F3AA4BB2-582A-4090-9F1E-6F57B0274F85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A4520177-6B30-46BE-A40E-7DDCEE70FD25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84" name="Kép 83">
                <a:extLst>
                  <a:ext uri="{FF2B5EF4-FFF2-40B4-BE49-F238E27FC236}">
                    <a16:creationId xmlns:a16="http://schemas.microsoft.com/office/drawing/2014/main" id="{02A54457-FEF0-49AB-ACA3-94DD5E78A4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85" name="Egyenes összekötő 84">
                <a:extLst>
                  <a:ext uri="{FF2B5EF4-FFF2-40B4-BE49-F238E27FC236}">
                    <a16:creationId xmlns:a16="http://schemas.microsoft.com/office/drawing/2014/main" id="{CF3F0525-EC54-4C23-912D-7FF3548F1E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38" name="Csillag: 5 ágú 137">
            <a:extLst>
              <a:ext uri="{FF2B5EF4-FFF2-40B4-BE49-F238E27FC236}">
                <a16:creationId xmlns:a16="http://schemas.microsoft.com/office/drawing/2014/main" id="{3D99651C-9EB9-4825-8875-8272407EE2FD}"/>
              </a:ext>
            </a:extLst>
          </p:cNvPr>
          <p:cNvSpPr/>
          <p:nvPr/>
        </p:nvSpPr>
        <p:spPr>
          <a:xfrm>
            <a:off x="2138405" y="18229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FF15FE3B-4E89-4FB6-B6CE-449194D02E6F}"/>
              </a:ext>
            </a:extLst>
          </p:cNvPr>
          <p:cNvSpPr/>
          <p:nvPr/>
        </p:nvSpPr>
        <p:spPr>
          <a:xfrm>
            <a:off x="10102745" y="7778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Csillag: 5 ágú 139">
            <a:extLst>
              <a:ext uri="{FF2B5EF4-FFF2-40B4-BE49-F238E27FC236}">
                <a16:creationId xmlns:a16="http://schemas.microsoft.com/office/drawing/2014/main" id="{01EF9D6E-482D-46CD-9CA9-21CD4AD40591}"/>
              </a:ext>
            </a:extLst>
          </p:cNvPr>
          <p:cNvSpPr/>
          <p:nvPr/>
        </p:nvSpPr>
        <p:spPr>
          <a:xfrm>
            <a:off x="1188528" y="241564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389279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8D7D62FD-9847-6EAD-7DB4-FA9143D72961}"/>
              </a:ext>
            </a:extLst>
          </p:cNvPr>
          <p:cNvSpPr/>
          <p:nvPr/>
        </p:nvSpPr>
        <p:spPr>
          <a:xfrm>
            <a:off x="986736" y="181897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BFA47D42-0AED-2BEC-50A8-FD2DBEB26809}"/>
              </a:ext>
            </a:extLst>
          </p:cNvPr>
          <p:cNvSpPr/>
          <p:nvPr/>
        </p:nvSpPr>
        <p:spPr>
          <a:xfrm>
            <a:off x="2730378" y="161350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18C70EC7-2FF9-7A70-85D6-1C44429F18DA}"/>
              </a:ext>
            </a:extLst>
          </p:cNvPr>
          <p:cNvSpPr/>
          <p:nvPr/>
        </p:nvSpPr>
        <p:spPr>
          <a:xfrm>
            <a:off x="4318899" y="205483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796303F1-C3D7-E9B4-2D12-6FBFE81D6892}"/>
              </a:ext>
            </a:extLst>
          </p:cNvPr>
          <p:cNvSpPr/>
          <p:nvPr/>
        </p:nvSpPr>
        <p:spPr>
          <a:xfrm>
            <a:off x="6863091" y="1832261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9132A462-F2F2-9CA4-9B51-84FE21CCF043}"/>
              </a:ext>
            </a:extLst>
          </p:cNvPr>
          <p:cNvSpPr/>
          <p:nvPr/>
        </p:nvSpPr>
        <p:spPr>
          <a:xfrm>
            <a:off x="4940756" y="1262679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Csillag: 5 ágú 7">
            <a:extLst>
              <a:ext uri="{FF2B5EF4-FFF2-40B4-BE49-F238E27FC236}">
                <a16:creationId xmlns:a16="http://schemas.microsoft.com/office/drawing/2014/main" id="{8FCA83C9-A1C2-DE63-D656-696890D9F5AE}"/>
              </a:ext>
            </a:extLst>
          </p:cNvPr>
          <p:cNvSpPr/>
          <p:nvPr/>
        </p:nvSpPr>
        <p:spPr>
          <a:xfrm>
            <a:off x="9371449" y="974888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Csillag: 5 ágú 8">
            <a:extLst>
              <a:ext uri="{FF2B5EF4-FFF2-40B4-BE49-F238E27FC236}">
                <a16:creationId xmlns:a16="http://schemas.microsoft.com/office/drawing/2014/main" id="{6F6F161D-4259-BCBE-40B5-E6C0AC63EB06}"/>
              </a:ext>
            </a:extLst>
          </p:cNvPr>
          <p:cNvSpPr/>
          <p:nvPr/>
        </p:nvSpPr>
        <p:spPr>
          <a:xfrm>
            <a:off x="8617780" y="2068401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" name="Csoportba foglalás 9">
            <a:extLst>
              <a:ext uri="{FF2B5EF4-FFF2-40B4-BE49-F238E27FC236}">
                <a16:creationId xmlns:a16="http://schemas.microsoft.com/office/drawing/2014/main" id="{AFDE49FF-FF80-D16E-1D07-273746BF23CD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1" name="Henger 10">
              <a:extLst>
                <a:ext uri="{FF2B5EF4-FFF2-40B4-BE49-F238E27FC236}">
                  <a16:creationId xmlns:a16="http://schemas.microsoft.com/office/drawing/2014/main" id="{959C53D9-40F7-A5FA-45A5-7031C3B90734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2" name="Csoportba foglalás 11">
              <a:extLst>
                <a:ext uri="{FF2B5EF4-FFF2-40B4-BE49-F238E27FC236}">
                  <a16:creationId xmlns:a16="http://schemas.microsoft.com/office/drawing/2014/main" id="{06823E69-C321-0B4F-9360-2BFFA1AD9CAB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4" name="Ellipszis 13">
                <a:extLst>
                  <a:ext uri="{FF2B5EF4-FFF2-40B4-BE49-F238E27FC236}">
                    <a16:creationId xmlns:a16="http://schemas.microsoft.com/office/drawing/2014/main" id="{D52E9F29-2DC6-E7D5-66E9-C50001167C1F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" name="Ellipszis 14">
                <a:extLst>
                  <a:ext uri="{FF2B5EF4-FFF2-40B4-BE49-F238E27FC236}">
                    <a16:creationId xmlns:a16="http://schemas.microsoft.com/office/drawing/2014/main" id="{62A87D75-B119-1B8A-8934-019EEB9F1BF2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0C6B5A7B-B204-BB42-85B9-AB3D7A8B3C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FE19347C-66FB-5F44-3A40-28DF70DEEC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8" name="Egyenes összekötő 17">
                <a:extLst>
                  <a:ext uri="{FF2B5EF4-FFF2-40B4-BE49-F238E27FC236}">
                    <a16:creationId xmlns:a16="http://schemas.microsoft.com/office/drawing/2014/main" id="{A6D800C6-D474-0A6E-8122-BED2FF60418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763152A8-2F33-BB36-D1EC-856AE03996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BE455802-1AAC-A8D9-D3C3-A9A9E215785E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F6139914-FA63-26BC-1793-99165F523176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1" name="Téglalap 20">
            <a:extLst>
              <a:ext uri="{FF2B5EF4-FFF2-40B4-BE49-F238E27FC236}">
                <a16:creationId xmlns:a16="http://schemas.microsoft.com/office/drawing/2014/main" id="{45CA41B3-22B1-ABAA-04A2-85934619957F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2" name="Csoportba foglalás 21">
            <a:extLst>
              <a:ext uri="{FF2B5EF4-FFF2-40B4-BE49-F238E27FC236}">
                <a16:creationId xmlns:a16="http://schemas.microsoft.com/office/drawing/2014/main" id="{1478BB39-C6CE-8A18-D196-ADB1073E4646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3" name="Csoportba foglalás 22">
              <a:extLst>
                <a:ext uri="{FF2B5EF4-FFF2-40B4-BE49-F238E27FC236}">
                  <a16:creationId xmlns:a16="http://schemas.microsoft.com/office/drawing/2014/main" id="{AB0B5C35-AF69-A666-13D7-0A0BF33479B2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6" name="Henger 25">
                <a:extLst>
                  <a:ext uri="{FF2B5EF4-FFF2-40B4-BE49-F238E27FC236}">
                    <a16:creationId xmlns:a16="http://schemas.microsoft.com/office/drawing/2014/main" id="{75F403C6-EE3B-BD8B-7F5C-F8C95D8170E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0DB838EB-D950-F896-8460-DB5C05779A4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8" name="Téglalap 27">
                <a:extLst>
                  <a:ext uri="{FF2B5EF4-FFF2-40B4-BE49-F238E27FC236}">
                    <a16:creationId xmlns:a16="http://schemas.microsoft.com/office/drawing/2014/main" id="{F6505A27-7AC7-640A-A3DC-FCE92FC6D0F7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A76601A2-4778-29A8-B324-2D2D953A6D9A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B6BAB919-DE90-CD7B-625F-8C019D76F3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882BC6EF-2ED0-C8A1-E96B-8328E00594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" name="Egyenes összekötő 31">
                <a:extLst>
                  <a:ext uri="{FF2B5EF4-FFF2-40B4-BE49-F238E27FC236}">
                    <a16:creationId xmlns:a16="http://schemas.microsoft.com/office/drawing/2014/main" id="{7BAC9125-1ECD-3366-D946-989C7C614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3" name="Egyenes összekötő 32">
                <a:extLst>
                  <a:ext uri="{FF2B5EF4-FFF2-40B4-BE49-F238E27FC236}">
                    <a16:creationId xmlns:a16="http://schemas.microsoft.com/office/drawing/2014/main" id="{E6429DB0-F9AA-4857-86EA-9FB2597003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B05C08E0-0E8F-CA7B-D403-5E0B19412AB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" name="Egyenes összekötő 23">
              <a:extLst>
                <a:ext uri="{FF2B5EF4-FFF2-40B4-BE49-F238E27FC236}">
                  <a16:creationId xmlns:a16="http://schemas.microsoft.com/office/drawing/2014/main" id="{B4970939-3B91-3352-3B69-8171FC160C9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5" name="Egyenes összekötő 24">
              <a:extLst>
                <a:ext uri="{FF2B5EF4-FFF2-40B4-BE49-F238E27FC236}">
                  <a16:creationId xmlns:a16="http://schemas.microsoft.com/office/drawing/2014/main" id="{FAD4969E-335B-5EA5-5317-B8B2F384226B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5" name="Téglalap 34">
            <a:extLst>
              <a:ext uri="{FF2B5EF4-FFF2-40B4-BE49-F238E27FC236}">
                <a16:creationId xmlns:a16="http://schemas.microsoft.com/office/drawing/2014/main" id="{632D545C-7FB8-787E-DD17-F85510C6D502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7986B611-9113-51D7-DDF1-8BBADDBE0C12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1B5CEC66-3D4B-9D63-40C8-1D1355012D6F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50911FEE-9AC3-3DED-6C5F-E591A6E72B3A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1F5E3ECB-F4E6-8EA0-7048-9752BA536F4F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78436D4B-506C-B45E-F53F-D224C678D31E}"/>
              </a:ext>
            </a:extLst>
          </p:cNvPr>
          <p:cNvGrpSpPr/>
          <p:nvPr/>
        </p:nvGrpSpPr>
        <p:grpSpPr>
          <a:xfrm>
            <a:off x="7442200" y="2877870"/>
            <a:ext cx="6975968" cy="2740695"/>
            <a:chOff x="0" y="2026970"/>
            <a:chExt cx="6975968" cy="2740695"/>
          </a:xfrm>
        </p:grpSpPr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B0F7BCA2-64B7-2F2C-562E-6C996070CD57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91541A9F-1A5D-55A5-E805-56FC6A040726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2172C601-CA8E-D9B0-7D89-1B4B832264EE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EC4F8E5C-D2C0-4F58-25CE-9BD3FCCB5262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88D2919B-EBCA-8A5C-3E36-B3637C791E5A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6" name="Csoportba foglalás 45">
            <a:extLst>
              <a:ext uri="{FF2B5EF4-FFF2-40B4-BE49-F238E27FC236}">
                <a16:creationId xmlns:a16="http://schemas.microsoft.com/office/drawing/2014/main" id="{D4A798CB-DFAB-EC58-1152-A7A7D686E530}"/>
              </a:ext>
            </a:extLst>
          </p:cNvPr>
          <p:cNvGrpSpPr/>
          <p:nvPr/>
        </p:nvGrpSpPr>
        <p:grpSpPr>
          <a:xfrm>
            <a:off x="5862410" y="3366772"/>
            <a:ext cx="1152739" cy="2231794"/>
            <a:chOff x="21678" y="2352425"/>
            <a:chExt cx="1152739" cy="2231794"/>
          </a:xfrm>
        </p:grpSpPr>
        <p:sp>
          <p:nvSpPr>
            <p:cNvPr id="47" name="Téglalap 46">
              <a:extLst>
                <a:ext uri="{FF2B5EF4-FFF2-40B4-BE49-F238E27FC236}">
                  <a16:creationId xmlns:a16="http://schemas.microsoft.com/office/drawing/2014/main" id="{302D25D0-6AF6-E7E9-BA2F-91CEC975FCE0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F5D27D9A-7652-B844-B4A3-1316477A4D59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Ellipszis 48">
              <a:extLst>
                <a:ext uri="{FF2B5EF4-FFF2-40B4-BE49-F238E27FC236}">
                  <a16:creationId xmlns:a16="http://schemas.microsoft.com/office/drawing/2014/main" id="{6BF10CAF-B4BE-26A7-2AEC-61CABD27CBC1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Ellipszis 49">
              <a:extLst>
                <a:ext uri="{FF2B5EF4-FFF2-40B4-BE49-F238E27FC236}">
                  <a16:creationId xmlns:a16="http://schemas.microsoft.com/office/drawing/2014/main" id="{05F021AE-B700-3268-24DF-D4F0FF403A6A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AA68D566-A789-FBB1-F725-90BF9D01BD09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2" name="Csoportba foglalás 51">
            <a:extLst>
              <a:ext uri="{FF2B5EF4-FFF2-40B4-BE49-F238E27FC236}">
                <a16:creationId xmlns:a16="http://schemas.microsoft.com/office/drawing/2014/main" id="{4FBE42EB-B144-45AA-FD20-451799B98218}"/>
              </a:ext>
            </a:extLst>
          </p:cNvPr>
          <p:cNvGrpSpPr/>
          <p:nvPr/>
        </p:nvGrpSpPr>
        <p:grpSpPr>
          <a:xfrm>
            <a:off x="1269723" y="2565668"/>
            <a:ext cx="1891113" cy="3047251"/>
            <a:chOff x="0" y="1549915"/>
            <a:chExt cx="1891113" cy="3047251"/>
          </a:xfrm>
        </p:grpSpPr>
        <p:sp>
          <p:nvSpPr>
            <p:cNvPr id="53" name="Téglalap 52">
              <a:extLst>
                <a:ext uri="{FF2B5EF4-FFF2-40B4-BE49-F238E27FC236}">
                  <a16:creationId xmlns:a16="http://schemas.microsoft.com/office/drawing/2014/main" id="{6ADBDDBC-DB19-2228-3F3B-D9DBE5C697B5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Téglalap 53">
              <a:extLst>
                <a:ext uri="{FF2B5EF4-FFF2-40B4-BE49-F238E27FC236}">
                  <a16:creationId xmlns:a16="http://schemas.microsoft.com/office/drawing/2014/main" id="{990280CC-A58F-C903-29BC-2E0FC1C080E1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Téglalap 54">
              <a:extLst>
                <a:ext uri="{FF2B5EF4-FFF2-40B4-BE49-F238E27FC236}">
                  <a16:creationId xmlns:a16="http://schemas.microsoft.com/office/drawing/2014/main" id="{1FFCF4BC-F43E-CA04-9C72-9EDC3A1585FF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Háromszög 55">
              <a:extLst>
                <a:ext uri="{FF2B5EF4-FFF2-40B4-BE49-F238E27FC236}">
                  <a16:creationId xmlns:a16="http://schemas.microsoft.com/office/drawing/2014/main" id="{923D33E8-58D9-48B0-9365-297A8526CED0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7" name="Csoportba foglalás 56">
            <a:extLst>
              <a:ext uri="{FF2B5EF4-FFF2-40B4-BE49-F238E27FC236}">
                <a16:creationId xmlns:a16="http://schemas.microsoft.com/office/drawing/2014/main" id="{37597668-03CE-9899-4C36-E4EF038615D0}"/>
              </a:ext>
            </a:extLst>
          </p:cNvPr>
          <p:cNvGrpSpPr/>
          <p:nvPr/>
        </p:nvGrpSpPr>
        <p:grpSpPr>
          <a:xfrm>
            <a:off x="-511728" y="5600467"/>
            <a:ext cx="13544064" cy="2260833"/>
            <a:chOff x="-511728" y="4673367"/>
            <a:chExt cx="13544064" cy="2260833"/>
          </a:xfrm>
        </p:grpSpPr>
        <p:sp>
          <p:nvSpPr>
            <p:cNvPr id="58" name="Téglalap 57">
              <a:extLst>
                <a:ext uri="{FF2B5EF4-FFF2-40B4-BE49-F238E27FC236}">
                  <a16:creationId xmlns:a16="http://schemas.microsoft.com/office/drawing/2014/main" id="{CD3962EF-16B8-9AF2-EE1B-094F585C4442}"/>
                </a:ext>
              </a:extLst>
            </p:cNvPr>
            <p:cNvSpPr/>
            <p:nvPr/>
          </p:nvSpPr>
          <p:spPr>
            <a:xfrm>
              <a:off x="0" y="65944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BF2FE8FC-12D5-F3F3-DDF0-7212E22A2A29}"/>
                </a:ext>
              </a:extLst>
            </p:cNvPr>
            <p:cNvGrpSpPr/>
            <p:nvPr/>
          </p:nvGrpSpPr>
          <p:grpSpPr>
            <a:xfrm>
              <a:off x="-511728" y="4673367"/>
              <a:ext cx="13544064" cy="1921080"/>
              <a:chOff x="-511728" y="4673367"/>
              <a:chExt cx="13544064" cy="1921080"/>
            </a:xfrm>
          </p:grpSpPr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7BCFAB06-1F88-B4FB-3719-E8DAE8FC8AA9}"/>
                  </a:ext>
                </a:extLst>
              </p:cNvPr>
              <p:cNvSpPr/>
              <p:nvPr/>
            </p:nvSpPr>
            <p:spPr>
              <a:xfrm>
                <a:off x="-511728" y="4673367"/>
                <a:ext cx="13544064" cy="1921080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 60">
                <a:extLst>
                  <a:ext uri="{FF2B5EF4-FFF2-40B4-BE49-F238E27FC236}">
                    <a16:creationId xmlns:a16="http://schemas.microsoft.com/office/drawing/2014/main" id="{EDE6B0E2-1D5D-DD90-EC4C-94F1385F4D7B}"/>
                  </a:ext>
                </a:extLst>
              </p:cNvPr>
              <p:cNvSpPr/>
              <p:nvPr/>
            </p:nvSpPr>
            <p:spPr>
              <a:xfrm>
                <a:off x="10083729" y="5464186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 61">
                <a:extLst>
                  <a:ext uri="{FF2B5EF4-FFF2-40B4-BE49-F238E27FC236}">
                    <a16:creationId xmlns:a16="http://schemas.microsoft.com/office/drawing/2014/main" id="{FD3C61F7-CF54-75E4-C221-9E6CD2E8964C}"/>
                  </a:ext>
                </a:extLst>
              </p:cNvPr>
              <p:cNvSpPr/>
              <p:nvPr/>
            </p:nvSpPr>
            <p:spPr>
              <a:xfrm>
                <a:off x="9080708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 62">
                <a:extLst>
                  <a:ext uri="{FF2B5EF4-FFF2-40B4-BE49-F238E27FC236}">
                    <a16:creationId xmlns:a16="http://schemas.microsoft.com/office/drawing/2014/main" id="{8E98AC3C-5C86-6799-0DBF-B1F887041575}"/>
                  </a:ext>
                </a:extLst>
              </p:cNvPr>
              <p:cNvSpPr/>
              <p:nvPr/>
            </p:nvSpPr>
            <p:spPr>
              <a:xfrm>
                <a:off x="7978923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18F309C7-6EA8-3383-6B6D-5A5E005AE864}"/>
                  </a:ext>
                </a:extLst>
              </p:cNvPr>
              <p:cNvSpPr/>
              <p:nvPr/>
            </p:nvSpPr>
            <p:spPr>
              <a:xfrm>
                <a:off x="6749651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 64">
                <a:extLst>
                  <a:ext uri="{FF2B5EF4-FFF2-40B4-BE49-F238E27FC236}">
                    <a16:creationId xmlns:a16="http://schemas.microsoft.com/office/drawing/2014/main" id="{5AFB7316-DB67-35CD-7952-6A1977DAE102}"/>
                  </a:ext>
                </a:extLst>
              </p:cNvPr>
              <p:cNvSpPr/>
              <p:nvPr/>
            </p:nvSpPr>
            <p:spPr>
              <a:xfrm>
                <a:off x="5551926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 65">
                <a:extLst>
                  <a:ext uri="{FF2B5EF4-FFF2-40B4-BE49-F238E27FC236}">
                    <a16:creationId xmlns:a16="http://schemas.microsoft.com/office/drawing/2014/main" id="{D9ABBC4C-EA2D-5477-A8BB-CA965FF4A2E1}"/>
                  </a:ext>
                </a:extLst>
              </p:cNvPr>
              <p:cNvSpPr/>
              <p:nvPr/>
            </p:nvSpPr>
            <p:spPr>
              <a:xfrm>
                <a:off x="4629347" y="5453541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Téglalap 66">
                <a:extLst>
                  <a:ext uri="{FF2B5EF4-FFF2-40B4-BE49-F238E27FC236}">
                    <a16:creationId xmlns:a16="http://schemas.microsoft.com/office/drawing/2014/main" id="{7F77DB3E-0F78-C958-BF7A-21A19496D584}"/>
                  </a:ext>
                </a:extLst>
              </p:cNvPr>
              <p:cNvSpPr/>
              <p:nvPr/>
            </p:nvSpPr>
            <p:spPr>
              <a:xfrm>
                <a:off x="3603461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Téglalap 67">
                <a:extLst>
                  <a:ext uri="{FF2B5EF4-FFF2-40B4-BE49-F238E27FC236}">
                    <a16:creationId xmlns:a16="http://schemas.microsoft.com/office/drawing/2014/main" id="{51233291-FA21-0CD2-A4C7-963463EF8F08}"/>
                  </a:ext>
                </a:extLst>
              </p:cNvPr>
              <p:cNvSpPr/>
              <p:nvPr/>
            </p:nvSpPr>
            <p:spPr>
              <a:xfrm>
                <a:off x="2449520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Téglalap 68">
                <a:extLst>
                  <a:ext uri="{FF2B5EF4-FFF2-40B4-BE49-F238E27FC236}">
                    <a16:creationId xmlns:a16="http://schemas.microsoft.com/office/drawing/2014/main" id="{A4A344D2-0FB2-9829-9D82-EC07C9C60777}"/>
                  </a:ext>
                </a:extLst>
              </p:cNvPr>
              <p:cNvSpPr/>
              <p:nvPr/>
            </p:nvSpPr>
            <p:spPr>
              <a:xfrm>
                <a:off x="1439643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Téglalap 69">
                <a:extLst>
                  <a:ext uri="{FF2B5EF4-FFF2-40B4-BE49-F238E27FC236}">
                    <a16:creationId xmlns:a16="http://schemas.microsoft.com/office/drawing/2014/main" id="{817D94FD-E928-DE79-F111-D0F352E6F68C}"/>
                  </a:ext>
                </a:extLst>
              </p:cNvPr>
              <p:cNvSpPr/>
              <p:nvPr/>
            </p:nvSpPr>
            <p:spPr>
              <a:xfrm>
                <a:off x="11157762" y="5470315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1" name="Téglalap 70">
                <a:extLst>
                  <a:ext uri="{FF2B5EF4-FFF2-40B4-BE49-F238E27FC236}">
                    <a16:creationId xmlns:a16="http://schemas.microsoft.com/office/drawing/2014/main" id="{3424665C-EFC4-4F9B-5502-3A6FE3505D0B}"/>
                  </a:ext>
                </a:extLst>
              </p:cNvPr>
              <p:cNvSpPr/>
              <p:nvPr/>
            </p:nvSpPr>
            <p:spPr>
              <a:xfrm>
                <a:off x="12122488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E6C36C70-12D9-8D0A-4A78-C3943B54B36A}"/>
                  </a:ext>
                </a:extLst>
              </p:cNvPr>
              <p:cNvSpPr/>
              <p:nvPr/>
            </p:nvSpPr>
            <p:spPr>
              <a:xfrm>
                <a:off x="439669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BCCDC0DE-5A31-27C9-CF70-743A5E62469E}"/>
                  </a:ext>
                </a:extLst>
              </p:cNvPr>
              <p:cNvSpPr/>
              <p:nvPr/>
            </p:nvSpPr>
            <p:spPr>
              <a:xfrm>
                <a:off x="-438642" y="5449349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74" name="Csoportba foglalás 73">
            <a:extLst>
              <a:ext uri="{FF2B5EF4-FFF2-40B4-BE49-F238E27FC236}">
                <a16:creationId xmlns:a16="http://schemas.microsoft.com/office/drawing/2014/main" id="{34269716-73E8-A7F3-CCAE-B6ADB25D2DCB}"/>
              </a:ext>
            </a:extLst>
          </p:cNvPr>
          <p:cNvGrpSpPr/>
          <p:nvPr/>
        </p:nvGrpSpPr>
        <p:grpSpPr>
          <a:xfrm rot="827185"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31274959-6AA2-92FF-34F1-A0C6DDC5B258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B5FBCBD6-729D-9289-9088-EB9B66DBCC73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20" name="Derékszögű háromszög 119">
                  <a:extLst>
                    <a:ext uri="{FF2B5EF4-FFF2-40B4-BE49-F238E27FC236}">
                      <a16:creationId xmlns:a16="http://schemas.microsoft.com/office/drawing/2014/main" id="{E23D3F44-1B7D-246B-3B38-7682B945E9D2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Derékszögű háromszög 120">
                  <a:extLst>
                    <a:ext uri="{FF2B5EF4-FFF2-40B4-BE49-F238E27FC236}">
                      <a16:creationId xmlns:a16="http://schemas.microsoft.com/office/drawing/2014/main" id="{6A6DD367-2132-D1C7-E093-AE5E00EEA24C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Téglalap 15">
                  <a:extLst>
                    <a:ext uri="{FF2B5EF4-FFF2-40B4-BE49-F238E27FC236}">
                      <a16:creationId xmlns:a16="http://schemas.microsoft.com/office/drawing/2014/main" id="{F49E4DA2-A052-1644-657A-28E82630F69A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3" name="Folyamatábra: Tárolt adat 17">
                  <a:extLst>
                    <a:ext uri="{FF2B5EF4-FFF2-40B4-BE49-F238E27FC236}">
                      <a16:creationId xmlns:a16="http://schemas.microsoft.com/office/drawing/2014/main" id="{2742FCB9-BE88-463F-ECEF-B1A27A4F36DC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Derékszögű háromszög 123">
                  <a:extLst>
                    <a:ext uri="{FF2B5EF4-FFF2-40B4-BE49-F238E27FC236}">
                      <a16:creationId xmlns:a16="http://schemas.microsoft.com/office/drawing/2014/main" id="{14F07DA5-A73B-5150-3ADA-9883BA066F40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5" name="Kivonás jele 124">
                  <a:extLst>
                    <a:ext uri="{FF2B5EF4-FFF2-40B4-BE49-F238E27FC236}">
                      <a16:creationId xmlns:a16="http://schemas.microsoft.com/office/drawing/2014/main" id="{DE999FAB-3572-D098-3DC8-3A1C7DE9A35A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BDE67D07-1FB6-2C5F-6B4F-734C8E48AADF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A8052685-CF38-92A2-1707-D9B4D97DB41B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Kivonás jele 127">
                  <a:extLst>
                    <a:ext uri="{FF2B5EF4-FFF2-40B4-BE49-F238E27FC236}">
                      <a16:creationId xmlns:a16="http://schemas.microsoft.com/office/drawing/2014/main" id="{911BC1B6-099B-97BE-550A-A5DFA89609A2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9" name="Kivonás jele 128">
                  <a:extLst>
                    <a:ext uri="{FF2B5EF4-FFF2-40B4-BE49-F238E27FC236}">
                      <a16:creationId xmlns:a16="http://schemas.microsoft.com/office/drawing/2014/main" id="{1392CBF5-75DD-D10C-B245-FDD4ACB95854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Ellipszis 129">
                  <a:extLst>
                    <a:ext uri="{FF2B5EF4-FFF2-40B4-BE49-F238E27FC236}">
                      <a16:creationId xmlns:a16="http://schemas.microsoft.com/office/drawing/2014/main" id="{EB6C7A4F-C809-8D9F-3969-F71CBEF66FFE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Romboid 130">
                  <a:extLst>
                    <a:ext uri="{FF2B5EF4-FFF2-40B4-BE49-F238E27FC236}">
                      <a16:creationId xmlns:a16="http://schemas.microsoft.com/office/drawing/2014/main" id="{41B1DFE4-5F42-C3B1-4C49-62AD75560950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Téglalap 131">
                  <a:extLst>
                    <a:ext uri="{FF2B5EF4-FFF2-40B4-BE49-F238E27FC236}">
                      <a16:creationId xmlns:a16="http://schemas.microsoft.com/office/drawing/2014/main" id="{83B751E1-AE24-E7C1-5757-952A53AF1AB7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Téglalap: lekerekített 132">
                  <a:extLst>
                    <a:ext uri="{FF2B5EF4-FFF2-40B4-BE49-F238E27FC236}">
                      <a16:creationId xmlns:a16="http://schemas.microsoft.com/office/drawing/2014/main" id="{69598CEC-2D91-557B-3A9B-D752FD05863A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Téglalap: lekerekített 133">
                  <a:extLst>
                    <a:ext uri="{FF2B5EF4-FFF2-40B4-BE49-F238E27FC236}">
                      <a16:creationId xmlns:a16="http://schemas.microsoft.com/office/drawing/2014/main" id="{5003FFC9-4DAB-63A0-B3E6-544E87E56109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Téglalap: lekerekített 134">
                  <a:extLst>
                    <a:ext uri="{FF2B5EF4-FFF2-40B4-BE49-F238E27FC236}">
                      <a16:creationId xmlns:a16="http://schemas.microsoft.com/office/drawing/2014/main" id="{3073E9F3-DDB6-4897-E857-DB05F547278D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Téglalap: lekerekített 135">
                  <a:extLst>
                    <a:ext uri="{FF2B5EF4-FFF2-40B4-BE49-F238E27FC236}">
                      <a16:creationId xmlns:a16="http://schemas.microsoft.com/office/drawing/2014/main" id="{51887DDB-6AFE-3A8D-C8AD-61FEDCE00C59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Téglalap: lekerekített 136">
                  <a:extLst>
                    <a:ext uri="{FF2B5EF4-FFF2-40B4-BE49-F238E27FC236}">
                      <a16:creationId xmlns:a16="http://schemas.microsoft.com/office/drawing/2014/main" id="{7DC76330-A295-D4CB-464F-C466BD177954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Téglalap: lekerekített 137">
                  <a:extLst>
                    <a:ext uri="{FF2B5EF4-FFF2-40B4-BE49-F238E27FC236}">
                      <a16:creationId xmlns:a16="http://schemas.microsoft.com/office/drawing/2014/main" id="{549533FA-A974-3A6E-6174-23DCEDA39D07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18" name="Picture 2" descr="Forráskép megtekintése">
                <a:extLst>
                  <a:ext uri="{FF2B5EF4-FFF2-40B4-BE49-F238E27FC236}">
                    <a16:creationId xmlns:a16="http://schemas.microsoft.com/office/drawing/2014/main" id="{30D024B1-D63A-ADE2-BBF7-8E0534A15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9" name="Picture 6" descr="Forráskép megtekintése">
                <a:extLst>
                  <a:ext uri="{FF2B5EF4-FFF2-40B4-BE49-F238E27FC236}">
                    <a16:creationId xmlns:a16="http://schemas.microsoft.com/office/drawing/2014/main" id="{430DC590-929E-0852-FDF9-C720342DE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6" name="Csoportba foglalás 75">
              <a:extLst>
                <a:ext uri="{FF2B5EF4-FFF2-40B4-BE49-F238E27FC236}">
                  <a16:creationId xmlns:a16="http://schemas.microsoft.com/office/drawing/2014/main" id="{4D75569B-BD11-A011-85EE-6D34EE85B071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05" name="Csoportba foglalás 104">
                <a:extLst>
                  <a:ext uri="{FF2B5EF4-FFF2-40B4-BE49-F238E27FC236}">
                    <a16:creationId xmlns:a16="http://schemas.microsoft.com/office/drawing/2014/main" id="{355FCA8B-AA3D-FC16-59CC-C83D4F16CB12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08" name="Henger 107">
                  <a:extLst>
                    <a:ext uri="{FF2B5EF4-FFF2-40B4-BE49-F238E27FC236}">
                      <a16:creationId xmlns:a16="http://schemas.microsoft.com/office/drawing/2014/main" id="{3DAF7FD9-C599-434C-F461-B9CE4B17B4B3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Ellipszis 108">
                  <a:extLst>
                    <a:ext uri="{FF2B5EF4-FFF2-40B4-BE49-F238E27FC236}">
                      <a16:creationId xmlns:a16="http://schemas.microsoft.com/office/drawing/2014/main" id="{0A70BBC9-640E-4FB5-A5A7-ECD90F033CD9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0" name="Téglalap 109">
                  <a:extLst>
                    <a:ext uri="{FF2B5EF4-FFF2-40B4-BE49-F238E27FC236}">
                      <a16:creationId xmlns:a16="http://schemas.microsoft.com/office/drawing/2014/main" id="{3067C8AB-EF3E-EEFB-E92D-CAC9E73EE8AE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1" name="Ellipszis 110">
                  <a:extLst>
                    <a:ext uri="{FF2B5EF4-FFF2-40B4-BE49-F238E27FC236}">
                      <a16:creationId xmlns:a16="http://schemas.microsoft.com/office/drawing/2014/main" id="{C84E2CF9-BD6B-9BC5-AA18-2B52B1D4FA47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62FE8602-46D6-3BEE-C71F-BDCF9E5C0A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B3AC742-DC9D-4C1F-8C3C-2871694012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8E7758BA-8CDB-4D94-80C4-128625CCC0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Egyenes összekötő 114">
                  <a:extLst>
                    <a:ext uri="{FF2B5EF4-FFF2-40B4-BE49-F238E27FC236}">
                      <a16:creationId xmlns:a16="http://schemas.microsoft.com/office/drawing/2014/main" id="{B2C3DCCF-69A8-E4D8-8896-1A550284D6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6" name="Ellipszis 115">
                  <a:extLst>
                    <a:ext uri="{FF2B5EF4-FFF2-40B4-BE49-F238E27FC236}">
                      <a16:creationId xmlns:a16="http://schemas.microsoft.com/office/drawing/2014/main" id="{79D3CDE1-B0B9-D4A1-8A9E-BEE8EAE454B7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838A87B5-3BF6-EACA-9928-A14D84C95F3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7" name="Egyenes összekötő 106">
                <a:extLst>
                  <a:ext uri="{FF2B5EF4-FFF2-40B4-BE49-F238E27FC236}">
                    <a16:creationId xmlns:a16="http://schemas.microsoft.com/office/drawing/2014/main" id="{664C7F4B-46DE-46F1-1C61-6D6D15301A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7" name="Csoportba foglalás 76">
              <a:extLst>
                <a:ext uri="{FF2B5EF4-FFF2-40B4-BE49-F238E27FC236}">
                  <a16:creationId xmlns:a16="http://schemas.microsoft.com/office/drawing/2014/main" id="{0E0421A7-5B4A-94D5-A6A5-F80880389A70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95" name="Henger 94">
                <a:extLst>
                  <a:ext uri="{FF2B5EF4-FFF2-40B4-BE49-F238E27FC236}">
                    <a16:creationId xmlns:a16="http://schemas.microsoft.com/office/drawing/2014/main" id="{162FB06C-9F8E-550F-E7F0-75B32C82A58A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96" name="Csoportba foglalás 95">
                <a:extLst>
                  <a:ext uri="{FF2B5EF4-FFF2-40B4-BE49-F238E27FC236}">
                    <a16:creationId xmlns:a16="http://schemas.microsoft.com/office/drawing/2014/main" id="{17FA8CBE-3DC9-6AAF-F10A-C68C1ED6A415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98" name="Ellipszis 97">
                  <a:extLst>
                    <a:ext uri="{FF2B5EF4-FFF2-40B4-BE49-F238E27FC236}">
                      <a16:creationId xmlns:a16="http://schemas.microsoft.com/office/drawing/2014/main" id="{000BD0BD-2763-BFA8-110D-9630682E7C57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Ellipszis 98">
                  <a:extLst>
                    <a:ext uri="{FF2B5EF4-FFF2-40B4-BE49-F238E27FC236}">
                      <a16:creationId xmlns:a16="http://schemas.microsoft.com/office/drawing/2014/main" id="{44D6A203-32F9-A0C4-CFE1-7092FB3A7FE7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30A1AB2F-4BD9-257E-F045-F36544AE6C2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541A2A19-DF3E-26AF-57F8-0050311039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Egyenes összekötő 101">
                  <a:extLst>
                    <a:ext uri="{FF2B5EF4-FFF2-40B4-BE49-F238E27FC236}">
                      <a16:creationId xmlns:a16="http://schemas.microsoft.com/office/drawing/2014/main" id="{2C0D12A4-B54D-E88C-BF6F-6E170E66A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Egyenes összekötő 102">
                  <a:extLst>
                    <a:ext uri="{FF2B5EF4-FFF2-40B4-BE49-F238E27FC236}">
                      <a16:creationId xmlns:a16="http://schemas.microsoft.com/office/drawing/2014/main" id="{7DD39AE1-1859-08F3-3D98-0BCFEF017D0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F46B4B3A-92DF-BF84-9E4C-F64849A8A2A8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97" name="Téglalap 96">
                <a:extLst>
                  <a:ext uri="{FF2B5EF4-FFF2-40B4-BE49-F238E27FC236}">
                    <a16:creationId xmlns:a16="http://schemas.microsoft.com/office/drawing/2014/main" id="{74AA33E5-63B9-0DE2-5288-DDFC94BE1771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8" name="Csoportba foglalás 77">
              <a:extLst>
                <a:ext uri="{FF2B5EF4-FFF2-40B4-BE49-F238E27FC236}">
                  <a16:creationId xmlns:a16="http://schemas.microsoft.com/office/drawing/2014/main" id="{982D6A4A-9613-8DFD-9E45-12FF10830A52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79" name="Csoportba foglalás 78">
                <a:extLst>
                  <a:ext uri="{FF2B5EF4-FFF2-40B4-BE49-F238E27FC236}">
                    <a16:creationId xmlns:a16="http://schemas.microsoft.com/office/drawing/2014/main" id="{3A1F00CE-B227-D054-C740-85A6ED193785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87" name="Henger 86">
                  <a:extLst>
                    <a:ext uri="{FF2B5EF4-FFF2-40B4-BE49-F238E27FC236}">
                      <a16:creationId xmlns:a16="http://schemas.microsoft.com/office/drawing/2014/main" id="{96DA4E39-2B46-C0C5-33CF-3ADA781E0FF2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Ellipszis 87">
                  <a:extLst>
                    <a:ext uri="{FF2B5EF4-FFF2-40B4-BE49-F238E27FC236}">
                      <a16:creationId xmlns:a16="http://schemas.microsoft.com/office/drawing/2014/main" id="{A73AB276-452E-5251-D128-DC6D233DE1C4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9" name="Ív 88">
                  <a:extLst>
                    <a:ext uri="{FF2B5EF4-FFF2-40B4-BE49-F238E27FC236}">
                      <a16:creationId xmlns:a16="http://schemas.microsoft.com/office/drawing/2014/main" id="{3A1475D2-EDDA-46D7-805D-28F491CE4605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90" name="Picture 2" descr="Forráskép megtekintése">
                  <a:extLst>
                    <a:ext uri="{FF2B5EF4-FFF2-40B4-BE49-F238E27FC236}">
                      <a16:creationId xmlns:a16="http://schemas.microsoft.com/office/drawing/2014/main" id="{F7A1FB83-17C5-37AF-690A-D38E5CE50C1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1" name="Téglalap 90">
                  <a:extLst>
                    <a:ext uri="{FF2B5EF4-FFF2-40B4-BE49-F238E27FC236}">
                      <a16:creationId xmlns:a16="http://schemas.microsoft.com/office/drawing/2014/main" id="{ECFEB8DC-6487-7B4A-09B0-FF46CAA76D77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2" name="Csillag: 4 ágú 91">
                  <a:extLst>
                    <a:ext uri="{FF2B5EF4-FFF2-40B4-BE49-F238E27FC236}">
                      <a16:creationId xmlns:a16="http://schemas.microsoft.com/office/drawing/2014/main" id="{4BA5B3C4-FCD4-099F-94CA-993EAD13730C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3" name="Szabadkézi sokszög: alakzat 92">
                  <a:extLst>
                    <a:ext uri="{FF2B5EF4-FFF2-40B4-BE49-F238E27FC236}">
                      <a16:creationId xmlns:a16="http://schemas.microsoft.com/office/drawing/2014/main" id="{4E3B63A7-113A-717F-5E15-8796578B8AB2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4" name="Ellipszis 93">
                  <a:extLst>
                    <a:ext uri="{FF2B5EF4-FFF2-40B4-BE49-F238E27FC236}">
                      <a16:creationId xmlns:a16="http://schemas.microsoft.com/office/drawing/2014/main" id="{8EB5CFB0-FE0B-CEB1-7E5F-4DE41320E2FE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FB5BCBC6-E1F2-9C90-9E31-6D0A35B78B6C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1" name="Ellipszis 80">
                <a:extLst>
                  <a:ext uri="{FF2B5EF4-FFF2-40B4-BE49-F238E27FC236}">
                    <a16:creationId xmlns:a16="http://schemas.microsoft.com/office/drawing/2014/main" id="{348952FD-83F1-792A-FA4D-6C9D8D34B2E2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68FCC0B2-F826-D1D3-ECBA-7C75FE6778F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098B0816-9567-A945-8599-789D62550E56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Ellipszis 83">
                <a:extLst>
                  <a:ext uri="{FF2B5EF4-FFF2-40B4-BE49-F238E27FC236}">
                    <a16:creationId xmlns:a16="http://schemas.microsoft.com/office/drawing/2014/main" id="{FEF6BE9D-68D1-4300-D0F2-46A51BCE4D5F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85" name="Kép 84">
                <a:extLst>
                  <a:ext uri="{FF2B5EF4-FFF2-40B4-BE49-F238E27FC236}">
                    <a16:creationId xmlns:a16="http://schemas.microsoft.com/office/drawing/2014/main" id="{45DFD948-38AC-0D93-AD88-83B094200A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86" name="Egyenes összekötő 85">
                <a:extLst>
                  <a:ext uri="{FF2B5EF4-FFF2-40B4-BE49-F238E27FC236}">
                    <a16:creationId xmlns:a16="http://schemas.microsoft.com/office/drawing/2014/main" id="{5516AF44-8AAD-8EC8-A995-AF4768FCF4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60B51420-C8FF-696E-ED98-85727941717F}"/>
              </a:ext>
            </a:extLst>
          </p:cNvPr>
          <p:cNvSpPr/>
          <p:nvPr/>
        </p:nvSpPr>
        <p:spPr>
          <a:xfrm>
            <a:off x="2832145" y="268375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Csillag: 5 ágú 139">
            <a:extLst>
              <a:ext uri="{FF2B5EF4-FFF2-40B4-BE49-F238E27FC236}">
                <a16:creationId xmlns:a16="http://schemas.microsoft.com/office/drawing/2014/main" id="{95A6075D-94AF-CDF3-8412-199E3DB2C7BB}"/>
              </a:ext>
            </a:extLst>
          </p:cNvPr>
          <p:cNvSpPr/>
          <p:nvPr/>
        </p:nvSpPr>
        <p:spPr>
          <a:xfrm>
            <a:off x="10591789" y="180107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Csillag: 5 ágú 140">
            <a:extLst>
              <a:ext uri="{FF2B5EF4-FFF2-40B4-BE49-F238E27FC236}">
                <a16:creationId xmlns:a16="http://schemas.microsoft.com/office/drawing/2014/main" id="{5891F5C5-8A95-32D5-7864-E767E7BDEC31}"/>
              </a:ext>
            </a:extLst>
          </p:cNvPr>
          <p:cNvSpPr/>
          <p:nvPr/>
        </p:nvSpPr>
        <p:spPr>
          <a:xfrm>
            <a:off x="621412" y="3061018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094743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F2E52E7D-E7F0-4EC9-82F1-C6A08828C878}"/>
              </a:ext>
            </a:extLst>
          </p:cNvPr>
          <p:cNvSpPr/>
          <p:nvPr/>
        </p:nvSpPr>
        <p:spPr>
          <a:xfrm>
            <a:off x="1250474" y="223854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4E55F4F0-9C7A-4B9A-8CA0-2A6A3620C329}"/>
              </a:ext>
            </a:extLst>
          </p:cNvPr>
          <p:cNvSpPr/>
          <p:nvPr/>
        </p:nvSpPr>
        <p:spPr>
          <a:xfrm>
            <a:off x="2307380" y="145624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B342D955-3CBE-4726-AB62-07CC4BFE42A9}"/>
              </a:ext>
            </a:extLst>
          </p:cNvPr>
          <p:cNvSpPr/>
          <p:nvPr/>
        </p:nvSpPr>
        <p:spPr>
          <a:xfrm>
            <a:off x="3841140" y="203303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59D3530D-6EC1-44CC-AE0F-F0CCF9DF2046}"/>
              </a:ext>
            </a:extLst>
          </p:cNvPr>
          <p:cNvSpPr/>
          <p:nvPr/>
        </p:nvSpPr>
        <p:spPr>
          <a:xfrm>
            <a:off x="6748356" y="140227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F02EC970-CFBF-4A46-BB5E-CA2C66845B01}"/>
              </a:ext>
            </a:extLst>
          </p:cNvPr>
          <p:cNvSpPr/>
          <p:nvPr/>
        </p:nvSpPr>
        <p:spPr>
          <a:xfrm>
            <a:off x="4742061" y="1541901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Csillag: 5 ágú 7">
            <a:extLst>
              <a:ext uri="{FF2B5EF4-FFF2-40B4-BE49-F238E27FC236}">
                <a16:creationId xmlns:a16="http://schemas.microsoft.com/office/drawing/2014/main" id="{57A90876-2472-4135-B2BA-B95E351FD368}"/>
              </a:ext>
            </a:extLst>
          </p:cNvPr>
          <p:cNvSpPr/>
          <p:nvPr/>
        </p:nvSpPr>
        <p:spPr>
          <a:xfrm>
            <a:off x="8979536" y="181286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Csillag: 5 ágú 8">
            <a:extLst>
              <a:ext uri="{FF2B5EF4-FFF2-40B4-BE49-F238E27FC236}">
                <a16:creationId xmlns:a16="http://schemas.microsoft.com/office/drawing/2014/main" id="{49FAD037-A372-450C-A56D-8423A4A33117}"/>
              </a:ext>
            </a:extLst>
          </p:cNvPr>
          <p:cNvSpPr/>
          <p:nvPr/>
        </p:nvSpPr>
        <p:spPr>
          <a:xfrm>
            <a:off x="7746030" y="1733808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" name="Csoportba foglalás 9">
            <a:extLst>
              <a:ext uri="{FF2B5EF4-FFF2-40B4-BE49-F238E27FC236}">
                <a16:creationId xmlns:a16="http://schemas.microsoft.com/office/drawing/2014/main" id="{AEA46623-62B1-4D28-9ADB-E5DB721CCF09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1" name="Henger 10">
              <a:extLst>
                <a:ext uri="{FF2B5EF4-FFF2-40B4-BE49-F238E27FC236}">
                  <a16:creationId xmlns:a16="http://schemas.microsoft.com/office/drawing/2014/main" id="{8D68E0EF-5040-412B-9947-F20EF4088FBC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2" name="Csoportba foglalás 11">
              <a:extLst>
                <a:ext uri="{FF2B5EF4-FFF2-40B4-BE49-F238E27FC236}">
                  <a16:creationId xmlns:a16="http://schemas.microsoft.com/office/drawing/2014/main" id="{A041EF7B-BD12-48A8-8B74-C9AF669B2495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4" name="Ellipszis 13">
                <a:extLst>
                  <a:ext uri="{FF2B5EF4-FFF2-40B4-BE49-F238E27FC236}">
                    <a16:creationId xmlns:a16="http://schemas.microsoft.com/office/drawing/2014/main" id="{58B1ABFF-F4EA-453D-B4CA-9B06AD8E9C0A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" name="Ellipszis 14">
                <a:extLst>
                  <a:ext uri="{FF2B5EF4-FFF2-40B4-BE49-F238E27FC236}">
                    <a16:creationId xmlns:a16="http://schemas.microsoft.com/office/drawing/2014/main" id="{DF5C2917-BB3A-43D0-8893-FF4B937859E8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DC0A3C68-380B-4313-99F4-0FB5C3CA02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9F11166D-3761-461E-8E89-4FA63A7B203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8" name="Egyenes összekötő 17">
                <a:extLst>
                  <a:ext uri="{FF2B5EF4-FFF2-40B4-BE49-F238E27FC236}">
                    <a16:creationId xmlns:a16="http://schemas.microsoft.com/office/drawing/2014/main" id="{0EBD6D52-D03B-4FB5-850B-4EB5C8DA0A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8D7130DD-2CAB-4EFB-BFF8-E1FC0532AD2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6B5121DF-833F-4E13-9A68-D562A088D914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29F810F0-404F-42A2-831B-9EEC7945AB42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1" name="Téglalap 20">
            <a:extLst>
              <a:ext uri="{FF2B5EF4-FFF2-40B4-BE49-F238E27FC236}">
                <a16:creationId xmlns:a16="http://schemas.microsoft.com/office/drawing/2014/main" id="{B6ACC0A4-7873-41FA-B8C6-7817F7A16A68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2" name="Csoportba foglalás 21">
            <a:extLst>
              <a:ext uri="{FF2B5EF4-FFF2-40B4-BE49-F238E27FC236}">
                <a16:creationId xmlns:a16="http://schemas.microsoft.com/office/drawing/2014/main" id="{FE084404-B752-49BA-A6F9-4F3DFE9AE202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3" name="Csoportba foglalás 22">
              <a:extLst>
                <a:ext uri="{FF2B5EF4-FFF2-40B4-BE49-F238E27FC236}">
                  <a16:creationId xmlns:a16="http://schemas.microsoft.com/office/drawing/2014/main" id="{7AD181FD-2085-4A54-9D24-0D88531B1154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6" name="Henger 25">
                <a:extLst>
                  <a:ext uri="{FF2B5EF4-FFF2-40B4-BE49-F238E27FC236}">
                    <a16:creationId xmlns:a16="http://schemas.microsoft.com/office/drawing/2014/main" id="{11CF815A-4A79-449A-BC6C-3F0B16CA465F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1E5D96B6-B2B1-4591-8E05-4B7A1C3CD60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8" name="Téglalap 27">
                <a:extLst>
                  <a:ext uri="{FF2B5EF4-FFF2-40B4-BE49-F238E27FC236}">
                    <a16:creationId xmlns:a16="http://schemas.microsoft.com/office/drawing/2014/main" id="{FE779C68-D275-4AD9-BAA7-0240A9772F50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A178BAFA-8B32-493B-9FCE-FF14BA7D5718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672AED1F-3B07-4811-B5FA-F066A6CEC8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81976DBD-078D-4B00-B576-6CCCA3E6C4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" name="Egyenes összekötő 31">
                <a:extLst>
                  <a:ext uri="{FF2B5EF4-FFF2-40B4-BE49-F238E27FC236}">
                    <a16:creationId xmlns:a16="http://schemas.microsoft.com/office/drawing/2014/main" id="{DB8F023C-098D-4D09-A054-3D46F97AEC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3" name="Egyenes összekötő 32">
                <a:extLst>
                  <a:ext uri="{FF2B5EF4-FFF2-40B4-BE49-F238E27FC236}">
                    <a16:creationId xmlns:a16="http://schemas.microsoft.com/office/drawing/2014/main" id="{07F8CDFB-7F09-48A4-A80E-3A3EA8C571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9B12905C-A3E1-49CA-AAF9-2659401929A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" name="Egyenes összekötő 23">
              <a:extLst>
                <a:ext uri="{FF2B5EF4-FFF2-40B4-BE49-F238E27FC236}">
                  <a16:creationId xmlns:a16="http://schemas.microsoft.com/office/drawing/2014/main" id="{90D61971-6614-4E81-9C9F-5C75349E429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5" name="Egyenes összekötő 24">
              <a:extLst>
                <a:ext uri="{FF2B5EF4-FFF2-40B4-BE49-F238E27FC236}">
                  <a16:creationId xmlns:a16="http://schemas.microsoft.com/office/drawing/2014/main" id="{EBD00E47-206D-4A59-B9E9-5A3578EBA28A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5" name="Téglalap 34">
            <a:extLst>
              <a:ext uri="{FF2B5EF4-FFF2-40B4-BE49-F238E27FC236}">
                <a16:creationId xmlns:a16="http://schemas.microsoft.com/office/drawing/2014/main" id="{08E7EBFB-E0F2-44D2-BBC8-84DA89907F33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C289DA1D-6B2D-4606-839E-45F7135DA09A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3E1FF16D-FD43-4AF6-AE62-95E6A4DC3CE0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1D05DBB2-5668-4BCB-9B58-C447C68C5F7C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0A02AC8E-8B77-4B2E-8B35-37AB5536C555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2E1DDC76-E456-4B2F-80C6-B3E07DE7EE0A}"/>
              </a:ext>
            </a:extLst>
          </p:cNvPr>
          <p:cNvGrpSpPr/>
          <p:nvPr/>
        </p:nvGrpSpPr>
        <p:grpSpPr>
          <a:xfrm>
            <a:off x="7442200" y="3106470"/>
            <a:ext cx="6975968" cy="2740695"/>
            <a:chOff x="0" y="2026970"/>
            <a:chExt cx="6975968" cy="2740695"/>
          </a:xfrm>
        </p:grpSpPr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2FD1CFFF-C6F8-4B0A-B334-79E64F477330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EE26C8BF-342C-48EA-B4E5-5D561772FD79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196CBC14-AB6C-4984-BC97-9DAE429C3D9F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C37D0846-CA6F-4274-B1B2-08284CA217CF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434C077E-9A74-4BDF-985D-EBD1A9EF9B7E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6" name="Csoportba foglalás 45">
            <a:extLst>
              <a:ext uri="{FF2B5EF4-FFF2-40B4-BE49-F238E27FC236}">
                <a16:creationId xmlns:a16="http://schemas.microsoft.com/office/drawing/2014/main" id="{BB515569-0265-432A-A398-D1B4818AB8E3}"/>
              </a:ext>
            </a:extLst>
          </p:cNvPr>
          <p:cNvGrpSpPr/>
          <p:nvPr/>
        </p:nvGrpSpPr>
        <p:grpSpPr>
          <a:xfrm>
            <a:off x="5964010" y="3531872"/>
            <a:ext cx="1152739" cy="2231794"/>
            <a:chOff x="21678" y="2352425"/>
            <a:chExt cx="1152739" cy="2231794"/>
          </a:xfrm>
        </p:grpSpPr>
        <p:sp>
          <p:nvSpPr>
            <p:cNvPr id="47" name="Téglalap 46">
              <a:extLst>
                <a:ext uri="{FF2B5EF4-FFF2-40B4-BE49-F238E27FC236}">
                  <a16:creationId xmlns:a16="http://schemas.microsoft.com/office/drawing/2014/main" id="{17441648-D3A8-4615-93A1-7A7901E43331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FBCF5381-A548-4140-9A09-DFCFB1F5A627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Ellipszis 48">
              <a:extLst>
                <a:ext uri="{FF2B5EF4-FFF2-40B4-BE49-F238E27FC236}">
                  <a16:creationId xmlns:a16="http://schemas.microsoft.com/office/drawing/2014/main" id="{E33522A2-7A41-4C11-BB20-7F974E354AA4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Ellipszis 49">
              <a:extLst>
                <a:ext uri="{FF2B5EF4-FFF2-40B4-BE49-F238E27FC236}">
                  <a16:creationId xmlns:a16="http://schemas.microsoft.com/office/drawing/2014/main" id="{1C125DA8-1EA3-41E5-88FA-4A253AB37A6F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82522F1C-7710-4349-98FF-7B42B56DF75B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2" name="Csoportba foglalás 51">
            <a:extLst>
              <a:ext uri="{FF2B5EF4-FFF2-40B4-BE49-F238E27FC236}">
                <a16:creationId xmlns:a16="http://schemas.microsoft.com/office/drawing/2014/main" id="{18080168-6857-4D50-A3C2-920F69CDCCC4}"/>
              </a:ext>
            </a:extLst>
          </p:cNvPr>
          <p:cNvGrpSpPr/>
          <p:nvPr/>
        </p:nvGrpSpPr>
        <p:grpSpPr>
          <a:xfrm>
            <a:off x="1460223" y="2730768"/>
            <a:ext cx="1891113" cy="3047251"/>
            <a:chOff x="0" y="1549915"/>
            <a:chExt cx="1891113" cy="3047251"/>
          </a:xfrm>
        </p:grpSpPr>
        <p:sp>
          <p:nvSpPr>
            <p:cNvPr id="53" name="Téglalap 52">
              <a:extLst>
                <a:ext uri="{FF2B5EF4-FFF2-40B4-BE49-F238E27FC236}">
                  <a16:creationId xmlns:a16="http://schemas.microsoft.com/office/drawing/2014/main" id="{B089F14D-7981-4937-8A73-0993EEA3A7F6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Téglalap 53">
              <a:extLst>
                <a:ext uri="{FF2B5EF4-FFF2-40B4-BE49-F238E27FC236}">
                  <a16:creationId xmlns:a16="http://schemas.microsoft.com/office/drawing/2014/main" id="{4B8611F2-B039-445E-B39B-A89A82AF428C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Téglalap 54">
              <a:extLst>
                <a:ext uri="{FF2B5EF4-FFF2-40B4-BE49-F238E27FC236}">
                  <a16:creationId xmlns:a16="http://schemas.microsoft.com/office/drawing/2014/main" id="{FDB492F1-E4FD-4AD0-952A-424B93AC3F2B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Háromszög 55">
              <a:extLst>
                <a:ext uri="{FF2B5EF4-FFF2-40B4-BE49-F238E27FC236}">
                  <a16:creationId xmlns:a16="http://schemas.microsoft.com/office/drawing/2014/main" id="{23A5C3C5-66BE-4C6E-8996-CBE582B29B02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7" name="Csoportba foglalás 56">
            <a:extLst>
              <a:ext uri="{FF2B5EF4-FFF2-40B4-BE49-F238E27FC236}">
                <a16:creationId xmlns:a16="http://schemas.microsoft.com/office/drawing/2014/main" id="{BA0A803C-2A00-4855-BB47-5E0AE6E79D3E}"/>
              </a:ext>
            </a:extLst>
          </p:cNvPr>
          <p:cNvGrpSpPr/>
          <p:nvPr/>
        </p:nvGrpSpPr>
        <p:grpSpPr>
          <a:xfrm>
            <a:off x="-499028" y="5765567"/>
            <a:ext cx="13544064" cy="2260833"/>
            <a:chOff x="-511728" y="4673367"/>
            <a:chExt cx="13544064" cy="2260833"/>
          </a:xfrm>
        </p:grpSpPr>
        <p:sp>
          <p:nvSpPr>
            <p:cNvPr id="58" name="Téglalap 57">
              <a:extLst>
                <a:ext uri="{FF2B5EF4-FFF2-40B4-BE49-F238E27FC236}">
                  <a16:creationId xmlns:a16="http://schemas.microsoft.com/office/drawing/2014/main" id="{14597C57-E7F4-4CFB-99E4-1895BDD95AE2}"/>
                </a:ext>
              </a:extLst>
            </p:cNvPr>
            <p:cNvSpPr/>
            <p:nvPr/>
          </p:nvSpPr>
          <p:spPr>
            <a:xfrm>
              <a:off x="0" y="65944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FD41B511-B430-437A-B866-0E5EBBAD5E31}"/>
                </a:ext>
              </a:extLst>
            </p:cNvPr>
            <p:cNvGrpSpPr/>
            <p:nvPr/>
          </p:nvGrpSpPr>
          <p:grpSpPr>
            <a:xfrm>
              <a:off x="-511728" y="4673367"/>
              <a:ext cx="13544064" cy="1921080"/>
              <a:chOff x="-511728" y="4673367"/>
              <a:chExt cx="13544064" cy="1921080"/>
            </a:xfrm>
          </p:grpSpPr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31732863-A627-4F12-B38F-3BE787CA9F44}"/>
                  </a:ext>
                </a:extLst>
              </p:cNvPr>
              <p:cNvSpPr/>
              <p:nvPr/>
            </p:nvSpPr>
            <p:spPr>
              <a:xfrm>
                <a:off x="-511728" y="4673367"/>
                <a:ext cx="13544064" cy="1921080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 60">
                <a:extLst>
                  <a:ext uri="{FF2B5EF4-FFF2-40B4-BE49-F238E27FC236}">
                    <a16:creationId xmlns:a16="http://schemas.microsoft.com/office/drawing/2014/main" id="{3F63FBFC-5DDC-4D7C-B4A9-2859AD8B886B}"/>
                  </a:ext>
                </a:extLst>
              </p:cNvPr>
              <p:cNvSpPr/>
              <p:nvPr/>
            </p:nvSpPr>
            <p:spPr>
              <a:xfrm>
                <a:off x="10083729" y="5464186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 61">
                <a:extLst>
                  <a:ext uri="{FF2B5EF4-FFF2-40B4-BE49-F238E27FC236}">
                    <a16:creationId xmlns:a16="http://schemas.microsoft.com/office/drawing/2014/main" id="{3C069893-5EF3-4C27-97E8-7E50AF495A39}"/>
                  </a:ext>
                </a:extLst>
              </p:cNvPr>
              <p:cNvSpPr/>
              <p:nvPr/>
            </p:nvSpPr>
            <p:spPr>
              <a:xfrm>
                <a:off x="9080708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 62">
                <a:extLst>
                  <a:ext uri="{FF2B5EF4-FFF2-40B4-BE49-F238E27FC236}">
                    <a16:creationId xmlns:a16="http://schemas.microsoft.com/office/drawing/2014/main" id="{AA902BBC-A47C-4BA1-B507-F01315E1CC2A}"/>
                  </a:ext>
                </a:extLst>
              </p:cNvPr>
              <p:cNvSpPr/>
              <p:nvPr/>
            </p:nvSpPr>
            <p:spPr>
              <a:xfrm>
                <a:off x="7978923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B725A961-1361-4845-AE3D-64B1C69B66D3}"/>
                  </a:ext>
                </a:extLst>
              </p:cNvPr>
              <p:cNvSpPr/>
              <p:nvPr/>
            </p:nvSpPr>
            <p:spPr>
              <a:xfrm>
                <a:off x="6749651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 64">
                <a:extLst>
                  <a:ext uri="{FF2B5EF4-FFF2-40B4-BE49-F238E27FC236}">
                    <a16:creationId xmlns:a16="http://schemas.microsoft.com/office/drawing/2014/main" id="{A3760719-CC52-431B-8FD0-1DE443E3BB8A}"/>
                  </a:ext>
                </a:extLst>
              </p:cNvPr>
              <p:cNvSpPr/>
              <p:nvPr/>
            </p:nvSpPr>
            <p:spPr>
              <a:xfrm>
                <a:off x="5551926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 65">
                <a:extLst>
                  <a:ext uri="{FF2B5EF4-FFF2-40B4-BE49-F238E27FC236}">
                    <a16:creationId xmlns:a16="http://schemas.microsoft.com/office/drawing/2014/main" id="{9C6B1DB5-D8DF-44C8-85A1-03EF1C1888E6}"/>
                  </a:ext>
                </a:extLst>
              </p:cNvPr>
              <p:cNvSpPr/>
              <p:nvPr/>
            </p:nvSpPr>
            <p:spPr>
              <a:xfrm>
                <a:off x="4629347" y="5453541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Téglalap 66">
                <a:extLst>
                  <a:ext uri="{FF2B5EF4-FFF2-40B4-BE49-F238E27FC236}">
                    <a16:creationId xmlns:a16="http://schemas.microsoft.com/office/drawing/2014/main" id="{71E6F10C-EAB1-4024-944F-A59D4951F703}"/>
                  </a:ext>
                </a:extLst>
              </p:cNvPr>
              <p:cNvSpPr/>
              <p:nvPr/>
            </p:nvSpPr>
            <p:spPr>
              <a:xfrm>
                <a:off x="3603461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Téglalap 67">
                <a:extLst>
                  <a:ext uri="{FF2B5EF4-FFF2-40B4-BE49-F238E27FC236}">
                    <a16:creationId xmlns:a16="http://schemas.microsoft.com/office/drawing/2014/main" id="{7E18163E-07BE-4CD6-B6F8-F59C94BD5239}"/>
                  </a:ext>
                </a:extLst>
              </p:cNvPr>
              <p:cNvSpPr/>
              <p:nvPr/>
            </p:nvSpPr>
            <p:spPr>
              <a:xfrm>
                <a:off x="2449520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Téglalap 68">
                <a:extLst>
                  <a:ext uri="{FF2B5EF4-FFF2-40B4-BE49-F238E27FC236}">
                    <a16:creationId xmlns:a16="http://schemas.microsoft.com/office/drawing/2014/main" id="{93AC9A4E-D65E-4DE9-B9C0-08507E38DCC1}"/>
                  </a:ext>
                </a:extLst>
              </p:cNvPr>
              <p:cNvSpPr/>
              <p:nvPr/>
            </p:nvSpPr>
            <p:spPr>
              <a:xfrm>
                <a:off x="1439643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Téglalap 69">
                <a:extLst>
                  <a:ext uri="{FF2B5EF4-FFF2-40B4-BE49-F238E27FC236}">
                    <a16:creationId xmlns:a16="http://schemas.microsoft.com/office/drawing/2014/main" id="{DD38846D-11A5-48B2-B36D-8F8EA590BB3F}"/>
                  </a:ext>
                </a:extLst>
              </p:cNvPr>
              <p:cNvSpPr/>
              <p:nvPr/>
            </p:nvSpPr>
            <p:spPr>
              <a:xfrm>
                <a:off x="11157762" y="5470315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1" name="Téglalap 70">
                <a:extLst>
                  <a:ext uri="{FF2B5EF4-FFF2-40B4-BE49-F238E27FC236}">
                    <a16:creationId xmlns:a16="http://schemas.microsoft.com/office/drawing/2014/main" id="{369EAF94-D6A2-4804-839F-CF85DEB0C325}"/>
                  </a:ext>
                </a:extLst>
              </p:cNvPr>
              <p:cNvSpPr/>
              <p:nvPr/>
            </p:nvSpPr>
            <p:spPr>
              <a:xfrm>
                <a:off x="12122488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0452453D-FE21-4C7F-95E0-AA610877687E}"/>
                  </a:ext>
                </a:extLst>
              </p:cNvPr>
              <p:cNvSpPr/>
              <p:nvPr/>
            </p:nvSpPr>
            <p:spPr>
              <a:xfrm>
                <a:off x="439669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4E4F8F46-784C-4772-AE2D-F9710912EB3D}"/>
                  </a:ext>
                </a:extLst>
              </p:cNvPr>
              <p:cNvSpPr/>
              <p:nvPr/>
            </p:nvSpPr>
            <p:spPr>
              <a:xfrm>
                <a:off x="-438642" y="5449349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74" name="Csoportba foglalás 73">
            <a:extLst>
              <a:ext uri="{FF2B5EF4-FFF2-40B4-BE49-F238E27FC236}">
                <a16:creationId xmlns:a16="http://schemas.microsoft.com/office/drawing/2014/main" id="{119B7375-E18A-45B4-8363-6E6A061E64E3}"/>
              </a:ext>
            </a:extLst>
          </p:cNvPr>
          <p:cNvGrpSpPr/>
          <p:nvPr/>
        </p:nvGrpSpPr>
        <p:grpSpPr>
          <a:xfrm rot="827185">
            <a:off x="3704909" y="2358578"/>
            <a:ext cx="6706659" cy="3797671"/>
            <a:chOff x="3704909" y="2358578"/>
            <a:chExt cx="6706659" cy="3797671"/>
          </a:xfr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grpSpPr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33EDC321-097C-4AF3-B46E-E1A3D081AB9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39DCD108-9666-4FD8-A4CD-5FAED9AC2CB2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20" name="Derékszögű háromszög 119">
                  <a:extLst>
                    <a:ext uri="{FF2B5EF4-FFF2-40B4-BE49-F238E27FC236}">
                      <a16:creationId xmlns:a16="http://schemas.microsoft.com/office/drawing/2014/main" id="{0B4C10DC-527C-4382-9C4C-DA19FC4AB38E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Derékszögű háromszög 120">
                  <a:extLst>
                    <a:ext uri="{FF2B5EF4-FFF2-40B4-BE49-F238E27FC236}">
                      <a16:creationId xmlns:a16="http://schemas.microsoft.com/office/drawing/2014/main" id="{A392536A-3985-43AD-8B61-23E46D4B6647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Téglalap 15">
                  <a:extLst>
                    <a:ext uri="{FF2B5EF4-FFF2-40B4-BE49-F238E27FC236}">
                      <a16:creationId xmlns:a16="http://schemas.microsoft.com/office/drawing/2014/main" id="{22310DB6-9B0C-4DC1-9F74-2254E0F2289F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3" name="Folyamatábra: Tárolt adat 17">
                  <a:extLst>
                    <a:ext uri="{FF2B5EF4-FFF2-40B4-BE49-F238E27FC236}">
                      <a16:creationId xmlns:a16="http://schemas.microsoft.com/office/drawing/2014/main" id="{6E186DD8-4D4F-4712-B01C-6C56A814720B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Derékszögű háromszög 123">
                  <a:extLst>
                    <a:ext uri="{FF2B5EF4-FFF2-40B4-BE49-F238E27FC236}">
                      <a16:creationId xmlns:a16="http://schemas.microsoft.com/office/drawing/2014/main" id="{2A86BDE9-56B2-446B-8A86-9A5024C37829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5" name="Kivonás jele 124">
                  <a:extLst>
                    <a:ext uri="{FF2B5EF4-FFF2-40B4-BE49-F238E27FC236}">
                      <a16:creationId xmlns:a16="http://schemas.microsoft.com/office/drawing/2014/main" id="{DE06E82A-B269-4295-81FA-463C157C8762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B615A280-FB85-4C56-8B03-F28C682C2A62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044A71A0-AE9A-45E5-9B6F-1D9CCEAC7253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Kivonás jele 127">
                  <a:extLst>
                    <a:ext uri="{FF2B5EF4-FFF2-40B4-BE49-F238E27FC236}">
                      <a16:creationId xmlns:a16="http://schemas.microsoft.com/office/drawing/2014/main" id="{C06247C3-527F-44F3-A334-D2DE469688A5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9" name="Kivonás jele 128">
                  <a:extLst>
                    <a:ext uri="{FF2B5EF4-FFF2-40B4-BE49-F238E27FC236}">
                      <a16:creationId xmlns:a16="http://schemas.microsoft.com/office/drawing/2014/main" id="{CC7C8FD9-5795-453F-8E31-88E11B2B77B0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Ellipszis 129">
                  <a:extLst>
                    <a:ext uri="{FF2B5EF4-FFF2-40B4-BE49-F238E27FC236}">
                      <a16:creationId xmlns:a16="http://schemas.microsoft.com/office/drawing/2014/main" id="{A684372C-5CE6-4F83-B328-6FC8CD194FD4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Romboid 130">
                  <a:extLst>
                    <a:ext uri="{FF2B5EF4-FFF2-40B4-BE49-F238E27FC236}">
                      <a16:creationId xmlns:a16="http://schemas.microsoft.com/office/drawing/2014/main" id="{B53F140D-3962-4236-84BA-15F9F626E087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Téglalap 131">
                  <a:extLst>
                    <a:ext uri="{FF2B5EF4-FFF2-40B4-BE49-F238E27FC236}">
                      <a16:creationId xmlns:a16="http://schemas.microsoft.com/office/drawing/2014/main" id="{2EB2F2F9-222E-4F77-B04C-413C13A30F1B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Téglalap: lekerekített 132">
                  <a:extLst>
                    <a:ext uri="{FF2B5EF4-FFF2-40B4-BE49-F238E27FC236}">
                      <a16:creationId xmlns:a16="http://schemas.microsoft.com/office/drawing/2014/main" id="{156A7C91-26E7-4F95-98ED-3C80794F07DA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Téglalap: lekerekített 133">
                  <a:extLst>
                    <a:ext uri="{FF2B5EF4-FFF2-40B4-BE49-F238E27FC236}">
                      <a16:creationId xmlns:a16="http://schemas.microsoft.com/office/drawing/2014/main" id="{0A74F14B-C4A8-435E-A15D-93203E44BEA7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Téglalap: lekerekített 134">
                  <a:extLst>
                    <a:ext uri="{FF2B5EF4-FFF2-40B4-BE49-F238E27FC236}">
                      <a16:creationId xmlns:a16="http://schemas.microsoft.com/office/drawing/2014/main" id="{5B76982C-DD6C-410E-9DE8-82E201A28337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Téglalap: lekerekített 135">
                  <a:extLst>
                    <a:ext uri="{FF2B5EF4-FFF2-40B4-BE49-F238E27FC236}">
                      <a16:creationId xmlns:a16="http://schemas.microsoft.com/office/drawing/2014/main" id="{C2E4F893-280D-40B7-AA3E-3A0FA4AAEBD8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Téglalap: lekerekített 136">
                  <a:extLst>
                    <a:ext uri="{FF2B5EF4-FFF2-40B4-BE49-F238E27FC236}">
                      <a16:creationId xmlns:a16="http://schemas.microsoft.com/office/drawing/2014/main" id="{0B9FBB45-406E-4302-A0E3-2CD6B4073A03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Téglalap: lekerekített 137">
                  <a:extLst>
                    <a:ext uri="{FF2B5EF4-FFF2-40B4-BE49-F238E27FC236}">
                      <a16:creationId xmlns:a16="http://schemas.microsoft.com/office/drawing/2014/main" id="{C5625C80-F351-454C-B166-E4C903ECE9E5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18" name="Picture 2" descr="Forráskép megtekintése">
                <a:extLst>
                  <a:ext uri="{FF2B5EF4-FFF2-40B4-BE49-F238E27FC236}">
                    <a16:creationId xmlns:a16="http://schemas.microsoft.com/office/drawing/2014/main" id="{2130EE96-5E5B-4589-A66D-857737370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9" name="Picture 6" descr="Forráskép megtekintése">
                <a:extLst>
                  <a:ext uri="{FF2B5EF4-FFF2-40B4-BE49-F238E27FC236}">
                    <a16:creationId xmlns:a16="http://schemas.microsoft.com/office/drawing/2014/main" id="{9011E367-713A-414B-B4D9-98FBA60AD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6" name="Csoportba foglalás 75">
              <a:extLst>
                <a:ext uri="{FF2B5EF4-FFF2-40B4-BE49-F238E27FC236}">
                  <a16:creationId xmlns:a16="http://schemas.microsoft.com/office/drawing/2014/main" id="{0B027035-7066-4526-9C91-19A2A71C64B1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05" name="Csoportba foglalás 104">
                <a:extLst>
                  <a:ext uri="{FF2B5EF4-FFF2-40B4-BE49-F238E27FC236}">
                    <a16:creationId xmlns:a16="http://schemas.microsoft.com/office/drawing/2014/main" id="{4EDF4DB3-C0A8-412F-B3CC-3DD5ACD2F3FB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08" name="Henger 107">
                  <a:extLst>
                    <a:ext uri="{FF2B5EF4-FFF2-40B4-BE49-F238E27FC236}">
                      <a16:creationId xmlns:a16="http://schemas.microsoft.com/office/drawing/2014/main" id="{3C1913FC-39A2-44DA-87FF-AA85C33E7400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Ellipszis 108">
                  <a:extLst>
                    <a:ext uri="{FF2B5EF4-FFF2-40B4-BE49-F238E27FC236}">
                      <a16:creationId xmlns:a16="http://schemas.microsoft.com/office/drawing/2014/main" id="{263FF7C4-8692-4A16-BE34-21F1B099B71D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0" name="Téglalap 109">
                  <a:extLst>
                    <a:ext uri="{FF2B5EF4-FFF2-40B4-BE49-F238E27FC236}">
                      <a16:creationId xmlns:a16="http://schemas.microsoft.com/office/drawing/2014/main" id="{8D687522-290B-4866-A1F0-8E45D2ACD2FF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1" name="Ellipszis 110">
                  <a:extLst>
                    <a:ext uri="{FF2B5EF4-FFF2-40B4-BE49-F238E27FC236}">
                      <a16:creationId xmlns:a16="http://schemas.microsoft.com/office/drawing/2014/main" id="{B5B4FE50-546F-41CB-BD17-5F28612E11EA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C4F8DE52-9B2F-46A1-9439-129863C9BE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500064AE-E88B-458E-8DD8-41EC7FB846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E6538E73-65E3-453C-926A-0F1061893C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Egyenes összekötő 114">
                  <a:extLst>
                    <a:ext uri="{FF2B5EF4-FFF2-40B4-BE49-F238E27FC236}">
                      <a16:creationId xmlns:a16="http://schemas.microsoft.com/office/drawing/2014/main" id="{50B15575-0D5C-49D8-90A5-1D0CC20DD2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6" name="Ellipszis 115">
                  <a:extLst>
                    <a:ext uri="{FF2B5EF4-FFF2-40B4-BE49-F238E27FC236}">
                      <a16:creationId xmlns:a16="http://schemas.microsoft.com/office/drawing/2014/main" id="{7261CF5B-0AE5-4643-878E-E32A9C224172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618B5325-A621-4389-A17C-26C378DCA18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7" name="Egyenes összekötő 106">
                <a:extLst>
                  <a:ext uri="{FF2B5EF4-FFF2-40B4-BE49-F238E27FC236}">
                    <a16:creationId xmlns:a16="http://schemas.microsoft.com/office/drawing/2014/main" id="{1E1A5D6E-5A89-4DF6-BD5F-A6C808A332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7" name="Csoportba foglalás 76">
              <a:extLst>
                <a:ext uri="{FF2B5EF4-FFF2-40B4-BE49-F238E27FC236}">
                  <a16:creationId xmlns:a16="http://schemas.microsoft.com/office/drawing/2014/main" id="{271C67B8-675C-4A42-8E2C-9AFBBDEDFF8D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95" name="Henger 94">
                <a:extLst>
                  <a:ext uri="{FF2B5EF4-FFF2-40B4-BE49-F238E27FC236}">
                    <a16:creationId xmlns:a16="http://schemas.microsoft.com/office/drawing/2014/main" id="{F0CB8E16-17F4-4595-8DA0-80A9820EC23D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96" name="Csoportba foglalás 95">
                <a:extLst>
                  <a:ext uri="{FF2B5EF4-FFF2-40B4-BE49-F238E27FC236}">
                    <a16:creationId xmlns:a16="http://schemas.microsoft.com/office/drawing/2014/main" id="{9734DAE4-A252-4A08-967C-2350835EC278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98" name="Ellipszis 97">
                  <a:extLst>
                    <a:ext uri="{FF2B5EF4-FFF2-40B4-BE49-F238E27FC236}">
                      <a16:creationId xmlns:a16="http://schemas.microsoft.com/office/drawing/2014/main" id="{F8261942-64BF-46FE-A001-3B6F3EE99A06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Ellipszis 98">
                  <a:extLst>
                    <a:ext uri="{FF2B5EF4-FFF2-40B4-BE49-F238E27FC236}">
                      <a16:creationId xmlns:a16="http://schemas.microsoft.com/office/drawing/2014/main" id="{8506ADCC-D53F-4086-9B00-14778B7494D1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429F01CD-97C9-48A9-AF2B-752DDF7FB6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B1845731-7502-4422-AE38-191CA89CFF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Egyenes összekötő 101">
                  <a:extLst>
                    <a:ext uri="{FF2B5EF4-FFF2-40B4-BE49-F238E27FC236}">
                      <a16:creationId xmlns:a16="http://schemas.microsoft.com/office/drawing/2014/main" id="{59307A02-8B53-472C-8D73-B69D6054D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Egyenes összekötő 102">
                  <a:extLst>
                    <a:ext uri="{FF2B5EF4-FFF2-40B4-BE49-F238E27FC236}">
                      <a16:creationId xmlns:a16="http://schemas.microsoft.com/office/drawing/2014/main" id="{0E299377-ACCB-4FD9-9D9F-7B859F8724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1FEB0AC7-EEF1-451E-AC7B-8738546CDDC8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97" name="Téglalap 96">
                <a:extLst>
                  <a:ext uri="{FF2B5EF4-FFF2-40B4-BE49-F238E27FC236}">
                    <a16:creationId xmlns:a16="http://schemas.microsoft.com/office/drawing/2014/main" id="{3E72EA71-F5CC-46C6-B027-8D6B0574DF5D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8" name="Csoportba foglalás 77">
              <a:extLst>
                <a:ext uri="{FF2B5EF4-FFF2-40B4-BE49-F238E27FC236}">
                  <a16:creationId xmlns:a16="http://schemas.microsoft.com/office/drawing/2014/main" id="{9E0CC90C-3124-42FB-8192-1247122F216C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79" name="Csoportba foglalás 78">
                <a:extLst>
                  <a:ext uri="{FF2B5EF4-FFF2-40B4-BE49-F238E27FC236}">
                    <a16:creationId xmlns:a16="http://schemas.microsoft.com/office/drawing/2014/main" id="{326F474A-EBB7-4556-96BA-EA8C7EDDC6B3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87" name="Henger 86">
                  <a:extLst>
                    <a:ext uri="{FF2B5EF4-FFF2-40B4-BE49-F238E27FC236}">
                      <a16:creationId xmlns:a16="http://schemas.microsoft.com/office/drawing/2014/main" id="{B5D6C850-12FC-4AD0-A7BC-B1D958D00A21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Ellipszis 87">
                  <a:extLst>
                    <a:ext uri="{FF2B5EF4-FFF2-40B4-BE49-F238E27FC236}">
                      <a16:creationId xmlns:a16="http://schemas.microsoft.com/office/drawing/2014/main" id="{4E47E126-C010-4B81-810F-48453B4ED6F1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9" name="Ív 88">
                  <a:extLst>
                    <a:ext uri="{FF2B5EF4-FFF2-40B4-BE49-F238E27FC236}">
                      <a16:creationId xmlns:a16="http://schemas.microsoft.com/office/drawing/2014/main" id="{E94BE788-6382-47BE-B8A1-414229C7492D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90" name="Picture 2" descr="Forráskép megtekintése">
                  <a:extLst>
                    <a:ext uri="{FF2B5EF4-FFF2-40B4-BE49-F238E27FC236}">
                      <a16:creationId xmlns:a16="http://schemas.microsoft.com/office/drawing/2014/main" id="{A903F2B2-0D52-481C-88E3-515D03A3D64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1" name="Téglalap 90">
                  <a:extLst>
                    <a:ext uri="{FF2B5EF4-FFF2-40B4-BE49-F238E27FC236}">
                      <a16:creationId xmlns:a16="http://schemas.microsoft.com/office/drawing/2014/main" id="{C7887A75-88BD-4FE4-8EBF-E5309AE7F0F2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2" name="Csillag: 4 ágú 91">
                  <a:extLst>
                    <a:ext uri="{FF2B5EF4-FFF2-40B4-BE49-F238E27FC236}">
                      <a16:creationId xmlns:a16="http://schemas.microsoft.com/office/drawing/2014/main" id="{CEBF32E0-EF76-451C-8E13-07F6462A86DD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3" name="Szabadkézi sokszög: alakzat 92">
                  <a:extLst>
                    <a:ext uri="{FF2B5EF4-FFF2-40B4-BE49-F238E27FC236}">
                      <a16:creationId xmlns:a16="http://schemas.microsoft.com/office/drawing/2014/main" id="{424018E8-5056-47A5-99E4-D3AA3715545A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4" name="Ellipszis 93">
                  <a:extLst>
                    <a:ext uri="{FF2B5EF4-FFF2-40B4-BE49-F238E27FC236}">
                      <a16:creationId xmlns:a16="http://schemas.microsoft.com/office/drawing/2014/main" id="{776AE94C-D223-422A-B423-433610B41D26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97058662-8C38-4390-BB07-B85B7165ED82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1" name="Ellipszis 80">
                <a:extLst>
                  <a:ext uri="{FF2B5EF4-FFF2-40B4-BE49-F238E27FC236}">
                    <a16:creationId xmlns:a16="http://schemas.microsoft.com/office/drawing/2014/main" id="{83972817-0FDE-4E44-9498-B9C25C7DEC23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3C881B8D-9C8A-4D9C-94D1-8966C5E254E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232C29CD-873B-4DDB-8F9B-15B85EC95018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Ellipszis 83">
                <a:extLst>
                  <a:ext uri="{FF2B5EF4-FFF2-40B4-BE49-F238E27FC236}">
                    <a16:creationId xmlns:a16="http://schemas.microsoft.com/office/drawing/2014/main" id="{1EAC44DA-A2F8-4A90-9321-9630E90725BA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85" name="Kép 84">
                <a:extLst>
                  <a:ext uri="{FF2B5EF4-FFF2-40B4-BE49-F238E27FC236}">
                    <a16:creationId xmlns:a16="http://schemas.microsoft.com/office/drawing/2014/main" id="{83D42AB4-61A7-45E1-A9EB-1EDE78E7EE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86" name="Egyenes összekötő 85">
                <a:extLst>
                  <a:ext uri="{FF2B5EF4-FFF2-40B4-BE49-F238E27FC236}">
                    <a16:creationId xmlns:a16="http://schemas.microsoft.com/office/drawing/2014/main" id="{230A93A0-D5C1-4434-ACF8-F0F5AEB05B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FE2E5293-B1D9-4DF5-A0CE-5203CC16965B}"/>
              </a:ext>
            </a:extLst>
          </p:cNvPr>
          <p:cNvSpPr/>
          <p:nvPr/>
        </p:nvSpPr>
        <p:spPr>
          <a:xfrm>
            <a:off x="2873353" y="2366538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Csillag: 5 ágú 139">
            <a:extLst>
              <a:ext uri="{FF2B5EF4-FFF2-40B4-BE49-F238E27FC236}">
                <a16:creationId xmlns:a16="http://schemas.microsoft.com/office/drawing/2014/main" id="{F37DE17A-2634-4C6C-B98F-04408A33BC19}"/>
              </a:ext>
            </a:extLst>
          </p:cNvPr>
          <p:cNvSpPr/>
          <p:nvPr/>
        </p:nvSpPr>
        <p:spPr>
          <a:xfrm>
            <a:off x="8663100" y="68105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Csillag: 5 ágú 140">
            <a:extLst>
              <a:ext uri="{FF2B5EF4-FFF2-40B4-BE49-F238E27FC236}">
                <a16:creationId xmlns:a16="http://schemas.microsoft.com/office/drawing/2014/main" id="{5E060A3C-20E3-435B-9A3B-D3BBA7899661}"/>
              </a:ext>
            </a:extLst>
          </p:cNvPr>
          <p:cNvSpPr/>
          <p:nvPr/>
        </p:nvSpPr>
        <p:spPr>
          <a:xfrm>
            <a:off x="3646241" y="48739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42646312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1C1B4AFD-5E3C-45C5-3FE9-74B00A5FFE19}"/>
              </a:ext>
            </a:extLst>
          </p:cNvPr>
          <p:cNvSpPr/>
          <p:nvPr/>
        </p:nvSpPr>
        <p:spPr>
          <a:xfrm>
            <a:off x="1964636" y="1404271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CAA8B951-5BB3-E269-BA3E-8B824D9E1638}"/>
              </a:ext>
            </a:extLst>
          </p:cNvPr>
          <p:cNvSpPr/>
          <p:nvPr/>
        </p:nvSpPr>
        <p:spPr>
          <a:xfrm>
            <a:off x="3216531" y="86647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8186DED7-BA39-C016-2A43-394E84671681}"/>
              </a:ext>
            </a:extLst>
          </p:cNvPr>
          <p:cNvSpPr/>
          <p:nvPr/>
        </p:nvSpPr>
        <p:spPr>
          <a:xfrm>
            <a:off x="4174037" y="1868686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D71162F0-ACEB-37DB-8DED-4839524BE739}"/>
              </a:ext>
            </a:extLst>
          </p:cNvPr>
          <p:cNvSpPr/>
          <p:nvPr/>
        </p:nvSpPr>
        <p:spPr>
          <a:xfrm>
            <a:off x="6424978" y="159844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5BE87112-4108-5196-0B07-BB9E0730A948}"/>
              </a:ext>
            </a:extLst>
          </p:cNvPr>
          <p:cNvSpPr/>
          <p:nvPr/>
        </p:nvSpPr>
        <p:spPr>
          <a:xfrm>
            <a:off x="5078402" y="122037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Csillag: 5 ágú 7">
            <a:extLst>
              <a:ext uri="{FF2B5EF4-FFF2-40B4-BE49-F238E27FC236}">
                <a16:creationId xmlns:a16="http://schemas.microsoft.com/office/drawing/2014/main" id="{2609AE03-065A-A158-912E-A1EF36E9F7A3}"/>
              </a:ext>
            </a:extLst>
          </p:cNvPr>
          <p:cNvSpPr/>
          <p:nvPr/>
        </p:nvSpPr>
        <p:spPr>
          <a:xfrm>
            <a:off x="9287678" y="150282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Csillag: 5 ágú 8">
            <a:extLst>
              <a:ext uri="{FF2B5EF4-FFF2-40B4-BE49-F238E27FC236}">
                <a16:creationId xmlns:a16="http://schemas.microsoft.com/office/drawing/2014/main" id="{5214FD36-6AD1-47FA-FB7F-7A2D075EFD8D}"/>
              </a:ext>
            </a:extLst>
          </p:cNvPr>
          <p:cNvSpPr/>
          <p:nvPr/>
        </p:nvSpPr>
        <p:spPr>
          <a:xfrm>
            <a:off x="8102317" y="1819366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" name="Csoportba foglalás 9">
            <a:extLst>
              <a:ext uri="{FF2B5EF4-FFF2-40B4-BE49-F238E27FC236}">
                <a16:creationId xmlns:a16="http://schemas.microsoft.com/office/drawing/2014/main" id="{2618693D-436F-56FD-40BB-1EEF665A369A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1" name="Henger 10">
              <a:extLst>
                <a:ext uri="{FF2B5EF4-FFF2-40B4-BE49-F238E27FC236}">
                  <a16:creationId xmlns:a16="http://schemas.microsoft.com/office/drawing/2014/main" id="{BBEFCFA3-7818-894D-5DBA-9886108F4D17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2" name="Csoportba foglalás 11">
              <a:extLst>
                <a:ext uri="{FF2B5EF4-FFF2-40B4-BE49-F238E27FC236}">
                  <a16:creationId xmlns:a16="http://schemas.microsoft.com/office/drawing/2014/main" id="{7BF8260E-35EA-EE09-AB6D-2BB075097089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4" name="Ellipszis 13">
                <a:extLst>
                  <a:ext uri="{FF2B5EF4-FFF2-40B4-BE49-F238E27FC236}">
                    <a16:creationId xmlns:a16="http://schemas.microsoft.com/office/drawing/2014/main" id="{6DD22C0F-E5F1-A047-D85F-A6A75255CF00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" name="Ellipszis 14">
                <a:extLst>
                  <a:ext uri="{FF2B5EF4-FFF2-40B4-BE49-F238E27FC236}">
                    <a16:creationId xmlns:a16="http://schemas.microsoft.com/office/drawing/2014/main" id="{56989911-BB3C-3E2E-C0C8-DD70E10B546C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89A5B324-0443-BC01-09A9-9B3B03AA94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E6BFCE28-E00D-3210-5CE2-478A809450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8" name="Egyenes összekötő 17">
                <a:extLst>
                  <a:ext uri="{FF2B5EF4-FFF2-40B4-BE49-F238E27FC236}">
                    <a16:creationId xmlns:a16="http://schemas.microsoft.com/office/drawing/2014/main" id="{D0CE48AA-2330-B2AF-EF12-18E32CAC454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6A9EBCE3-1765-E77B-3BCE-844AEB87E28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A8B17317-48AB-03C1-9CAF-C575D1710E8F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FE34E6C9-9220-2796-4FE9-04052A614771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1" name="Téglalap 20">
            <a:extLst>
              <a:ext uri="{FF2B5EF4-FFF2-40B4-BE49-F238E27FC236}">
                <a16:creationId xmlns:a16="http://schemas.microsoft.com/office/drawing/2014/main" id="{4B71528B-C850-F225-511F-CB9B20DFFE73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2" name="Csoportba foglalás 21">
            <a:extLst>
              <a:ext uri="{FF2B5EF4-FFF2-40B4-BE49-F238E27FC236}">
                <a16:creationId xmlns:a16="http://schemas.microsoft.com/office/drawing/2014/main" id="{4F7029F6-8B27-7E86-0DB0-FC37C4DD8727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3" name="Csoportba foglalás 22">
              <a:extLst>
                <a:ext uri="{FF2B5EF4-FFF2-40B4-BE49-F238E27FC236}">
                  <a16:creationId xmlns:a16="http://schemas.microsoft.com/office/drawing/2014/main" id="{5CBC981D-69E4-1AA0-A71E-4E6FE950182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6" name="Henger 25">
                <a:extLst>
                  <a:ext uri="{FF2B5EF4-FFF2-40B4-BE49-F238E27FC236}">
                    <a16:creationId xmlns:a16="http://schemas.microsoft.com/office/drawing/2014/main" id="{5039F4C4-6725-27C3-F5C6-F49975C50E3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37B3B654-C6BB-6226-A471-A1F58CD9025B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8" name="Téglalap 27">
                <a:extLst>
                  <a:ext uri="{FF2B5EF4-FFF2-40B4-BE49-F238E27FC236}">
                    <a16:creationId xmlns:a16="http://schemas.microsoft.com/office/drawing/2014/main" id="{D47A4D5D-7577-08AA-8CA0-76C0F63903BB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86243813-F3CA-4893-24B9-123F0B62373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A511995D-01B2-6343-0FB8-2B9B944AC0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0806CA87-4024-78E8-CD74-EEEB0492AD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" name="Egyenes összekötő 31">
                <a:extLst>
                  <a:ext uri="{FF2B5EF4-FFF2-40B4-BE49-F238E27FC236}">
                    <a16:creationId xmlns:a16="http://schemas.microsoft.com/office/drawing/2014/main" id="{0A036DD3-5753-9F73-D79D-2A7503CD76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3" name="Egyenes összekötő 32">
                <a:extLst>
                  <a:ext uri="{FF2B5EF4-FFF2-40B4-BE49-F238E27FC236}">
                    <a16:creationId xmlns:a16="http://schemas.microsoft.com/office/drawing/2014/main" id="{4C11E389-9755-BE0D-66DE-850DEC58122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A37C410D-9A6C-175B-C029-B453620E1BB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" name="Egyenes összekötő 23">
              <a:extLst>
                <a:ext uri="{FF2B5EF4-FFF2-40B4-BE49-F238E27FC236}">
                  <a16:creationId xmlns:a16="http://schemas.microsoft.com/office/drawing/2014/main" id="{E0C3CEE3-FC88-0582-2124-C28317F2E1D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5" name="Egyenes összekötő 24">
              <a:extLst>
                <a:ext uri="{FF2B5EF4-FFF2-40B4-BE49-F238E27FC236}">
                  <a16:creationId xmlns:a16="http://schemas.microsoft.com/office/drawing/2014/main" id="{3BC0BE80-2DE3-4B86-F47A-B4D0C6AD0F4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5" name="Téglalap 34">
            <a:extLst>
              <a:ext uri="{FF2B5EF4-FFF2-40B4-BE49-F238E27FC236}">
                <a16:creationId xmlns:a16="http://schemas.microsoft.com/office/drawing/2014/main" id="{82424D70-3CF4-CCD9-93D1-E087C9C5A5C6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000CCBED-8F38-400C-BE8C-985A7459F46C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2F0C2AF7-2905-E928-942D-44611F2C80F5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A3F8568F-9717-A950-4CEA-A0204E470BFD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6A6FFE2E-3E83-538D-3EF4-6B4D584785AC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76119BE2-D8D0-AAFF-0E0B-1981ACD3C3A9}"/>
              </a:ext>
            </a:extLst>
          </p:cNvPr>
          <p:cNvGrpSpPr/>
          <p:nvPr/>
        </p:nvGrpSpPr>
        <p:grpSpPr>
          <a:xfrm>
            <a:off x="8559800" y="3360470"/>
            <a:ext cx="6975968" cy="2740695"/>
            <a:chOff x="0" y="2026970"/>
            <a:chExt cx="6975968" cy="2740695"/>
          </a:xfrm>
        </p:grpSpPr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A800C220-6497-7C05-8EF4-CE150C412FD1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45A67C35-F0E8-1268-FBD9-4EB32BFE64C7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AA25EF0B-6765-54DC-C550-476684A6BB45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05451060-26DF-B678-A11B-FF6E9124638A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0900FF40-B649-1BBE-312A-2A925561F322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6" name="Csoportba foglalás 45">
            <a:extLst>
              <a:ext uri="{FF2B5EF4-FFF2-40B4-BE49-F238E27FC236}">
                <a16:creationId xmlns:a16="http://schemas.microsoft.com/office/drawing/2014/main" id="{56576FC8-E6E1-54A2-D903-79C073EC2007}"/>
              </a:ext>
            </a:extLst>
          </p:cNvPr>
          <p:cNvGrpSpPr/>
          <p:nvPr/>
        </p:nvGrpSpPr>
        <p:grpSpPr>
          <a:xfrm>
            <a:off x="6916510" y="3811272"/>
            <a:ext cx="1152739" cy="2231794"/>
            <a:chOff x="21678" y="2352425"/>
            <a:chExt cx="1152739" cy="2231794"/>
          </a:xfrm>
        </p:grpSpPr>
        <p:sp>
          <p:nvSpPr>
            <p:cNvPr id="47" name="Téglalap 46">
              <a:extLst>
                <a:ext uri="{FF2B5EF4-FFF2-40B4-BE49-F238E27FC236}">
                  <a16:creationId xmlns:a16="http://schemas.microsoft.com/office/drawing/2014/main" id="{55C9A5D6-743D-A8DF-CA78-BE11BE076FB4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7A6319B5-A0C8-3CC6-995F-7F709DFBFF3B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Ellipszis 48">
              <a:extLst>
                <a:ext uri="{FF2B5EF4-FFF2-40B4-BE49-F238E27FC236}">
                  <a16:creationId xmlns:a16="http://schemas.microsoft.com/office/drawing/2014/main" id="{D6F9C930-219F-458C-E2A3-133CC34F0A9A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Ellipszis 49">
              <a:extLst>
                <a:ext uri="{FF2B5EF4-FFF2-40B4-BE49-F238E27FC236}">
                  <a16:creationId xmlns:a16="http://schemas.microsoft.com/office/drawing/2014/main" id="{B5E3D63A-E1D3-9764-3067-FE0B1C3EFB9B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62AD5E4B-16DC-B389-D96E-B82D59CF258F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2" name="Csoportba foglalás 51">
            <a:extLst>
              <a:ext uri="{FF2B5EF4-FFF2-40B4-BE49-F238E27FC236}">
                <a16:creationId xmlns:a16="http://schemas.microsoft.com/office/drawing/2014/main" id="{2C4F4BA7-4839-1F39-F3B3-2F8216C48EA3}"/>
              </a:ext>
            </a:extLst>
          </p:cNvPr>
          <p:cNvGrpSpPr/>
          <p:nvPr/>
        </p:nvGrpSpPr>
        <p:grpSpPr>
          <a:xfrm>
            <a:off x="2247623" y="3010168"/>
            <a:ext cx="1891113" cy="3047251"/>
            <a:chOff x="0" y="1549915"/>
            <a:chExt cx="1891113" cy="3047251"/>
          </a:xfrm>
        </p:grpSpPr>
        <p:sp>
          <p:nvSpPr>
            <p:cNvPr id="53" name="Téglalap 52">
              <a:extLst>
                <a:ext uri="{FF2B5EF4-FFF2-40B4-BE49-F238E27FC236}">
                  <a16:creationId xmlns:a16="http://schemas.microsoft.com/office/drawing/2014/main" id="{04521C32-3D03-542B-860C-2B3E57D287E2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Téglalap 53">
              <a:extLst>
                <a:ext uri="{FF2B5EF4-FFF2-40B4-BE49-F238E27FC236}">
                  <a16:creationId xmlns:a16="http://schemas.microsoft.com/office/drawing/2014/main" id="{9DE5A990-0BCF-C36F-18B3-F4BAFF592109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Téglalap 54">
              <a:extLst>
                <a:ext uri="{FF2B5EF4-FFF2-40B4-BE49-F238E27FC236}">
                  <a16:creationId xmlns:a16="http://schemas.microsoft.com/office/drawing/2014/main" id="{5238D939-2B9C-9062-EBCD-82718DCA7DD6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Háromszög 55">
              <a:extLst>
                <a:ext uri="{FF2B5EF4-FFF2-40B4-BE49-F238E27FC236}">
                  <a16:creationId xmlns:a16="http://schemas.microsoft.com/office/drawing/2014/main" id="{CAE4C5B7-0D68-E259-38FC-68E4313B85CC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7" name="Csoportba foglalás 56">
            <a:extLst>
              <a:ext uri="{FF2B5EF4-FFF2-40B4-BE49-F238E27FC236}">
                <a16:creationId xmlns:a16="http://schemas.microsoft.com/office/drawing/2014/main" id="{9D891507-B587-03D3-5FDA-07E785D05CDE}"/>
              </a:ext>
            </a:extLst>
          </p:cNvPr>
          <p:cNvGrpSpPr/>
          <p:nvPr/>
        </p:nvGrpSpPr>
        <p:grpSpPr>
          <a:xfrm>
            <a:off x="-511728" y="6044967"/>
            <a:ext cx="13544064" cy="2260833"/>
            <a:chOff x="-511728" y="4673367"/>
            <a:chExt cx="13544064" cy="2260833"/>
          </a:xfrm>
        </p:grpSpPr>
        <p:sp>
          <p:nvSpPr>
            <p:cNvPr id="58" name="Téglalap 57">
              <a:extLst>
                <a:ext uri="{FF2B5EF4-FFF2-40B4-BE49-F238E27FC236}">
                  <a16:creationId xmlns:a16="http://schemas.microsoft.com/office/drawing/2014/main" id="{3014ADAD-8C1A-26A4-6442-28E5BD95C5FC}"/>
                </a:ext>
              </a:extLst>
            </p:cNvPr>
            <p:cNvSpPr/>
            <p:nvPr/>
          </p:nvSpPr>
          <p:spPr>
            <a:xfrm>
              <a:off x="0" y="65944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F072C9DE-667F-87CE-7F14-23C62CB698A3}"/>
                </a:ext>
              </a:extLst>
            </p:cNvPr>
            <p:cNvGrpSpPr/>
            <p:nvPr/>
          </p:nvGrpSpPr>
          <p:grpSpPr>
            <a:xfrm>
              <a:off x="-511728" y="4673367"/>
              <a:ext cx="13544064" cy="1921080"/>
              <a:chOff x="-511728" y="4673367"/>
              <a:chExt cx="13544064" cy="1921080"/>
            </a:xfrm>
          </p:grpSpPr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A3477F90-EDD9-8638-7005-6E07FCF81868}"/>
                  </a:ext>
                </a:extLst>
              </p:cNvPr>
              <p:cNvSpPr/>
              <p:nvPr/>
            </p:nvSpPr>
            <p:spPr>
              <a:xfrm>
                <a:off x="-511728" y="4673367"/>
                <a:ext cx="13544064" cy="1921080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 60">
                <a:extLst>
                  <a:ext uri="{FF2B5EF4-FFF2-40B4-BE49-F238E27FC236}">
                    <a16:creationId xmlns:a16="http://schemas.microsoft.com/office/drawing/2014/main" id="{003C1BC9-25E1-04BA-7F26-E22F3C0DF970}"/>
                  </a:ext>
                </a:extLst>
              </p:cNvPr>
              <p:cNvSpPr/>
              <p:nvPr/>
            </p:nvSpPr>
            <p:spPr>
              <a:xfrm>
                <a:off x="10375829" y="5464186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 61">
                <a:extLst>
                  <a:ext uri="{FF2B5EF4-FFF2-40B4-BE49-F238E27FC236}">
                    <a16:creationId xmlns:a16="http://schemas.microsoft.com/office/drawing/2014/main" id="{03D73D8D-E292-8EF6-4816-4E3B950458D1}"/>
                  </a:ext>
                </a:extLst>
              </p:cNvPr>
              <p:cNvSpPr/>
              <p:nvPr/>
            </p:nvSpPr>
            <p:spPr>
              <a:xfrm>
                <a:off x="9410908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 62">
                <a:extLst>
                  <a:ext uri="{FF2B5EF4-FFF2-40B4-BE49-F238E27FC236}">
                    <a16:creationId xmlns:a16="http://schemas.microsoft.com/office/drawing/2014/main" id="{726A4DA1-0E50-E9A9-F3F3-C8BD91029C86}"/>
                  </a:ext>
                </a:extLst>
              </p:cNvPr>
              <p:cNvSpPr/>
              <p:nvPr/>
            </p:nvSpPr>
            <p:spPr>
              <a:xfrm>
                <a:off x="8321823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0EB43BC1-202F-0C40-6D88-63EA5D4CA97F}"/>
                  </a:ext>
                </a:extLst>
              </p:cNvPr>
              <p:cNvSpPr/>
              <p:nvPr/>
            </p:nvSpPr>
            <p:spPr>
              <a:xfrm>
                <a:off x="6990951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 64">
                <a:extLst>
                  <a:ext uri="{FF2B5EF4-FFF2-40B4-BE49-F238E27FC236}">
                    <a16:creationId xmlns:a16="http://schemas.microsoft.com/office/drawing/2014/main" id="{826C8B93-EBC4-A399-9234-530600CB5803}"/>
                  </a:ext>
                </a:extLst>
              </p:cNvPr>
              <p:cNvSpPr/>
              <p:nvPr/>
            </p:nvSpPr>
            <p:spPr>
              <a:xfrm>
                <a:off x="5882126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 65">
                <a:extLst>
                  <a:ext uri="{FF2B5EF4-FFF2-40B4-BE49-F238E27FC236}">
                    <a16:creationId xmlns:a16="http://schemas.microsoft.com/office/drawing/2014/main" id="{D2B7DEFD-8912-E62F-7AC7-0DE9084FA462}"/>
                  </a:ext>
                </a:extLst>
              </p:cNvPr>
              <p:cNvSpPr/>
              <p:nvPr/>
            </p:nvSpPr>
            <p:spPr>
              <a:xfrm>
                <a:off x="4921447" y="5453541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Téglalap 66">
                <a:extLst>
                  <a:ext uri="{FF2B5EF4-FFF2-40B4-BE49-F238E27FC236}">
                    <a16:creationId xmlns:a16="http://schemas.microsoft.com/office/drawing/2014/main" id="{3992C026-CD66-F59B-9EB3-C0659BAFABF0}"/>
                  </a:ext>
                </a:extLst>
              </p:cNvPr>
              <p:cNvSpPr/>
              <p:nvPr/>
            </p:nvSpPr>
            <p:spPr>
              <a:xfrm>
                <a:off x="3844761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Téglalap 67">
                <a:extLst>
                  <a:ext uri="{FF2B5EF4-FFF2-40B4-BE49-F238E27FC236}">
                    <a16:creationId xmlns:a16="http://schemas.microsoft.com/office/drawing/2014/main" id="{2F15EA56-9000-CAAF-3881-32443A971D8E}"/>
                  </a:ext>
                </a:extLst>
              </p:cNvPr>
              <p:cNvSpPr/>
              <p:nvPr/>
            </p:nvSpPr>
            <p:spPr>
              <a:xfrm>
                <a:off x="2614620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Téglalap 68">
                <a:extLst>
                  <a:ext uri="{FF2B5EF4-FFF2-40B4-BE49-F238E27FC236}">
                    <a16:creationId xmlns:a16="http://schemas.microsoft.com/office/drawing/2014/main" id="{A51715E0-13A0-1C54-EA84-98AFDC71F9EA}"/>
                  </a:ext>
                </a:extLst>
              </p:cNvPr>
              <p:cNvSpPr/>
              <p:nvPr/>
            </p:nvSpPr>
            <p:spPr>
              <a:xfrm>
                <a:off x="1833343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Téglalap 69">
                <a:extLst>
                  <a:ext uri="{FF2B5EF4-FFF2-40B4-BE49-F238E27FC236}">
                    <a16:creationId xmlns:a16="http://schemas.microsoft.com/office/drawing/2014/main" id="{79430FAC-DC43-E379-A200-E91D1A90A8ED}"/>
                  </a:ext>
                </a:extLst>
              </p:cNvPr>
              <p:cNvSpPr/>
              <p:nvPr/>
            </p:nvSpPr>
            <p:spPr>
              <a:xfrm>
                <a:off x="11449862" y="5470315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42D32AC0-2ACD-6D68-FA75-ECDBC8678B9C}"/>
                  </a:ext>
                </a:extLst>
              </p:cNvPr>
              <p:cNvSpPr/>
              <p:nvPr/>
            </p:nvSpPr>
            <p:spPr>
              <a:xfrm>
                <a:off x="922269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F7AC8FA6-128D-E421-3868-32AA7158C914}"/>
                  </a:ext>
                </a:extLst>
              </p:cNvPr>
              <p:cNvSpPr/>
              <p:nvPr/>
            </p:nvSpPr>
            <p:spPr>
              <a:xfrm>
                <a:off x="-197342" y="5449349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74" name="Csoportba foglalás 73">
            <a:extLst>
              <a:ext uri="{FF2B5EF4-FFF2-40B4-BE49-F238E27FC236}">
                <a16:creationId xmlns:a16="http://schemas.microsoft.com/office/drawing/2014/main" id="{6AFF0984-D1CD-9E8C-41B0-FD300F728A38}"/>
              </a:ext>
            </a:extLst>
          </p:cNvPr>
          <p:cNvGrpSpPr/>
          <p:nvPr/>
        </p:nvGrpSpPr>
        <p:grpSpPr>
          <a:xfrm rot="827185">
            <a:off x="3704909" y="2358578"/>
            <a:ext cx="6706659" cy="3797671"/>
            <a:chOff x="3704909" y="2358578"/>
            <a:chExt cx="6706659" cy="3797671"/>
          </a:xfrm>
          <a:effectLst>
            <a:outerShdw blurRad="76200" dist="12700" dir="8100000" sy="-23000" kx="800400" algn="br" rotWithShape="0">
              <a:prstClr val="black">
                <a:alpha val="20000"/>
              </a:prstClr>
            </a:outerShdw>
          </a:effectLst>
        </p:grpSpPr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F89BAF4E-1233-C62C-3132-38C79DD1FA3E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7851794C-C4E6-B0C4-BEE6-4395993E0D29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20" name="Derékszögű háromszög 119">
                  <a:extLst>
                    <a:ext uri="{FF2B5EF4-FFF2-40B4-BE49-F238E27FC236}">
                      <a16:creationId xmlns:a16="http://schemas.microsoft.com/office/drawing/2014/main" id="{E9F46E0F-D4FB-B238-8CB3-A3E2CDE99B8B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Derékszögű háromszög 120">
                  <a:extLst>
                    <a:ext uri="{FF2B5EF4-FFF2-40B4-BE49-F238E27FC236}">
                      <a16:creationId xmlns:a16="http://schemas.microsoft.com/office/drawing/2014/main" id="{DE942D47-5E48-5B9E-71E7-431E309186C0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Téglalap 15">
                  <a:extLst>
                    <a:ext uri="{FF2B5EF4-FFF2-40B4-BE49-F238E27FC236}">
                      <a16:creationId xmlns:a16="http://schemas.microsoft.com/office/drawing/2014/main" id="{5A32DECF-BE34-9661-970A-E346829113D7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3" name="Folyamatábra: Tárolt adat 17">
                  <a:extLst>
                    <a:ext uri="{FF2B5EF4-FFF2-40B4-BE49-F238E27FC236}">
                      <a16:creationId xmlns:a16="http://schemas.microsoft.com/office/drawing/2014/main" id="{A45E1738-E793-7152-18BD-BA32AB6DB627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Derékszögű háromszög 123">
                  <a:extLst>
                    <a:ext uri="{FF2B5EF4-FFF2-40B4-BE49-F238E27FC236}">
                      <a16:creationId xmlns:a16="http://schemas.microsoft.com/office/drawing/2014/main" id="{C431E272-BE6F-6E9F-95A8-B6099F17605E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5" name="Kivonás jele 124">
                  <a:extLst>
                    <a:ext uri="{FF2B5EF4-FFF2-40B4-BE49-F238E27FC236}">
                      <a16:creationId xmlns:a16="http://schemas.microsoft.com/office/drawing/2014/main" id="{B5790B47-7900-FF24-C705-773C28DC605E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555D33C7-3BF3-B9B2-5215-D879E93D8997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AF4D6C61-9A4D-F30D-2B43-631A80AB8432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Kivonás jele 127">
                  <a:extLst>
                    <a:ext uri="{FF2B5EF4-FFF2-40B4-BE49-F238E27FC236}">
                      <a16:creationId xmlns:a16="http://schemas.microsoft.com/office/drawing/2014/main" id="{97DB588B-6B88-85A9-E4D3-B14BC85C18FC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9" name="Kivonás jele 128">
                  <a:extLst>
                    <a:ext uri="{FF2B5EF4-FFF2-40B4-BE49-F238E27FC236}">
                      <a16:creationId xmlns:a16="http://schemas.microsoft.com/office/drawing/2014/main" id="{3F6A38EB-0B76-D045-ABCB-5B98134B0DF3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Ellipszis 129">
                  <a:extLst>
                    <a:ext uri="{FF2B5EF4-FFF2-40B4-BE49-F238E27FC236}">
                      <a16:creationId xmlns:a16="http://schemas.microsoft.com/office/drawing/2014/main" id="{C59D8E00-9A14-C6D0-50DF-278661B19DB4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Romboid 130">
                  <a:extLst>
                    <a:ext uri="{FF2B5EF4-FFF2-40B4-BE49-F238E27FC236}">
                      <a16:creationId xmlns:a16="http://schemas.microsoft.com/office/drawing/2014/main" id="{891E1531-A6B0-BDB1-B2F5-CEF487CBFF96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Téglalap 131">
                  <a:extLst>
                    <a:ext uri="{FF2B5EF4-FFF2-40B4-BE49-F238E27FC236}">
                      <a16:creationId xmlns:a16="http://schemas.microsoft.com/office/drawing/2014/main" id="{AF3647A4-6178-DF8B-3998-0362A57F920D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Téglalap: lekerekített 132">
                  <a:extLst>
                    <a:ext uri="{FF2B5EF4-FFF2-40B4-BE49-F238E27FC236}">
                      <a16:creationId xmlns:a16="http://schemas.microsoft.com/office/drawing/2014/main" id="{4C3EC2DB-9AB2-8EFF-4C1B-862A29281A00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Téglalap: lekerekített 133">
                  <a:extLst>
                    <a:ext uri="{FF2B5EF4-FFF2-40B4-BE49-F238E27FC236}">
                      <a16:creationId xmlns:a16="http://schemas.microsoft.com/office/drawing/2014/main" id="{E51E7395-2ED1-7CF7-3D36-35F0270F69BA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Téglalap: lekerekített 134">
                  <a:extLst>
                    <a:ext uri="{FF2B5EF4-FFF2-40B4-BE49-F238E27FC236}">
                      <a16:creationId xmlns:a16="http://schemas.microsoft.com/office/drawing/2014/main" id="{2DF606E6-DEF9-2D9C-32D6-18332C9BB5AA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Téglalap: lekerekített 135">
                  <a:extLst>
                    <a:ext uri="{FF2B5EF4-FFF2-40B4-BE49-F238E27FC236}">
                      <a16:creationId xmlns:a16="http://schemas.microsoft.com/office/drawing/2014/main" id="{8D8CA46B-122A-2DC3-E339-154A504C1EC8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Téglalap: lekerekített 136">
                  <a:extLst>
                    <a:ext uri="{FF2B5EF4-FFF2-40B4-BE49-F238E27FC236}">
                      <a16:creationId xmlns:a16="http://schemas.microsoft.com/office/drawing/2014/main" id="{B3E4D6AE-5D6B-A348-C7E4-98C979E6C7D0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Téglalap: lekerekített 137">
                  <a:extLst>
                    <a:ext uri="{FF2B5EF4-FFF2-40B4-BE49-F238E27FC236}">
                      <a16:creationId xmlns:a16="http://schemas.microsoft.com/office/drawing/2014/main" id="{D858DF3A-CD34-A0A1-A14D-766A90CA9539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18" name="Picture 2" descr="Forráskép megtekintése">
                <a:extLst>
                  <a:ext uri="{FF2B5EF4-FFF2-40B4-BE49-F238E27FC236}">
                    <a16:creationId xmlns:a16="http://schemas.microsoft.com/office/drawing/2014/main" id="{5F0D3F7E-76BB-3AAE-12B3-2B1F5A7A4C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9" name="Picture 6" descr="Forráskép megtekintése">
                <a:extLst>
                  <a:ext uri="{FF2B5EF4-FFF2-40B4-BE49-F238E27FC236}">
                    <a16:creationId xmlns:a16="http://schemas.microsoft.com/office/drawing/2014/main" id="{8FC734DF-708A-5A48-DF85-C1A93C141A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6" name="Csoportba foglalás 75">
              <a:extLst>
                <a:ext uri="{FF2B5EF4-FFF2-40B4-BE49-F238E27FC236}">
                  <a16:creationId xmlns:a16="http://schemas.microsoft.com/office/drawing/2014/main" id="{8932B7A3-74E5-D6B2-515F-CEBE084CB7DD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05" name="Csoportba foglalás 104">
                <a:extLst>
                  <a:ext uri="{FF2B5EF4-FFF2-40B4-BE49-F238E27FC236}">
                    <a16:creationId xmlns:a16="http://schemas.microsoft.com/office/drawing/2014/main" id="{3E6772B8-4174-D9C8-E051-DEC202CE81ED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08" name="Henger 107">
                  <a:extLst>
                    <a:ext uri="{FF2B5EF4-FFF2-40B4-BE49-F238E27FC236}">
                      <a16:creationId xmlns:a16="http://schemas.microsoft.com/office/drawing/2014/main" id="{CA69810F-4DB9-40F6-98E0-AA799BDD438F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Ellipszis 108">
                  <a:extLst>
                    <a:ext uri="{FF2B5EF4-FFF2-40B4-BE49-F238E27FC236}">
                      <a16:creationId xmlns:a16="http://schemas.microsoft.com/office/drawing/2014/main" id="{60C5DBA7-0005-EF2B-29C4-B5E4254C03F8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0" name="Téglalap 109">
                  <a:extLst>
                    <a:ext uri="{FF2B5EF4-FFF2-40B4-BE49-F238E27FC236}">
                      <a16:creationId xmlns:a16="http://schemas.microsoft.com/office/drawing/2014/main" id="{EE400132-C6D4-6470-7F74-7B6A31D873ED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1" name="Ellipszis 110">
                  <a:extLst>
                    <a:ext uri="{FF2B5EF4-FFF2-40B4-BE49-F238E27FC236}">
                      <a16:creationId xmlns:a16="http://schemas.microsoft.com/office/drawing/2014/main" id="{A1A1F7B9-D544-14F9-2EE9-AE8AEBC17BEC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F4231B4F-5A44-5997-FA10-EA47DAF2EA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0CBDA6F4-9B53-3726-A94C-3BE461708F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F193ED82-C0D8-1D98-654E-0D252C4F31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Egyenes összekötő 114">
                  <a:extLst>
                    <a:ext uri="{FF2B5EF4-FFF2-40B4-BE49-F238E27FC236}">
                      <a16:creationId xmlns:a16="http://schemas.microsoft.com/office/drawing/2014/main" id="{86C76C9E-FE45-2D08-91C1-DF3A8B8907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6" name="Ellipszis 115">
                  <a:extLst>
                    <a:ext uri="{FF2B5EF4-FFF2-40B4-BE49-F238E27FC236}">
                      <a16:creationId xmlns:a16="http://schemas.microsoft.com/office/drawing/2014/main" id="{CAFFF7CA-F79F-0050-B570-BFFB14FB305C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B55B8EBC-21FD-80DB-1854-5062E8E108E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7" name="Egyenes összekötő 106">
                <a:extLst>
                  <a:ext uri="{FF2B5EF4-FFF2-40B4-BE49-F238E27FC236}">
                    <a16:creationId xmlns:a16="http://schemas.microsoft.com/office/drawing/2014/main" id="{2B75688B-8FD0-340E-39F3-786E1C9926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7" name="Csoportba foglalás 76">
              <a:extLst>
                <a:ext uri="{FF2B5EF4-FFF2-40B4-BE49-F238E27FC236}">
                  <a16:creationId xmlns:a16="http://schemas.microsoft.com/office/drawing/2014/main" id="{44FEBFEC-6604-A85D-5334-9482B3D32C66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95" name="Henger 94">
                <a:extLst>
                  <a:ext uri="{FF2B5EF4-FFF2-40B4-BE49-F238E27FC236}">
                    <a16:creationId xmlns:a16="http://schemas.microsoft.com/office/drawing/2014/main" id="{D293B009-1B07-9AE0-BFBE-5F33FAD0B739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96" name="Csoportba foglalás 95">
                <a:extLst>
                  <a:ext uri="{FF2B5EF4-FFF2-40B4-BE49-F238E27FC236}">
                    <a16:creationId xmlns:a16="http://schemas.microsoft.com/office/drawing/2014/main" id="{463938EC-ECAF-A74C-E4A8-07E68C9A6B65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98" name="Ellipszis 97">
                  <a:extLst>
                    <a:ext uri="{FF2B5EF4-FFF2-40B4-BE49-F238E27FC236}">
                      <a16:creationId xmlns:a16="http://schemas.microsoft.com/office/drawing/2014/main" id="{000418CE-82DC-927B-9C21-AE87AAB7AB07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Ellipszis 98">
                  <a:extLst>
                    <a:ext uri="{FF2B5EF4-FFF2-40B4-BE49-F238E27FC236}">
                      <a16:creationId xmlns:a16="http://schemas.microsoft.com/office/drawing/2014/main" id="{498FBB63-5D9B-E9E0-854D-B62F87CC2910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5421813C-DD43-C5F0-A7FC-F16A642F1C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C9FC1AAD-E581-6671-B9EE-5C5D868F7F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Egyenes összekötő 101">
                  <a:extLst>
                    <a:ext uri="{FF2B5EF4-FFF2-40B4-BE49-F238E27FC236}">
                      <a16:creationId xmlns:a16="http://schemas.microsoft.com/office/drawing/2014/main" id="{56E43A48-3186-C7B5-10A5-071FAF679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Egyenes összekötő 102">
                  <a:extLst>
                    <a:ext uri="{FF2B5EF4-FFF2-40B4-BE49-F238E27FC236}">
                      <a16:creationId xmlns:a16="http://schemas.microsoft.com/office/drawing/2014/main" id="{EF17D4E5-55F3-B77E-3516-02A6CC11B8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C89998F9-299C-3D5F-D5F1-E66118431404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97" name="Téglalap 96">
                <a:extLst>
                  <a:ext uri="{FF2B5EF4-FFF2-40B4-BE49-F238E27FC236}">
                    <a16:creationId xmlns:a16="http://schemas.microsoft.com/office/drawing/2014/main" id="{7F2CB506-2441-15EE-9E52-F7DC6BEDBD05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8" name="Csoportba foglalás 77">
              <a:extLst>
                <a:ext uri="{FF2B5EF4-FFF2-40B4-BE49-F238E27FC236}">
                  <a16:creationId xmlns:a16="http://schemas.microsoft.com/office/drawing/2014/main" id="{25997962-33FD-C0AE-53E7-88EA432F51B8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79" name="Csoportba foglalás 78">
                <a:extLst>
                  <a:ext uri="{FF2B5EF4-FFF2-40B4-BE49-F238E27FC236}">
                    <a16:creationId xmlns:a16="http://schemas.microsoft.com/office/drawing/2014/main" id="{2A34D35E-FCBC-768A-96AE-3A2769088ED9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87" name="Henger 86">
                  <a:extLst>
                    <a:ext uri="{FF2B5EF4-FFF2-40B4-BE49-F238E27FC236}">
                      <a16:creationId xmlns:a16="http://schemas.microsoft.com/office/drawing/2014/main" id="{E154B740-DFBC-A170-12CE-E3153D3EE26C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Ellipszis 87">
                  <a:extLst>
                    <a:ext uri="{FF2B5EF4-FFF2-40B4-BE49-F238E27FC236}">
                      <a16:creationId xmlns:a16="http://schemas.microsoft.com/office/drawing/2014/main" id="{A22A5A1B-5828-7B65-444D-CA429A888FA5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9" name="Ív 88">
                  <a:extLst>
                    <a:ext uri="{FF2B5EF4-FFF2-40B4-BE49-F238E27FC236}">
                      <a16:creationId xmlns:a16="http://schemas.microsoft.com/office/drawing/2014/main" id="{AED962E2-CE59-3D1D-1688-41E54A9D93AC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90" name="Picture 2" descr="Forráskép megtekintése">
                  <a:extLst>
                    <a:ext uri="{FF2B5EF4-FFF2-40B4-BE49-F238E27FC236}">
                      <a16:creationId xmlns:a16="http://schemas.microsoft.com/office/drawing/2014/main" id="{1A5670C0-676C-8E3E-116A-68A94DBC25E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1" name="Téglalap 90">
                  <a:extLst>
                    <a:ext uri="{FF2B5EF4-FFF2-40B4-BE49-F238E27FC236}">
                      <a16:creationId xmlns:a16="http://schemas.microsoft.com/office/drawing/2014/main" id="{56649BBF-E3EB-9573-6348-82D0F918399E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2" name="Csillag: 4 ágú 91">
                  <a:extLst>
                    <a:ext uri="{FF2B5EF4-FFF2-40B4-BE49-F238E27FC236}">
                      <a16:creationId xmlns:a16="http://schemas.microsoft.com/office/drawing/2014/main" id="{28D164F7-9CD8-0D69-8728-2F99C0FD38DA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3" name="Szabadkézi sokszög: alakzat 92">
                  <a:extLst>
                    <a:ext uri="{FF2B5EF4-FFF2-40B4-BE49-F238E27FC236}">
                      <a16:creationId xmlns:a16="http://schemas.microsoft.com/office/drawing/2014/main" id="{65721D52-BE7C-EE1C-7B8E-15A875C7350F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4" name="Ellipszis 93">
                  <a:extLst>
                    <a:ext uri="{FF2B5EF4-FFF2-40B4-BE49-F238E27FC236}">
                      <a16:creationId xmlns:a16="http://schemas.microsoft.com/office/drawing/2014/main" id="{3E804546-8356-BEB5-50C2-57AEEE1FB6DB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32F9E62E-4666-4E9F-84C0-83AC9B2CB903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1" name="Ellipszis 80">
                <a:extLst>
                  <a:ext uri="{FF2B5EF4-FFF2-40B4-BE49-F238E27FC236}">
                    <a16:creationId xmlns:a16="http://schemas.microsoft.com/office/drawing/2014/main" id="{9DE500E0-608F-F047-C019-0426C96CB8F7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3CBCCD0B-A646-5187-C7BC-D84DB23515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135A7441-9397-2E72-D976-4F9F93F7E2C5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Ellipszis 83">
                <a:extLst>
                  <a:ext uri="{FF2B5EF4-FFF2-40B4-BE49-F238E27FC236}">
                    <a16:creationId xmlns:a16="http://schemas.microsoft.com/office/drawing/2014/main" id="{67DE3168-4E5A-C78F-70AA-AB82E356053C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85" name="Kép 84">
                <a:extLst>
                  <a:ext uri="{FF2B5EF4-FFF2-40B4-BE49-F238E27FC236}">
                    <a16:creationId xmlns:a16="http://schemas.microsoft.com/office/drawing/2014/main" id="{077BCBC1-0001-EE0F-EE88-B0D5BA6489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86" name="Egyenes összekötő 85">
                <a:extLst>
                  <a:ext uri="{FF2B5EF4-FFF2-40B4-BE49-F238E27FC236}">
                    <a16:creationId xmlns:a16="http://schemas.microsoft.com/office/drawing/2014/main" id="{2392F2AF-F69C-CE9A-EDC9-0435BA493D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6D9CA046-482D-5540-539B-91C76BC2064B}"/>
              </a:ext>
            </a:extLst>
          </p:cNvPr>
          <p:cNvSpPr/>
          <p:nvPr/>
        </p:nvSpPr>
        <p:spPr>
          <a:xfrm>
            <a:off x="2652654" y="208592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Csillag: 5 ágú 139">
            <a:extLst>
              <a:ext uri="{FF2B5EF4-FFF2-40B4-BE49-F238E27FC236}">
                <a16:creationId xmlns:a16="http://schemas.microsoft.com/office/drawing/2014/main" id="{55C6477A-8ACC-6DC5-D4CE-921BFE5F10F1}"/>
              </a:ext>
            </a:extLst>
          </p:cNvPr>
          <p:cNvSpPr/>
          <p:nvPr/>
        </p:nvSpPr>
        <p:spPr>
          <a:xfrm>
            <a:off x="10200122" y="737638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Csillag: 5 ágú 140">
            <a:extLst>
              <a:ext uri="{FF2B5EF4-FFF2-40B4-BE49-F238E27FC236}">
                <a16:creationId xmlns:a16="http://schemas.microsoft.com/office/drawing/2014/main" id="{B72C7F0E-66A7-54AC-5072-7C07DB0BBA06}"/>
              </a:ext>
            </a:extLst>
          </p:cNvPr>
          <p:cNvSpPr/>
          <p:nvPr/>
        </p:nvSpPr>
        <p:spPr>
          <a:xfrm>
            <a:off x="1442725" y="3331401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593129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414EC849-4D49-4BED-8887-1E803C30A1DF}"/>
              </a:ext>
            </a:extLst>
          </p:cNvPr>
          <p:cNvSpPr/>
          <p:nvPr/>
        </p:nvSpPr>
        <p:spPr>
          <a:xfrm>
            <a:off x="934349" y="225090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A69B2451-9108-4100-9262-7D9FB3D45B3A}"/>
              </a:ext>
            </a:extLst>
          </p:cNvPr>
          <p:cNvSpPr/>
          <p:nvPr/>
        </p:nvSpPr>
        <p:spPr>
          <a:xfrm>
            <a:off x="2186024" y="121393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838C5A7E-B655-470E-AB74-EFA831341234}"/>
              </a:ext>
            </a:extLst>
          </p:cNvPr>
          <p:cNvSpPr/>
          <p:nvPr/>
        </p:nvSpPr>
        <p:spPr>
          <a:xfrm>
            <a:off x="4511623" y="192561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FFD7068F-8F56-48B1-A412-F187DAD65954}"/>
              </a:ext>
            </a:extLst>
          </p:cNvPr>
          <p:cNvSpPr/>
          <p:nvPr/>
        </p:nvSpPr>
        <p:spPr>
          <a:xfrm>
            <a:off x="7066259" y="2202634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F0E72118-239A-47F1-8304-DF435A9EFB1D}"/>
              </a:ext>
            </a:extLst>
          </p:cNvPr>
          <p:cNvSpPr/>
          <p:nvPr/>
        </p:nvSpPr>
        <p:spPr>
          <a:xfrm>
            <a:off x="4134595" y="975726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Csillag: 5 ágú 7">
            <a:extLst>
              <a:ext uri="{FF2B5EF4-FFF2-40B4-BE49-F238E27FC236}">
                <a16:creationId xmlns:a16="http://schemas.microsoft.com/office/drawing/2014/main" id="{6270673A-6A98-498E-89A8-E2B0D75ACAB1}"/>
              </a:ext>
            </a:extLst>
          </p:cNvPr>
          <p:cNvSpPr/>
          <p:nvPr/>
        </p:nvSpPr>
        <p:spPr>
          <a:xfrm>
            <a:off x="9124335" y="1798527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Csillag: 5 ágú 8">
            <a:extLst>
              <a:ext uri="{FF2B5EF4-FFF2-40B4-BE49-F238E27FC236}">
                <a16:creationId xmlns:a16="http://schemas.microsoft.com/office/drawing/2014/main" id="{3229D529-D209-4142-8877-6CA8B1C07434}"/>
              </a:ext>
            </a:extLst>
          </p:cNvPr>
          <p:cNvSpPr/>
          <p:nvPr/>
        </p:nvSpPr>
        <p:spPr>
          <a:xfrm>
            <a:off x="6755410" y="8611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" name="Csoportba foglalás 9">
            <a:extLst>
              <a:ext uri="{FF2B5EF4-FFF2-40B4-BE49-F238E27FC236}">
                <a16:creationId xmlns:a16="http://schemas.microsoft.com/office/drawing/2014/main" id="{49DC7515-B36D-486C-88E4-9E6ABA315680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1" name="Henger 10">
              <a:extLst>
                <a:ext uri="{FF2B5EF4-FFF2-40B4-BE49-F238E27FC236}">
                  <a16:creationId xmlns:a16="http://schemas.microsoft.com/office/drawing/2014/main" id="{18BC2316-79A3-483A-BFA1-1D16CD992445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2" name="Csoportba foglalás 11">
              <a:extLst>
                <a:ext uri="{FF2B5EF4-FFF2-40B4-BE49-F238E27FC236}">
                  <a16:creationId xmlns:a16="http://schemas.microsoft.com/office/drawing/2014/main" id="{A30143E3-8163-4F56-A84A-4A8ECBFFBD2A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4" name="Ellipszis 13">
                <a:extLst>
                  <a:ext uri="{FF2B5EF4-FFF2-40B4-BE49-F238E27FC236}">
                    <a16:creationId xmlns:a16="http://schemas.microsoft.com/office/drawing/2014/main" id="{C7EA7E46-72F5-4043-BCF4-E0B651596282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" name="Ellipszis 14">
                <a:extLst>
                  <a:ext uri="{FF2B5EF4-FFF2-40B4-BE49-F238E27FC236}">
                    <a16:creationId xmlns:a16="http://schemas.microsoft.com/office/drawing/2014/main" id="{260E69BD-D019-4F43-B890-93958B8573DD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FDB2C7FF-B625-4324-B086-5482ECDF35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B3620D13-6074-4680-B098-EBD923EFFF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8" name="Egyenes összekötő 17">
                <a:extLst>
                  <a:ext uri="{FF2B5EF4-FFF2-40B4-BE49-F238E27FC236}">
                    <a16:creationId xmlns:a16="http://schemas.microsoft.com/office/drawing/2014/main" id="{A476F1C4-89AD-4223-8960-4232F3A399B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97984E88-DB5E-4079-A01F-916AE9FE3F6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CDA9FF13-0CC9-4E19-9F65-8EBB39F1D90C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F41A26AB-CE60-4E38-AF52-7AE78A52A525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1" name="Téglalap 20">
            <a:extLst>
              <a:ext uri="{FF2B5EF4-FFF2-40B4-BE49-F238E27FC236}">
                <a16:creationId xmlns:a16="http://schemas.microsoft.com/office/drawing/2014/main" id="{4B06DF28-187C-4476-9947-D58D00E04F27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2" name="Csoportba foglalás 21">
            <a:extLst>
              <a:ext uri="{FF2B5EF4-FFF2-40B4-BE49-F238E27FC236}">
                <a16:creationId xmlns:a16="http://schemas.microsoft.com/office/drawing/2014/main" id="{FCCE50C6-94D3-4B09-B1FD-9EE5B2B93EB4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3" name="Csoportba foglalás 22">
              <a:extLst>
                <a:ext uri="{FF2B5EF4-FFF2-40B4-BE49-F238E27FC236}">
                  <a16:creationId xmlns:a16="http://schemas.microsoft.com/office/drawing/2014/main" id="{748B73ED-3BDC-48D7-8B03-76F58C0BD0D3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6" name="Henger 25">
                <a:extLst>
                  <a:ext uri="{FF2B5EF4-FFF2-40B4-BE49-F238E27FC236}">
                    <a16:creationId xmlns:a16="http://schemas.microsoft.com/office/drawing/2014/main" id="{1F2D7A63-92A4-4DC0-8FE0-C2B64F405758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32800ACA-D7E7-4E83-BD9F-690A78057C2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8" name="Téglalap 27">
                <a:extLst>
                  <a:ext uri="{FF2B5EF4-FFF2-40B4-BE49-F238E27FC236}">
                    <a16:creationId xmlns:a16="http://schemas.microsoft.com/office/drawing/2014/main" id="{08170996-7A48-4628-96D3-CCD3FC34B38F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53E31807-69BF-4525-ACBB-55E92A8B25A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379463C6-E117-4B3E-A358-E029C8528D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54F6E8A9-BDE3-438C-9BAE-B0DEBF57B94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" name="Egyenes összekötő 31">
                <a:extLst>
                  <a:ext uri="{FF2B5EF4-FFF2-40B4-BE49-F238E27FC236}">
                    <a16:creationId xmlns:a16="http://schemas.microsoft.com/office/drawing/2014/main" id="{AFD4E8CE-8340-4695-A535-31B248B22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3" name="Egyenes összekötő 32">
                <a:extLst>
                  <a:ext uri="{FF2B5EF4-FFF2-40B4-BE49-F238E27FC236}">
                    <a16:creationId xmlns:a16="http://schemas.microsoft.com/office/drawing/2014/main" id="{E1E45B4B-36E4-4C69-A7DB-F26112693C8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D5472F91-301F-4070-9904-E4488F388FB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" name="Egyenes összekötő 23">
              <a:extLst>
                <a:ext uri="{FF2B5EF4-FFF2-40B4-BE49-F238E27FC236}">
                  <a16:creationId xmlns:a16="http://schemas.microsoft.com/office/drawing/2014/main" id="{83B8EF22-1B1E-4F36-8031-FBA0F3786CC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5" name="Egyenes összekötő 24">
              <a:extLst>
                <a:ext uri="{FF2B5EF4-FFF2-40B4-BE49-F238E27FC236}">
                  <a16:creationId xmlns:a16="http://schemas.microsoft.com/office/drawing/2014/main" id="{1E3C83EB-D2F8-42E1-A3F9-F4DE883D535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5" name="Téglalap 34">
            <a:extLst>
              <a:ext uri="{FF2B5EF4-FFF2-40B4-BE49-F238E27FC236}">
                <a16:creationId xmlns:a16="http://schemas.microsoft.com/office/drawing/2014/main" id="{A4C23266-34CE-4E55-92EA-92471DD53FB8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08E3D164-D19C-4202-BF28-6381EA40BAB6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29CFF6F3-EA92-4766-9226-98977BF746C9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3BDAC28C-650C-40A3-B8AB-C928B6AF8712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8FD7A5E2-839F-4E40-B99A-24B234D20DFD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41" name="Csoportba foglalás 140">
            <a:extLst>
              <a:ext uri="{FF2B5EF4-FFF2-40B4-BE49-F238E27FC236}">
                <a16:creationId xmlns:a16="http://schemas.microsoft.com/office/drawing/2014/main" id="{852F1DE5-4DFA-487D-994E-827D306D811B}"/>
              </a:ext>
            </a:extLst>
          </p:cNvPr>
          <p:cNvGrpSpPr/>
          <p:nvPr/>
        </p:nvGrpSpPr>
        <p:grpSpPr>
          <a:xfrm>
            <a:off x="6041292" y="5495517"/>
            <a:ext cx="1922054" cy="1249835"/>
            <a:chOff x="6129413" y="5699857"/>
            <a:chExt cx="1922054" cy="1249835"/>
          </a:xfrm>
        </p:grpSpPr>
        <p:sp>
          <p:nvSpPr>
            <p:cNvPr id="142" name="Ellipszis 141">
              <a:extLst>
                <a:ext uri="{FF2B5EF4-FFF2-40B4-BE49-F238E27FC236}">
                  <a16:creationId xmlns:a16="http://schemas.microsoft.com/office/drawing/2014/main" id="{A534A153-C8EB-403D-A9E2-DF7BFBA43865}"/>
                </a:ext>
              </a:extLst>
            </p:cNvPr>
            <p:cNvSpPr/>
            <p:nvPr/>
          </p:nvSpPr>
          <p:spPr>
            <a:xfrm>
              <a:off x="6780340" y="6196206"/>
              <a:ext cx="753486" cy="75348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41D3683D-75C2-4DE1-A6FB-A5F99AF7303F}"/>
                </a:ext>
              </a:extLst>
            </p:cNvPr>
            <p:cNvCxnSpPr/>
            <p:nvPr/>
          </p:nvCxnSpPr>
          <p:spPr>
            <a:xfrm flipH="1" flipV="1">
              <a:off x="6567898" y="5762913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4" name="Egyenes összekötő 143">
              <a:extLst>
                <a:ext uri="{FF2B5EF4-FFF2-40B4-BE49-F238E27FC236}">
                  <a16:creationId xmlns:a16="http://schemas.microsoft.com/office/drawing/2014/main" id="{6C65D00A-D18B-4317-8B5E-B38AAC98E4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49755" y="5699857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5" name="Egyenes összekötő 144">
              <a:extLst>
                <a:ext uri="{FF2B5EF4-FFF2-40B4-BE49-F238E27FC236}">
                  <a16:creationId xmlns:a16="http://schemas.microsoft.com/office/drawing/2014/main" id="{BA564F57-2896-4BB6-8979-4A556A6757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30990" y="5833466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69D4882C-D726-470D-8FC8-423144F0C1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1770" y="6401677"/>
              <a:ext cx="459697" cy="28715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DF147471-D40D-4FC2-BF32-F288B87B9F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29413" y="6451926"/>
              <a:ext cx="459697" cy="28715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ECEE52FA-2532-485F-A240-44CF976EDDA5}"/>
              </a:ext>
            </a:extLst>
          </p:cNvPr>
          <p:cNvGrpSpPr/>
          <p:nvPr/>
        </p:nvGrpSpPr>
        <p:grpSpPr>
          <a:xfrm>
            <a:off x="8801100" y="3677970"/>
            <a:ext cx="6975968" cy="2740695"/>
            <a:chOff x="0" y="2026970"/>
            <a:chExt cx="6975968" cy="2740695"/>
          </a:xfrm>
        </p:grpSpPr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00C09568-B686-48AB-830D-616D2BA2E41C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A8237FE-76AF-4989-A0E1-5E06F9D0412A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9AA074B2-5176-4FD0-B773-6E9045DF1395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898BA598-6BB4-4539-8BCB-6DAD88C6CEA9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701E1933-3B59-497F-BEF6-2D9F000607EE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6" name="Csoportba foglalás 45">
            <a:extLst>
              <a:ext uri="{FF2B5EF4-FFF2-40B4-BE49-F238E27FC236}">
                <a16:creationId xmlns:a16="http://schemas.microsoft.com/office/drawing/2014/main" id="{D2AC7735-5C40-40A5-A586-4C432C439378}"/>
              </a:ext>
            </a:extLst>
          </p:cNvPr>
          <p:cNvGrpSpPr/>
          <p:nvPr/>
        </p:nvGrpSpPr>
        <p:grpSpPr>
          <a:xfrm>
            <a:off x="7157810" y="4103372"/>
            <a:ext cx="1152739" cy="2231794"/>
            <a:chOff x="21678" y="2352425"/>
            <a:chExt cx="1152739" cy="2231794"/>
          </a:xfrm>
        </p:grpSpPr>
        <p:sp>
          <p:nvSpPr>
            <p:cNvPr id="47" name="Téglalap 46">
              <a:extLst>
                <a:ext uri="{FF2B5EF4-FFF2-40B4-BE49-F238E27FC236}">
                  <a16:creationId xmlns:a16="http://schemas.microsoft.com/office/drawing/2014/main" id="{11CB31DE-40D6-426E-8234-94CC9D3698B2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7226F3C9-313D-4E7F-9250-7EFF08F60EBC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Ellipszis 48">
              <a:extLst>
                <a:ext uri="{FF2B5EF4-FFF2-40B4-BE49-F238E27FC236}">
                  <a16:creationId xmlns:a16="http://schemas.microsoft.com/office/drawing/2014/main" id="{3E971188-31EA-42CF-9F01-CEAE31C78B0B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Ellipszis 49">
              <a:extLst>
                <a:ext uri="{FF2B5EF4-FFF2-40B4-BE49-F238E27FC236}">
                  <a16:creationId xmlns:a16="http://schemas.microsoft.com/office/drawing/2014/main" id="{EEC7E849-D3BA-4420-B5A1-A473143F943F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802D135B-E4F2-4932-8B39-7B66443F4250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2" name="Csoportba foglalás 51">
            <a:extLst>
              <a:ext uri="{FF2B5EF4-FFF2-40B4-BE49-F238E27FC236}">
                <a16:creationId xmlns:a16="http://schemas.microsoft.com/office/drawing/2014/main" id="{F3FCE36B-D320-4E20-A283-F5A100218EFD}"/>
              </a:ext>
            </a:extLst>
          </p:cNvPr>
          <p:cNvGrpSpPr/>
          <p:nvPr/>
        </p:nvGrpSpPr>
        <p:grpSpPr>
          <a:xfrm>
            <a:off x="2488923" y="3314968"/>
            <a:ext cx="1891113" cy="3047251"/>
            <a:chOff x="0" y="1549915"/>
            <a:chExt cx="1891113" cy="3047251"/>
          </a:xfrm>
        </p:grpSpPr>
        <p:sp>
          <p:nvSpPr>
            <p:cNvPr id="53" name="Téglalap 52">
              <a:extLst>
                <a:ext uri="{FF2B5EF4-FFF2-40B4-BE49-F238E27FC236}">
                  <a16:creationId xmlns:a16="http://schemas.microsoft.com/office/drawing/2014/main" id="{8D4D1C84-E6D1-467B-A47C-E03D3156AA0A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Téglalap 53">
              <a:extLst>
                <a:ext uri="{FF2B5EF4-FFF2-40B4-BE49-F238E27FC236}">
                  <a16:creationId xmlns:a16="http://schemas.microsoft.com/office/drawing/2014/main" id="{E4A36D35-7608-43A6-94A6-823ECA849DD0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Téglalap 54">
              <a:extLst>
                <a:ext uri="{FF2B5EF4-FFF2-40B4-BE49-F238E27FC236}">
                  <a16:creationId xmlns:a16="http://schemas.microsoft.com/office/drawing/2014/main" id="{8E8EF748-20D5-4756-9D73-38B2794AEEAB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Háromszög 55">
              <a:extLst>
                <a:ext uri="{FF2B5EF4-FFF2-40B4-BE49-F238E27FC236}">
                  <a16:creationId xmlns:a16="http://schemas.microsoft.com/office/drawing/2014/main" id="{DDA3B5D0-DA87-412D-8130-44D8337070CA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7" name="Csoportba foglalás 56">
            <a:extLst>
              <a:ext uri="{FF2B5EF4-FFF2-40B4-BE49-F238E27FC236}">
                <a16:creationId xmlns:a16="http://schemas.microsoft.com/office/drawing/2014/main" id="{0BDB2F3F-5EB7-4802-9480-3D6B5390AC9D}"/>
              </a:ext>
            </a:extLst>
          </p:cNvPr>
          <p:cNvGrpSpPr/>
          <p:nvPr/>
        </p:nvGrpSpPr>
        <p:grpSpPr>
          <a:xfrm>
            <a:off x="-511728" y="6337067"/>
            <a:ext cx="13544064" cy="2260833"/>
            <a:chOff x="-511728" y="4673367"/>
            <a:chExt cx="13544064" cy="2260833"/>
          </a:xfrm>
        </p:grpSpPr>
        <p:sp>
          <p:nvSpPr>
            <p:cNvPr id="58" name="Téglalap 57">
              <a:extLst>
                <a:ext uri="{FF2B5EF4-FFF2-40B4-BE49-F238E27FC236}">
                  <a16:creationId xmlns:a16="http://schemas.microsoft.com/office/drawing/2014/main" id="{1366FE2B-6B69-458A-AB6E-1A0C94350043}"/>
                </a:ext>
              </a:extLst>
            </p:cNvPr>
            <p:cNvSpPr/>
            <p:nvPr/>
          </p:nvSpPr>
          <p:spPr>
            <a:xfrm>
              <a:off x="0" y="65944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C464D546-B925-4007-92F5-7207045CA6E4}"/>
                </a:ext>
              </a:extLst>
            </p:cNvPr>
            <p:cNvGrpSpPr/>
            <p:nvPr/>
          </p:nvGrpSpPr>
          <p:grpSpPr>
            <a:xfrm>
              <a:off x="-511728" y="4673367"/>
              <a:ext cx="13544064" cy="1921080"/>
              <a:chOff x="-511728" y="4673367"/>
              <a:chExt cx="13544064" cy="1921080"/>
            </a:xfrm>
          </p:grpSpPr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F1832929-7A0E-4D32-A0B3-7972749EC231}"/>
                  </a:ext>
                </a:extLst>
              </p:cNvPr>
              <p:cNvSpPr/>
              <p:nvPr/>
            </p:nvSpPr>
            <p:spPr>
              <a:xfrm>
                <a:off x="-511728" y="4673367"/>
                <a:ext cx="13544064" cy="1921080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 60">
                <a:extLst>
                  <a:ext uri="{FF2B5EF4-FFF2-40B4-BE49-F238E27FC236}">
                    <a16:creationId xmlns:a16="http://schemas.microsoft.com/office/drawing/2014/main" id="{9469D945-9E91-4E12-B57E-F29E773D89AB}"/>
                  </a:ext>
                </a:extLst>
              </p:cNvPr>
              <p:cNvSpPr/>
              <p:nvPr/>
            </p:nvSpPr>
            <p:spPr>
              <a:xfrm>
                <a:off x="10540929" y="5464186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 61">
                <a:extLst>
                  <a:ext uri="{FF2B5EF4-FFF2-40B4-BE49-F238E27FC236}">
                    <a16:creationId xmlns:a16="http://schemas.microsoft.com/office/drawing/2014/main" id="{DDF4B01E-F08E-452D-8C84-C82D8AD8FB59}"/>
                  </a:ext>
                </a:extLst>
              </p:cNvPr>
              <p:cNvSpPr/>
              <p:nvPr/>
            </p:nvSpPr>
            <p:spPr>
              <a:xfrm>
                <a:off x="9690308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 62">
                <a:extLst>
                  <a:ext uri="{FF2B5EF4-FFF2-40B4-BE49-F238E27FC236}">
                    <a16:creationId xmlns:a16="http://schemas.microsoft.com/office/drawing/2014/main" id="{C3836B5D-C78D-494D-810D-E657ECB6708D}"/>
                  </a:ext>
                </a:extLst>
              </p:cNvPr>
              <p:cNvSpPr/>
              <p:nvPr/>
            </p:nvSpPr>
            <p:spPr>
              <a:xfrm>
                <a:off x="8664723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A2DD4881-CC24-4347-9CF5-A9AF5876C29B}"/>
                  </a:ext>
                </a:extLst>
              </p:cNvPr>
              <p:cNvSpPr/>
              <p:nvPr/>
            </p:nvSpPr>
            <p:spPr>
              <a:xfrm>
                <a:off x="7283051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 64">
                <a:extLst>
                  <a:ext uri="{FF2B5EF4-FFF2-40B4-BE49-F238E27FC236}">
                    <a16:creationId xmlns:a16="http://schemas.microsoft.com/office/drawing/2014/main" id="{9CD019CB-202B-4ADC-82FF-B27D205E5A43}"/>
                  </a:ext>
                </a:extLst>
              </p:cNvPr>
              <p:cNvSpPr/>
              <p:nvPr/>
            </p:nvSpPr>
            <p:spPr>
              <a:xfrm>
                <a:off x="6225026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 65">
                <a:extLst>
                  <a:ext uri="{FF2B5EF4-FFF2-40B4-BE49-F238E27FC236}">
                    <a16:creationId xmlns:a16="http://schemas.microsoft.com/office/drawing/2014/main" id="{FE89911D-0069-4728-A628-39AEBFD961E7}"/>
                  </a:ext>
                </a:extLst>
              </p:cNvPr>
              <p:cNvSpPr/>
              <p:nvPr/>
            </p:nvSpPr>
            <p:spPr>
              <a:xfrm>
                <a:off x="5264347" y="5453541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Téglalap 66">
                <a:extLst>
                  <a:ext uri="{FF2B5EF4-FFF2-40B4-BE49-F238E27FC236}">
                    <a16:creationId xmlns:a16="http://schemas.microsoft.com/office/drawing/2014/main" id="{940D13B0-0F8C-48D4-8AEB-011B4BC29BF1}"/>
                  </a:ext>
                </a:extLst>
              </p:cNvPr>
              <p:cNvSpPr/>
              <p:nvPr/>
            </p:nvSpPr>
            <p:spPr>
              <a:xfrm>
                <a:off x="4136861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Téglalap 67">
                <a:extLst>
                  <a:ext uri="{FF2B5EF4-FFF2-40B4-BE49-F238E27FC236}">
                    <a16:creationId xmlns:a16="http://schemas.microsoft.com/office/drawing/2014/main" id="{19B9E5E0-F1E0-4EFE-ABFF-CFCA2D1DF3EC}"/>
                  </a:ext>
                </a:extLst>
              </p:cNvPr>
              <p:cNvSpPr/>
              <p:nvPr/>
            </p:nvSpPr>
            <p:spPr>
              <a:xfrm>
                <a:off x="2957520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Téglalap 68">
                <a:extLst>
                  <a:ext uri="{FF2B5EF4-FFF2-40B4-BE49-F238E27FC236}">
                    <a16:creationId xmlns:a16="http://schemas.microsoft.com/office/drawing/2014/main" id="{ADB71CA7-E9E2-42B6-A7D4-153BA9FE4590}"/>
                  </a:ext>
                </a:extLst>
              </p:cNvPr>
              <p:cNvSpPr/>
              <p:nvPr/>
            </p:nvSpPr>
            <p:spPr>
              <a:xfrm>
                <a:off x="1998443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Téglalap 69">
                <a:extLst>
                  <a:ext uri="{FF2B5EF4-FFF2-40B4-BE49-F238E27FC236}">
                    <a16:creationId xmlns:a16="http://schemas.microsoft.com/office/drawing/2014/main" id="{374043BF-9570-4191-82C2-819784D62D6F}"/>
                  </a:ext>
                </a:extLst>
              </p:cNvPr>
              <p:cNvSpPr/>
              <p:nvPr/>
            </p:nvSpPr>
            <p:spPr>
              <a:xfrm>
                <a:off x="11614962" y="5470315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1" name="Téglalap 70">
                <a:extLst>
                  <a:ext uri="{FF2B5EF4-FFF2-40B4-BE49-F238E27FC236}">
                    <a16:creationId xmlns:a16="http://schemas.microsoft.com/office/drawing/2014/main" id="{7315D0E4-52D4-4BEB-B379-8CA8C0B261F3}"/>
                  </a:ext>
                </a:extLst>
              </p:cNvPr>
              <p:cNvSpPr/>
              <p:nvPr/>
            </p:nvSpPr>
            <p:spPr>
              <a:xfrm>
                <a:off x="1087369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5324C34A-8A34-4512-BE19-D88A354C65DE}"/>
                  </a:ext>
                </a:extLst>
              </p:cNvPr>
              <p:cNvSpPr/>
              <p:nvPr/>
            </p:nvSpPr>
            <p:spPr>
              <a:xfrm>
                <a:off x="-19542" y="5449349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73" name="Csoportba foglalás 72">
            <a:extLst>
              <a:ext uri="{FF2B5EF4-FFF2-40B4-BE49-F238E27FC236}">
                <a16:creationId xmlns:a16="http://schemas.microsoft.com/office/drawing/2014/main" id="{F25A4297-10A7-4625-B745-3BBAD7F770EC}"/>
              </a:ext>
            </a:extLst>
          </p:cNvPr>
          <p:cNvGrpSpPr/>
          <p:nvPr/>
        </p:nvGrpSpPr>
        <p:grpSpPr>
          <a:xfrm rot="827185">
            <a:off x="3704909" y="2358578"/>
            <a:ext cx="6706659" cy="3797671"/>
            <a:chOff x="3704909" y="2358578"/>
            <a:chExt cx="6706659" cy="3797671"/>
          </a:xfrm>
          <a:effectLst>
            <a:outerShdw blurRad="76200" dist="12700" dir="8100000" sy="-23000" kx="800400" algn="br" rotWithShape="0">
              <a:prstClr val="black">
                <a:alpha val="20000"/>
              </a:prstClr>
            </a:outerShdw>
          </a:effectLst>
        </p:grpSpPr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9B641721-E8EA-4545-A79C-E7BA6CD46844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16" name="Csoportba foglalás 115">
                <a:extLst>
                  <a:ext uri="{FF2B5EF4-FFF2-40B4-BE49-F238E27FC236}">
                    <a16:creationId xmlns:a16="http://schemas.microsoft.com/office/drawing/2014/main" id="{F07DAC66-9445-4E24-964F-903D67D1F258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19" name="Derékszögű háromszög 118">
                  <a:extLst>
                    <a:ext uri="{FF2B5EF4-FFF2-40B4-BE49-F238E27FC236}">
                      <a16:creationId xmlns:a16="http://schemas.microsoft.com/office/drawing/2014/main" id="{F54F4D89-9532-44E6-AEFC-E0765C5A8621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Derékszögű háromszög 119">
                  <a:extLst>
                    <a:ext uri="{FF2B5EF4-FFF2-40B4-BE49-F238E27FC236}">
                      <a16:creationId xmlns:a16="http://schemas.microsoft.com/office/drawing/2014/main" id="{C9F441C2-CA87-4FF0-8BF5-7D6151FA8A69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Téglalap 15">
                  <a:extLst>
                    <a:ext uri="{FF2B5EF4-FFF2-40B4-BE49-F238E27FC236}">
                      <a16:creationId xmlns:a16="http://schemas.microsoft.com/office/drawing/2014/main" id="{39C27456-E899-4A30-B609-E916127A8448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2" name="Folyamatábra: Tárolt adat 17">
                  <a:extLst>
                    <a:ext uri="{FF2B5EF4-FFF2-40B4-BE49-F238E27FC236}">
                      <a16:creationId xmlns:a16="http://schemas.microsoft.com/office/drawing/2014/main" id="{DA1E684B-CD2C-446C-A1F8-73735D56B057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Derékszögű háromszög 122">
                  <a:extLst>
                    <a:ext uri="{FF2B5EF4-FFF2-40B4-BE49-F238E27FC236}">
                      <a16:creationId xmlns:a16="http://schemas.microsoft.com/office/drawing/2014/main" id="{607E51DA-FF1F-4762-BF36-DE2FDA068640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Kivonás jele 123">
                  <a:extLst>
                    <a:ext uri="{FF2B5EF4-FFF2-40B4-BE49-F238E27FC236}">
                      <a16:creationId xmlns:a16="http://schemas.microsoft.com/office/drawing/2014/main" id="{CCC918D2-EC88-40FF-873F-950C55955373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67D69B86-6FEF-4B02-AB79-C39A22213D49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C4E609EA-B55B-4E4C-AEFF-16E686E4B09C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Kivonás jele 126">
                  <a:extLst>
                    <a:ext uri="{FF2B5EF4-FFF2-40B4-BE49-F238E27FC236}">
                      <a16:creationId xmlns:a16="http://schemas.microsoft.com/office/drawing/2014/main" id="{44AD78AF-330A-4A5A-B091-CAB9AB29B6C9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Kivonás jele 127">
                  <a:extLst>
                    <a:ext uri="{FF2B5EF4-FFF2-40B4-BE49-F238E27FC236}">
                      <a16:creationId xmlns:a16="http://schemas.microsoft.com/office/drawing/2014/main" id="{6AF95F7E-846C-4219-B493-66A5870A243F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9" name="Ellipszis 128">
                  <a:extLst>
                    <a:ext uri="{FF2B5EF4-FFF2-40B4-BE49-F238E27FC236}">
                      <a16:creationId xmlns:a16="http://schemas.microsoft.com/office/drawing/2014/main" id="{6B3C4E76-0D49-4C5B-B988-FB094D264394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Romboid 129">
                  <a:extLst>
                    <a:ext uri="{FF2B5EF4-FFF2-40B4-BE49-F238E27FC236}">
                      <a16:creationId xmlns:a16="http://schemas.microsoft.com/office/drawing/2014/main" id="{60E24BB3-90AE-4B37-90EA-854514564A05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Téglalap 130">
                  <a:extLst>
                    <a:ext uri="{FF2B5EF4-FFF2-40B4-BE49-F238E27FC236}">
                      <a16:creationId xmlns:a16="http://schemas.microsoft.com/office/drawing/2014/main" id="{A9EABB82-3959-494C-A959-1F48A5A420AB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Téglalap: lekerekített 131">
                  <a:extLst>
                    <a:ext uri="{FF2B5EF4-FFF2-40B4-BE49-F238E27FC236}">
                      <a16:creationId xmlns:a16="http://schemas.microsoft.com/office/drawing/2014/main" id="{0B5812B7-2034-493F-B5F6-5B65BB492060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Téglalap: lekerekített 132">
                  <a:extLst>
                    <a:ext uri="{FF2B5EF4-FFF2-40B4-BE49-F238E27FC236}">
                      <a16:creationId xmlns:a16="http://schemas.microsoft.com/office/drawing/2014/main" id="{CB679FA5-39DA-4C25-A078-CC9CECC47950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Téglalap: lekerekített 133">
                  <a:extLst>
                    <a:ext uri="{FF2B5EF4-FFF2-40B4-BE49-F238E27FC236}">
                      <a16:creationId xmlns:a16="http://schemas.microsoft.com/office/drawing/2014/main" id="{C00F6106-EEBB-4BC6-A2CE-59B9E9C1F566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Téglalap: lekerekített 134">
                  <a:extLst>
                    <a:ext uri="{FF2B5EF4-FFF2-40B4-BE49-F238E27FC236}">
                      <a16:creationId xmlns:a16="http://schemas.microsoft.com/office/drawing/2014/main" id="{10B4D5C7-D20A-4852-81DA-59F8F0070711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Téglalap: lekerekített 135">
                  <a:extLst>
                    <a:ext uri="{FF2B5EF4-FFF2-40B4-BE49-F238E27FC236}">
                      <a16:creationId xmlns:a16="http://schemas.microsoft.com/office/drawing/2014/main" id="{D9195C7A-2B61-4138-9F61-B986BA3994CE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Téglalap: lekerekített 136">
                  <a:extLst>
                    <a:ext uri="{FF2B5EF4-FFF2-40B4-BE49-F238E27FC236}">
                      <a16:creationId xmlns:a16="http://schemas.microsoft.com/office/drawing/2014/main" id="{A39673E7-1D2C-4C8D-9956-C2D78294EB0E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17" name="Picture 2" descr="Forráskép megtekintése">
                <a:extLst>
                  <a:ext uri="{FF2B5EF4-FFF2-40B4-BE49-F238E27FC236}">
                    <a16:creationId xmlns:a16="http://schemas.microsoft.com/office/drawing/2014/main" id="{E920023B-E39D-4B39-8F52-BC67DF609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8" name="Picture 6" descr="Forráskép megtekintése">
                <a:extLst>
                  <a:ext uri="{FF2B5EF4-FFF2-40B4-BE49-F238E27FC236}">
                    <a16:creationId xmlns:a16="http://schemas.microsoft.com/office/drawing/2014/main" id="{9EABDA27-835B-455E-95CA-8D1C3E758F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C9EE2BD4-6EA1-4AEB-A6CF-48A6245A3EAA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04" name="Csoportba foglalás 103">
                <a:extLst>
                  <a:ext uri="{FF2B5EF4-FFF2-40B4-BE49-F238E27FC236}">
                    <a16:creationId xmlns:a16="http://schemas.microsoft.com/office/drawing/2014/main" id="{7B1BBB09-D4A8-4085-819B-FC4F3AD7DA58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07" name="Henger 106">
                  <a:extLst>
                    <a:ext uri="{FF2B5EF4-FFF2-40B4-BE49-F238E27FC236}">
                      <a16:creationId xmlns:a16="http://schemas.microsoft.com/office/drawing/2014/main" id="{1D6A00B1-A681-4834-8638-946F7B097825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Ellipszis 107">
                  <a:extLst>
                    <a:ext uri="{FF2B5EF4-FFF2-40B4-BE49-F238E27FC236}">
                      <a16:creationId xmlns:a16="http://schemas.microsoft.com/office/drawing/2014/main" id="{7ACDB838-F0A5-46BA-BFA8-F14F89300121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09" name="Téglalap 108">
                  <a:extLst>
                    <a:ext uri="{FF2B5EF4-FFF2-40B4-BE49-F238E27FC236}">
                      <a16:creationId xmlns:a16="http://schemas.microsoft.com/office/drawing/2014/main" id="{3ED8FEC4-260C-4D52-9374-992ABAC44700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0" name="Ellipszis 109">
                  <a:extLst>
                    <a:ext uri="{FF2B5EF4-FFF2-40B4-BE49-F238E27FC236}">
                      <a16:creationId xmlns:a16="http://schemas.microsoft.com/office/drawing/2014/main" id="{9B8311F4-37DE-4EF6-B502-CD3E18246C3A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1" name="Egyenes összekötő 110">
                  <a:extLst>
                    <a:ext uri="{FF2B5EF4-FFF2-40B4-BE49-F238E27FC236}">
                      <a16:creationId xmlns:a16="http://schemas.microsoft.com/office/drawing/2014/main" id="{B0C3A647-72BB-4B4A-8CF2-1275FD0DB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0F6A502F-90AE-4C09-B1C3-3B58A032E5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5AFF4AD6-897B-4F6C-B102-38D09D7A7C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B4C9FB40-841C-468F-8DC2-B9E2BC76F2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5" name="Ellipszis 114">
                  <a:extLst>
                    <a:ext uri="{FF2B5EF4-FFF2-40B4-BE49-F238E27FC236}">
                      <a16:creationId xmlns:a16="http://schemas.microsoft.com/office/drawing/2014/main" id="{B4086F95-5DC6-4239-B42F-3EFB5DB81906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E3AADB7E-2AA5-45AF-8097-8417DB12E5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C0A0BD22-D015-4AD6-8C17-8867369EF1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6" name="Csoportba foglalás 75">
              <a:extLst>
                <a:ext uri="{FF2B5EF4-FFF2-40B4-BE49-F238E27FC236}">
                  <a16:creationId xmlns:a16="http://schemas.microsoft.com/office/drawing/2014/main" id="{97E35596-4944-4E45-8C96-11897815B18D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94" name="Henger 93">
                <a:extLst>
                  <a:ext uri="{FF2B5EF4-FFF2-40B4-BE49-F238E27FC236}">
                    <a16:creationId xmlns:a16="http://schemas.microsoft.com/office/drawing/2014/main" id="{C26C086A-8527-4349-8C14-B8F54EE41FDE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95" name="Csoportba foglalás 94">
                <a:extLst>
                  <a:ext uri="{FF2B5EF4-FFF2-40B4-BE49-F238E27FC236}">
                    <a16:creationId xmlns:a16="http://schemas.microsoft.com/office/drawing/2014/main" id="{E1E85086-0079-41B2-BCBD-ECE6786E8CB9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97" name="Ellipszis 96">
                  <a:extLst>
                    <a:ext uri="{FF2B5EF4-FFF2-40B4-BE49-F238E27FC236}">
                      <a16:creationId xmlns:a16="http://schemas.microsoft.com/office/drawing/2014/main" id="{F07675E0-ED15-43DE-BD05-8C7428246F20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8" name="Ellipszis 97">
                  <a:extLst>
                    <a:ext uri="{FF2B5EF4-FFF2-40B4-BE49-F238E27FC236}">
                      <a16:creationId xmlns:a16="http://schemas.microsoft.com/office/drawing/2014/main" id="{325BECC6-8209-4AD8-9D4D-8AE99FDB222C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99" name="Egyenes összekötő 98">
                  <a:extLst>
                    <a:ext uri="{FF2B5EF4-FFF2-40B4-BE49-F238E27FC236}">
                      <a16:creationId xmlns:a16="http://schemas.microsoft.com/office/drawing/2014/main" id="{4FE9CE8F-2E8A-49DD-8F47-1B6D03E540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98826C35-C6F2-48A8-BF0E-5FD048B94A9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DE498B61-10F0-490A-A957-76C60D376D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Egyenes összekötő 101">
                  <a:extLst>
                    <a:ext uri="{FF2B5EF4-FFF2-40B4-BE49-F238E27FC236}">
                      <a16:creationId xmlns:a16="http://schemas.microsoft.com/office/drawing/2014/main" id="{0FCA1832-4305-400C-8FDB-785D173995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3" name="Ellipszis 102">
                  <a:extLst>
                    <a:ext uri="{FF2B5EF4-FFF2-40B4-BE49-F238E27FC236}">
                      <a16:creationId xmlns:a16="http://schemas.microsoft.com/office/drawing/2014/main" id="{3617E4D1-7368-465A-8309-F0D48B04664D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96" name="Téglalap 95">
                <a:extLst>
                  <a:ext uri="{FF2B5EF4-FFF2-40B4-BE49-F238E27FC236}">
                    <a16:creationId xmlns:a16="http://schemas.microsoft.com/office/drawing/2014/main" id="{EF67D68A-B56C-402B-AFBA-939DB74F013F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7" name="Csoportba foglalás 76">
              <a:extLst>
                <a:ext uri="{FF2B5EF4-FFF2-40B4-BE49-F238E27FC236}">
                  <a16:creationId xmlns:a16="http://schemas.microsoft.com/office/drawing/2014/main" id="{EFDDC3D4-839F-4CA4-A5D6-C82E001D3620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78" name="Csoportba foglalás 77">
                <a:extLst>
                  <a:ext uri="{FF2B5EF4-FFF2-40B4-BE49-F238E27FC236}">
                    <a16:creationId xmlns:a16="http://schemas.microsoft.com/office/drawing/2014/main" id="{4F60A603-ADD0-4EE6-856B-5454B9277BEB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86" name="Henger 85">
                  <a:extLst>
                    <a:ext uri="{FF2B5EF4-FFF2-40B4-BE49-F238E27FC236}">
                      <a16:creationId xmlns:a16="http://schemas.microsoft.com/office/drawing/2014/main" id="{9D913D06-4707-479D-BE40-585A284128A8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Ellipszis 86">
                  <a:extLst>
                    <a:ext uri="{FF2B5EF4-FFF2-40B4-BE49-F238E27FC236}">
                      <a16:creationId xmlns:a16="http://schemas.microsoft.com/office/drawing/2014/main" id="{2385D57D-03B5-4B0C-9CD6-2C97F35CA261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8" name="Ív 87">
                  <a:extLst>
                    <a:ext uri="{FF2B5EF4-FFF2-40B4-BE49-F238E27FC236}">
                      <a16:creationId xmlns:a16="http://schemas.microsoft.com/office/drawing/2014/main" id="{688B9924-4319-49BF-AD2C-CA4D29E10C62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89" name="Picture 2" descr="Forráskép megtekintése">
                  <a:extLst>
                    <a:ext uri="{FF2B5EF4-FFF2-40B4-BE49-F238E27FC236}">
                      <a16:creationId xmlns:a16="http://schemas.microsoft.com/office/drawing/2014/main" id="{D1B6ECEA-628D-4002-A34F-C3BD762931F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0" name="Téglalap 89">
                  <a:extLst>
                    <a:ext uri="{FF2B5EF4-FFF2-40B4-BE49-F238E27FC236}">
                      <a16:creationId xmlns:a16="http://schemas.microsoft.com/office/drawing/2014/main" id="{77B3DC17-A7C7-409C-99E5-E57F87C68BDA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1" name="Csillag: 4 ágú 90">
                  <a:extLst>
                    <a:ext uri="{FF2B5EF4-FFF2-40B4-BE49-F238E27FC236}">
                      <a16:creationId xmlns:a16="http://schemas.microsoft.com/office/drawing/2014/main" id="{8C4F4564-66F5-4B35-96A7-AA5DA46CD20B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2" name="Szabadkézi sokszög: alakzat 91">
                  <a:extLst>
                    <a:ext uri="{FF2B5EF4-FFF2-40B4-BE49-F238E27FC236}">
                      <a16:creationId xmlns:a16="http://schemas.microsoft.com/office/drawing/2014/main" id="{25BB1A61-EF39-4195-BB00-AE36BE6435AA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3" name="Ellipszis 92">
                  <a:extLst>
                    <a:ext uri="{FF2B5EF4-FFF2-40B4-BE49-F238E27FC236}">
                      <a16:creationId xmlns:a16="http://schemas.microsoft.com/office/drawing/2014/main" id="{71891335-846B-4131-B717-3991B0045DE5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16630380-8C38-46A3-A0E6-7793CBD5C994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5DDF930A-0C72-4567-8734-BD1E497018DC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8678FCE9-1897-4EC2-91BA-ADA33E059F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3F2DEDC7-2116-4965-8C85-EC0DA420597C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E5B74B1D-996E-49EE-B9A9-1660E156D94E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84" name="Kép 83">
                <a:extLst>
                  <a:ext uri="{FF2B5EF4-FFF2-40B4-BE49-F238E27FC236}">
                    <a16:creationId xmlns:a16="http://schemas.microsoft.com/office/drawing/2014/main" id="{6EBFC080-606B-4FB3-BC63-4ED9E38E46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85" name="Egyenes összekötő 84">
                <a:extLst>
                  <a:ext uri="{FF2B5EF4-FFF2-40B4-BE49-F238E27FC236}">
                    <a16:creationId xmlns:a16="http://schemas.microsoft.com/office/drawing/2014/main" id="{242C47EC-3311-42AD-A24B-E9C9909F8F2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38" name="Csillag: 5 ágú 137">
            <a:extLst>
              <a:ext uri="{FF2B5EF4-FFF2-40B4-BE49-F238E27FC236}">
                <a16:creationId xmlns:a16="http://schemas.microsoft.com/office/drawing/2014/main" id="{8AD493BC-C9FF-4294-AAEA-543E9DC468D4}"/>
              </a:ext>
            </a:extLst>
          </p:cNvPr>
          <p:cNvSpPr/>
          <p:nvPr/>
        </p:nvSpPr>
        <p:spPr>
          <a:xfrm>
            <a:off x="3024773" y="2363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CAF3FC32-9D5D-4980-9B27-9C53B0777C88}"/>
              </a:ext>
            </a:extLst>
          </p:cNvPr>
          <p:cNvSpPr/>
          <p:nvPr/>
        </p:nvSpPr>
        <p:spPr>
          <a:xfrm>
            <a:off x="9218038" y="57797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Csillag: 5 ágú 139">
            <a:extLst>
              <a:ext uri="{FF2B5EF4-FFF2-40B4-BE49-F238E27FC236}">
                <a16:creationId xmlns:a16="http://schemas.microsoft.com/office/drawing/2014/main" id="{F9C8642C-B7D8-448C-B6F2-50C40828676E}"/>
              </a:ext>
            </a:extLst>
          </p:cNvPr>
          <p:cNvSpPr/>
          <p:nvPr/>
        </p:nvSpPr>
        <p:spPr>
          <a:xfrm>
            <a:off x="1983791" y="294330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788801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7685F9E2-3A5F-4F83-B8CA-10E1B3133283}"/>
              </a:ext>
            </a:extLst>
          </p:cNvPr>
          <p:cNvSpPr/>
          <p:nvPr/>
        </p:nvSpPr>
        <p:spPr>
          <a:xfrm>
            <a:off x="846523" y="839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4F13F391-6E54-47AC-A1F7-3E3E7E23155A}"/>
              </a:ext>
            </a:extLst>
          </p:cNvPr>
          <p:cNvSpPr/>
          <p:nvPr/>
        </p:nvSpPr>
        <p:spPr>
          <a:xfrm>
            <a:off x="2226268" y="59954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11DAF6BB-71B2-4B8E-9012-89AA5D07374F}"/>
              </a:ext>
            </a:extLst>
          </p:cNvPr>
          <p:cNvSpPr/>
          <p:nvPr/>
        </p:nvSpPr>
        <p:spPr>
          <a:xfrm>
            <a:off x="3574996" y="145437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8E3D2790-2EA7-44E6-B414-59B41D8C6CB3}"/>
              </a:ext>
            </a:extLst>
          </p:cNvPr>
          <p:cNvSpPr/>
          <p:nvPr/>
        </p:nvSpPr>
        <p:spPr>
          <a:xfrm>
            <a:off x="6083166" y="11480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064040BA-8060-4B5F-AF19-96EE13547F5E}"/>
              </a:ext>
            </a:extLst>
          </p:cNvPr>
          <p:cNvSpPr/>
          <p:nvPr/>
        </p:nvSpPr>
        <p:spPr>
          <a:xfrm>
            <a:off x="4402923" y="264465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Csillag: 5 ágú 7">
            <a:extLst>
              <a:ext uri="{FF2B5EF4-FFF2-40B4-BE49-F238E27FC236}">
                <a16:creationId xmlns:a16="http://schemas.microsoft.com/office/drawing/2014/main" id="{6A750CE8-141F-409A-9397-2E572AA453ED}"/>
              </a:ext>
            </a:extLst>
          </p:cNvPr>
          <p:cNvSpPr/>
          <p:nvPr/>
        </p:nvSpPr>
        <p:spPr>
          <a:xfrm>
            <a:off x="8435460" y="4203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Csillag: 5 ágú 8">
            <a:extLst>
              <a:ext uri="{FF2B5EF4-FFF2-40B4-BE49-F238E27FC236}">
                <a16:creationId xmlns:a16="http://schemas.microsoft.com/office/drawing/2014/main" id="{471A245E-40B3-49D0-B737-F04E73AB95AF}"/>
              </a:ext>
            </a:extLst>
          </p:cNvPr>
          <p:cNvSpPr/>
          <p:nvPr/>
        </p:nvSpPr>
        <p:spPr>
          <a:xfrm>
            <a:off x="7796328" y="1358742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" name="Csoportba foglalás 9">
            <a:extLst>
              <a:ext uri="{FF2B5EF4-FFF2-40B4-BE49-F238E27FC236}">
                <a16:creationId xmlns:a16="http://schemas.microsoft.com/office/drawing/2014/main" id="{36EDD9D8-AC5A-4286-8D98-442A19A44F4D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1" name="Henger 10">
              <a:extLst>
                <a:ext uri="{FF2B5EF4-FFF2-40B4-BE49-F238E27FC236}">
                  <a16:creationId xmlns:a16="http://schemas.microsoft.com/office/drawing/2014/main" id="{DD84EBBD-73B7-4B96-A2AD-8E2F46070509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2" name="Csoportba foglalás 11">
              <a:extLst>
                <a:ext uri="{FF2B5EF4-FFF2-40B4-BE49-F238E27FC236}">
                  <a16:creationId xmlns:a16="http://schemas.microsoft.com/office/drawing/2014/main" id="{156F50C3-F95B-4509-BFBD-9E2465C40592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4" name="Ellipszis 13">
                <a:extLst>
                  <a:ext uri="{FF2B5EF4-FFF2-40B4-BE49-F238E27FC236}">
                    <a16:creationId xmlns:a16="http://schemas.microsoft.com/office/drawing/2014/main" id="{7DD4E3B1-C0BC-4A11-B467-5BE77CFD415B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" name="Ellipszis 14">
                <a:extLst>
                  <a:ext uri="{FF2B5EF4-FFF2-40B4-BE49-F238E27FC236}">
                    <a16:creationId xmlns:a16="http://schemas.microsoft.com/office/drawing/2014/main" id="{555E4EF8-1A69-4949-818C-EC7B6015FB2A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151EA566-8FB1-4482-B2C6-F5D836427C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DC63DDE4-638F-4B28-884F-231018DECBB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8" name="Egyenes összekötő 17">
                <a:extLst>
                  <a:ext uri="{FF2B5EF4-FFF2-40B4-BE49-F238E27FC236}">
                    <a16:creationId xmlns:a16="http://schemas.microsoft.com/office/drawing/2014/main" id="{D268BA1C-082A-4582-A4C2-E3CAB07761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2D6C26A9-DA34-4A37-AA31-E745683D5C4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F0542AA9-7046-44AF-9B5F-E57119CF164B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BD380A71-0F0E-45EC-9222-497880618ED9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1" name="Téglalap 20">
            <a:extLst>
              <a:ext uri="{FF2B5EF4-FFF2-40B4-BE49-F238E27FC236}">
                <a16:creationId xmlns:a16="http://schemas.microsoft.com/office/drawing/2014/main" id="{B7446791-A435-438E-9EAC-28E4E55CEE26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2" name="Csoportba foglalás 21">
            <a:extLst>
              <a:ext uri="{FF2B5EF4-FFF2-40B4-BE49-F238E27FC236}">
                <a16:creationId xmlns:a16="http://schemas.microsoft.com/office/drawing/2014/main" id="{B9D43216-6D96-48C8-9099-6AADE9335C87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3" name="Csoportba foglalás 22">
              <a:extLst>
                <a:ext uri="{FF2B5EF4-FFF2-40B4-BE49-F238E27FC236}">
                  <a16:creationId xmlns:a16="http://schemas.microsoft.com/office/drawing/2014/main" id="{3BC8AC2A-C4C4-47AF-917F-63E763703337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6" name="Henger 25">
                <a:extLst>
                  <a:ext uri="{FF2B5EF4-FFF2-40B4-BE49-F238E27FC236}">
                    <a16:creationId xmlns:a16="http://schemas.microsoft.com/office/drawing/2014/main" id="{8F1DF778-0B9A-49EC-9B07-6C53D81596CF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68717544-8D2E-4C09-8502-E5BD3372AED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8" name="Téglalap 27">
                <a:extLst>
                  <a:ext uri="{FF2B5EF4-FFF2-40B4-BE49-F238E27FC236}">
                    <a16:creationId xmlns:a16="http://schemas.microsoft.com/office/drawing/2014/main" id="{2A003195-8765-43EB-B0D3-A212C848FBC8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2FB75DB7-4B5D-4A2D-9A5A-CF87CA941F8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9C6C1F6F-8544-485F-91D1-760EF3888A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D4F46E28-B352-4A10-BDD6-DF0FB366C4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" name="Egyenes összekötő 31">
                <a:extLst>
                  <a:ext uri="{FF2B5EF4-FFF2-40B4-BE49-F238E27FC236}">
                    <a16:creationId xmlns:a16="http://schemas.microsoft.com/office/drawing/2014/main" id="{410DADDB-E9DB-4C58-BA18-DAF79579D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3" name="Egyenes összekötő 32">
                <a:extLst>
                  <a:ext uri="{FF2B5EF4-FFF2-40B4-BE49-F238E27FC236}">
                    <a16:creationId xmlns:a16="http://schemas.microsoft.com/office/drawing/2014/main" id="{4E23C92A-2806-43CC-A8D4-5421D36AD60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8CAC3A6E-E9B3-4DFA-AB05-ECE3F23B39BB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" name="Egyenes összekötő 23">
              <a:extLst>
                <a:ext uri="{FF2B5EF4-FFF2-40B4-BE49-F238E27FC236}">
                  <a16:creationId xmlns:a16="http://schemas.microsoft.com/office/drawing/2014/main" id="{CB8CC6A1-A675-41D1-949B-AB101ADEEAF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5" name="Egyenes összekötő 24">
              <a:extLst>
                <a:ext uri="{FF2B5EF4-FFF2-40B4-BE49-F238E27FC236}">
                  <a16:creationId xmlns:a16="http://schemas.microsoft.com/office/drawing/2014/main" id="{C407128F-0A5F-44A6-950F-F586A4B8D25A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5" name="Téglalap 34">
            <a:extLst>
              <a:ext uri="{FF2B5EF4-FFF2-40B4-BE49-F238E27FC236}">
                <a16:creationId xmlns:a16="http://schemas.microsoft.com/office/drawing/2014/main" id="{6953DAF1-988D-4F56-AFC4-4C47A755EEB1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9B35C469-71F3-4B07-B6B1-DF198D6AB1D1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53DFE7E0-A26A-43F7-ABC0-A832E2105FBE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6BC1E3AF-0F3B-41E1-AC5D-C04E7F383A20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9AC22F12-40B4-48EC-A43A-1F3083AECAB8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CB9B5B69-362A-4196-94E9-34D7C4061763}"/>
              </a:ext>
            </a:extLst>
          </p:cNvPr>
          <p:cNvGrpSpPr/>
          <p:nvPr/>
        </p:nvGrpSpPr>
        <p:grpSpPr>
          <a:xfrm>
            <a:off x="6041292" y="5418541"/>
            <a:ext cx="1922054" cy="1249835"/>
            <a:chOff x="6129413" y="5699857"/>
            <a:chExt cx="1922054" cy="1249835"/>
          </a:xfrm>
        </p:grpSpPr>
        <p:sp>
          <p:nvSpPr>
            <p:cNvPr id="41" name="Ellipszis 40">
              <a:extLst>
                <a:ext uri="{FF2B5EF4-FFF2-40B4-BE49-F238E27FC236}">
                  <a16:creationId xmlns:a16="http://schemas.microsoft.com/office/drawing/2014/main" id="{BE6A0A38-9865-4696-B67C-D7238325D18D}"/>
                </a:ext>
              </a:extLst>
            </p:cNvPr>
            <p:cNvSpPr/>
            <p:nvPr/>
          </p:nvSpPr>
          <p:spPr>
            <a:xfrm>
              <a:off x="6780340" y="6196206"/>
              <a:ext cx="753486" cy="75348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42" name="Egyenes összekötő 41">
              <a:extLst>
                <a:ext uri="{FF2B5EF4-FFF2-40B4-BE49-F238E27FC236}">
                  <a16:creationId xmlns:a16="http://schemas.microsoft.com/office/drawing/2014/main" id="{E8135D28-7E22-45CD-A6B9-82BF33981E9A}"/>
                </a:ext>
              </a:extLst>
            </p:cNvPr>
            <p:cNvCxnSpPr/>
            <p:nvPr/>
          </p:nvCxnSpPr>
          <p:spPr>
            <a:xfrm flipH="1" flipV="1">
              <a:off x="6567898" y="5762913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43" name="Egyenes összekötő 42">
              <a:extLst>
                <a:ext uri="{FF2B5EF4-FFF2-40B4-BE49-F238E27FC236}">
                  <a16:creationId xmlns:a16="http://schemas.microsoft.com/office/drawing/2014/main" id="{4A71FD01-B488-48EB-8730-6B9D0BAD74D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49755" y="5699857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44" name="Egyenes összekötő 43">
              <a:extLst>
                <a:ext uri="{FF2B5EF4-FFF2-40B4-BE49-F238E27FC236}">
                  <a16:creationId xmlns:a16="http://schemas.microsoft.com/office/drawing/2014/main" id="{7D30A794-08FC-41A1-92F0-8D178F1CC0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30990" y="5833466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45" name="Egyenes összekötő 44">
              <a:extLst>
                <a:ext uri="{FF2B5EF4-FFF2-40B4-BE49-F238E27FC236}">
                  <a16:creationId xmlns:a16="http://schemas.microsoft.com/office/drawing/2014/main" id="{FDB36B18-83ED-4D0E-AE61-08351D38E33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1770" y="6401677"/>
              <a:ext cx="459697" cy="28715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46" name="Egyenes összekötő 45">
              <a:extLst>
                <a:ext uri="{FF2B5EF4-FFF2-40B4-BE49-F238E27FC236}">
                  <a16:creationId xmlns:a16="http://schemas.microsoft.com/office/drawing/2014/main" id="{20095EF3-193D-4146-B998-06A8D8BB73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29413" y="6451926"/>
              <a:ext cx="459697" cy="28715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47" name="Csoportba foglalás 46">
            <a:extLst>
              <a:ext uri="{FF2B5EF4-FFF2-40B4-BE49-F238E27FC236}">
                <a16:creationId xmlns:a16="http://schemas.microsoft.com/office/drawing/2014/main" id="{FBA44424-7E18-497B-BD0B-D3F9EF5F2103}"/>
              </a:ext>
            </a:extLst>
          </p:cNvPr>
          <p:cNvGrpSpPr/>
          <p:nvPr/>
        </p:nvGrpSpPr>
        <p:grpSpPr>
          <a:xfrm>
            <a:off x="9055100" y="3627170"/>
            <a:ext cx="6975968" cy="2740695"/>
            <a:chOff x="0" y="2026970"/>
            <a:chExt cx="6975968" cy="2740695"/>
          </a:xfrm>
        </p:grpSpPr>
        <p:sp>
          <p:nvSpPr>
            <p:cNvPr id="48" name="Téglalap 47">
              <a:extLst>
                <a:ext uri="{FF2B5EF4-FFF2-40B4-BE49-F238E27FC236}">
                  <a16:creationId xmlns:a16="http://schemas.microsoft.com/office/drawing/2014/main" id="{E01FB78E-D0D3-4A65-9475-AB694394F24E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Téglalap 48">
              <a:extLst>
                <a:ext uri="{FF2B5EF4-FFF2-40B4-BE49-F238E27FC236}">
                  <a16:creationId xmlns:a16="http://schemas.microsoft.com/office/drawing/2014/main" id="{88078125-8B28-47BC-802B-25BF569ACFDF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50" name="Téglalap 49">
              <a:extLst>
                <a:ext uri="{FF2B5EF4-FFF2-40B4-BE49-F238E27FC236}">
                  <a16:creationId xmlns:a16="http://schemas.microsoft.com/office/drawing/2014/main" id="{06FA8298-6444-4056-B3DA-806598AB58AB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Téglalap 50">
              <a:extLst>
                <a:ext uri="{FF2B5EF4-FFF2-40B4-BE49-F238E27FC236}">
                  <a16:creationId xmlns:a16="http://schemas.microsoft.com/office/drawing/2014/main" id="{543070CB-47F6-4F75-87DE-518E3E1496CF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Téglalap 51">
              <a:extLst>
                <a:ext uri="{FF2B5EF4-FFF2-40B4-BE49-F238E27FC236}">
                  <a16:creationId xmlns:a16="http://schemas.microsoft.com/office/drawing/2014/main" id="{E575758C-8756-4AAF-A3E6-7AA1A4B40360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3" name="Csoportba foglalás 52">
            <a:extLst>
              <a:ext uri="{FF2B5EF4-FFF2-40B4-BE49-F238E27FC236}">
                <a16:creationId xmlns:a16="http://schemas.microsoft.com/office/drawing/2014/main" id="{F09FF20A-AAFD-48B5-BE40-D04881F38E39}"/>
              </a:ext>
            </a:extLst>
          </p:cNvPr>
          <p:cNvGrpSpPr/>
          <p:nvPr/>
        </p:nvGrpSpPr>
        <p:grpSpPr>
          <a:xfrm>
            <a:off x="7602310" y="4139920"/>
            <a:ext cx="1152739" cy="2231794"/>
            <a:chOff x="21678" y="2352425"/>
            <a:chExt cx="1152739" cy="2231794"/>
          </a:xfrm>
        </p:grpSpPr>
        <p:sp>
          <p:nvSpPr>
            <p:cNvPr id="54" name="Téglalap 53">
              <a:extLst>
                <a:ext uri="{FF2B5EF4-FFF2-40B4-BE49-F238E27FC236}">
                  <a16:creationId xmlns:a16="http://schemas.microsoft.com/office/drawing/2014/main" id="{E0F61BFE-107E-48EF-9DC7-99AA01E7E1B1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>
              <a:extLst>
                <a:ext uri="{FF2B5EF4-FFF2-40B4-BE49-F238E27FC236}">
                  <a16:creationId xmlns:a16="http://schemas.microsoft.com/office/drawing/2014/main" id="{23B0A728-7675-4398-A6CA-A3719A29B10B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>
              <a:extLst>
                <a:ext uri="{FF2B5EF4-FFF2-40B4-BE49-F238E27FC236}">
                  <a16:creationId xmlns:a16="http://schemas.microsoft.com/office/drawing/2014/main" id="{2F7FE048-2541-4229-8040-1111AD3DEF93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>
              <a:extLst>
                <a:ext uri="{FF2B5EF4-FFF2-40B4-BE49-F238E27FC236}">
                  <a16:creationId xmlns:a16="http://schemas.microsoft.com/office/drawing/2014/main" id="{6055C3F3-7ABE-40B4-8FFD-726A4F7CD93D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8" name="Ellipszis 57">
              <a:extLst>
                <a:ext uri="{FF2B5EF4-FFF2-40B4-BE49-F238E27FC236}">
                  <a16:creationId xmlns:a16="http://schemas.microsoft.com/office/drawing/2014/main" id="{E8A1B385-272D-4485-B7E6-C06B5FE889A8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9" name="Csoportba foglalás 58">
            <a:extLst>
              <a:ext uri="{FF2B5EF4-FFF2-40B4-BE49-F238E27FC236}">
                <a16:creationId xmlns:a16="http://schemas.microsoft.com/office/drawing/2014/main" id="{7AB52027-3BCA-41EF-9675-391D719F3698}"/>
              </a:ext>
            </a:extLst>
          </p:cNvPr>
          <p:cNvGrpSpPr/>
          <p:nvPr/>
        </p:nvGrpSpPr>
        <p:grpSpPr>
          <a:xfrm>
            <a:off x="2806423" y="3326116"/>
            <a:ext cx="1891113" cy="3047251"/>
            <a:chOff x="0" y="1549915"/>
            <a:chExt cx="1891113" cy="3047251"/>
          </a:xfrm>
        </p:grpSpPr>
        <p:sp>
          <p:nvSpPr>
            <p:cNvPr id="60" name="Téglalap 59">
              <a:extLst>
                <a:ext uri="{FF2B5EF4-FFF2-40B4-BE49-F238E27FC236}">
                  <a16:creationId xmlns:a16="http://schemas.microsoft.com/office/drawing/2014/main" id="{976AFBA7-C00D-4495-8356-0B69DD86A9BD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Téglalap 60">
              <a:extLst>
                <a:ext uri="{FF2B5EF4-FFF2-40B4-BE49-F238E27FC236}">
                  <a16:creationId xmlns:a16="http://schemas.microsoft.com/office/drawing/2014/main" id="{AC9C9EE9-653A-4AE7-AF85-D75072C005F9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2" name="Téglalap 61">
              <a:extLst>
                <a:ext uri="{FF2B5EF4-FFF2-40B4-BE49-F238E27FC236}">
                  <a16:creationId xmlns:a16="http://schemas.microsoft.com/office/drawing/2014/main" id="{E39E238A-7817-4B64-A077-82764F0B0EEE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3" name="Háromszög 62">
              <a:extLst>
                <a:ext uri="{FF2B5EF4-FFF2-40B4-BE49-F238E27FC236}">
                  <a16:creationId xmlns:a16="http://schemas.microsoft.com/office/drawing/2014/main" id="{06EBA035-0343-4459-88DF-1C1DEC039BC5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64" name="Csoportba foglalás 63">
            <a:extLst>
              <a:ext uri="{FF2B5EF4-FFF2-40B4-BE49-F238E27FC236}">
                <a16:creationId xmlns:a16="http://schemas.microsoft.com/office/drawing/2014/main" id="{D2527BE6-22FE-45B9-B2EB-179B5DC13A27}"/>
              </a:ext>
            </a:extLst>
          </p:cNvPr>
          <p:cNvGrpSpPr/>
          <p:nvPr/>
        </p:nvGrpSpPr>
        <p:grpSpPr>
          <a:xfrm>
            <a:off x="-511728" y="6351584"/>
            <a:ext cx="13544064" cy="2260833"/>
            <a:chOff x="-511728" y="4673367"/>
            <a:chExt cx="13544064" cy="2260833"/>
          </a:xfrm>
        </p:grpSpPr>
        <p:sp>
          <p:nvSpPr>
            <p:cNvPr id="65" name="Téglalap 64">
              <a:extLst>
                <a:ext uri="{FF2B5EF4-FFF2-40B4-BE49-F238E27FC236}">
                  <a16:creationId xmlns:a16="http://schemas.microsoft.com/office/drawing/2014/main" id="{49CEB841-86DC-412C-BCC8-F76B82574025}"/>
                </a:ext>
              </a:extLst>
            </p:cNvPr>
            <p:cNvSpPr/>
            <p:nvPr/>
          </p:nvSpPr>
          <p:spPr>
            <a:xfrm>
              <a:off x="0" y="65944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6" name="Csoportba foglalás 65">
              <a:extLst>
                <a:ext uri="{FF2B5EF4-FFF2-40B4-BE49-F238E27FC236}">
                  <a16:creationId xmlns:a16="http://schemas.microsoft.com/office/drawing/2014/main" id="{EFEBD4E3-A3AB-4A86-9FE9-E0BE37127524}"/>
                </a:ext>
              </a:extLst>
            </p:cNvPr>
            <p:cNvGrpSpPr/>
            <p:nvPr/>
          </p:nvGrpSpPr>
          <p:grpSpPr>
            <a:xfrm>
              <a:off x="-511728" y="4673367"/>
              <a:ext cx="13544064" cy="1921080"/>
              <a:chOff x="-511728" y="4673367"/>
              <a:chExt cx="13544064" cy="1921080"/>
            </a:xfrm>
          </p:grpSpPr>
          <p:sp>
            <p:nvSpPr>
              <p:cNvPr id="67" name="Téglalap 66">
                <a:extLst>
                  <a:ext uri="{FF2B5EF4-FFF2-40B4-BE49-F238E27FC236}">
                    <a16:creationId xmlns:a16="http://schemas.microsoft.com/office/drawing/2014/main" id="{698CFDAA-AFAD-4D1B-BE90-6C286A5852BE}"/>
                  </a:ext>
                </a:extLst>
              </p:cNvPr>
              <p:cNvSpPr/>
              <p:nvPr/>
            </p:nvSpPr>
            <p:spPr>
              <a:xfrm>
                <a:off x="-511728" y="4673367"/>
                <a:ext cx="13544064" cy="1921080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Téglalap 67">
                <a:extLst>
                  <a:ext uri="{FF2B5EF4-FFF2-40B4-BE49-F238E27FC236}">
                    <a16:creationId xmlns:a16="http://schemas.microsoft.com/office/drawing/2014/main" id="{309D25BC-EA06-47FE-98D2-97723E1869B1}"/>
                  </a:ext>
                </a:extLst>
              </p:cNvPr>
              <p:cNvSpPr/>
              <p:nvPr/>
            </p:nvSpPr>
            <p:spPr>
              <a:xfrm>
                <a:off x="10375829" y="5464186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Téglalap 68">
                <a:extLst>
                  <a:ext uri="{FF2B5EF4-FFF2-40B4-BE49-F238E27FC236}">
                    <a16:creationId xmlns:a16="http://schemas.microsoft.com/office/drawing/2014/main" id="{F2147C52-A9A4-4C55-9C9C-A35B6902ED4B}"/>
                  </a:ext>
                </a:extLst>
              </p:cNvPr>
              <p:cNvSpPr/>
              <p:nvPr/>
            </p:nvSpPr>
            <p:spPr>
              <a:xfrm>
                <a:off x="9410908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Téglalap 69">
                <a:extLst>
                  <a:ext uri="{FF2B5EF4-FFF2-40B4-BE49-F238E27FC236}">
                    <a16:creationId xmlns:a16="http://schemas.microsoft.com/office/drawing/2014/main" id="{C77F2823-52CB-4E1E-A9F7-A1A3749CD3DC}"/>
                  </a:ext>
                </a:extLst>
              </p:cNvPr>
              <p:cNvSpPr/>
              <p:nvPr/>
            </p:nvSpPr>
            <p:spPr>
              <a:xfrm>
                <a:off x="8321823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1" name="Téglalap 70">
                <a:extLst>
                  <a:ext uri="{FF2B5EF4-FFF2-40B4-BE49-F238E27FC236}">
                    <a16:creationId xmlns:a16="http://schemas.microsoft.com/office/drawing/2014/main" id="{5CA4D62F-6D54-4248-8C0C-EA7897ACB4AA}"/>
                  </a:ext>
                </a:extLst>
              </p:cNvPr>
              <p:cNvSpPr/>
              <p:nvPr/>
            </p:nvSpPr>
            <p:spPr>
              <a:xfrm>
                <a:off x="6990951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296625B2-9523-4C90-8011-B6391EEFBE6B}"/>
                  </a:ext>
                </a:extLst>
              </p:cNvPr>
              <p:cNvSpPr/>
              <p:nvPr/>
            </p:nvSpPr>
            <p:spPr>
              <a:xfrm>
                <a:off x="5882126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3" name="Téglalap 72">
                <a:extLst>
                  <a:ext uri="{FF2B5EF4-FFF2-40B4-BE49-F238E27FC236}">
                    <a16:creationId xmlns:a16="http://schemas.microsoft.com/office/drawing/2014/main" id="{469BC864-622F-4F6C-92E3-818415C3A251}"/>
                  </a:ext>
                </a:extLst>
              </p:cNvPr>
              <p:cNvSpPr/>
              <p:nvPr/>
            </p:nvSpPr>
            <p:spPr>
              <a:xfrm>
                <a:off x="4921447" y="5453541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4" name="Téglalap 73">
                <a:extLst>
                  <a:ext uri="{FF2B5EF4-FFF2-40B4-BE49-F238E27FC236}">
                    <a16:creationId xmlns:a16="http://schemas.microsoft.com/office/drawing/2014/main" id="{64E189E0-5DEA-4B36-AF63-B5E6E0915EFE}"/>
                  </a:ext>
                </a:extLst>
              </p:cNvPr>
              <p:cNvSpPr/>
              <p:nvPr/>
            </p:nvSpPr>
            <p:spPr>
              <a:xfrm>
                <a:off x="3844761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5" name="Téglalap 74">
                <a:extLst>
                  <a:ext uri="{FF2B5EF4-FFF2-40B4-BE49-F238E27FC236}">
                    <a16:creationId xmlns:a16="http://schemas.microsoft.com/office/drawing/2014/main" id="{AE03D8A5-DCBB-404E-B762-993F15B09231}"/>
                  </a:ext>
                </a:extLst>
              </p:cNvPr>
              <p:cNvSpPr/>
              <p:nvPr/>
            </p:nvSpPr>
            <p:spPr>
              <a:xfrm>
                <a:off x="2614620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6" name="Téglalap 75">
                <a:extLst>
                  <a:ext uri="{FF2B5EF4-FFF2-40B4-BE49-F238E27FC236}">
                    <a16:creationId xmlns:a16="http://schemas.microsoft.com/office/drawing/2014/main" id="{10F7D38D-B66E-4A4C-AD76-E1AFE1DADFD2}"/>
                  </a:ext>
                </a:extLst>
              </p:cNvPr>
              <p:cNvSpPr/>
              <p:nvPr/>
            </p:nvSpPr>
            <p:spPr>
              <a:xfrm>
                <a:off x="1833343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7" name="Téglalap 76">
                <a:extLst>
                  <a:ext uri="{FF2B5EF4-FFF2-40B4-BE49-F238E27FC236}">
                    <a16:creationId xmlns:a16="http://schemas.microsoft.com/office/drawing/2014/main" id="{710EFECF-F1F3-437B-A89D-33080BB8AD4D}"/>
                  </a:ext>
                </a:extLst>
              </p:cNvPr>
              <p:cNvSpPr/>
              <p:nvPr/>
            </p:nvSpPr>
            <p:spPr>
              <a:xfrm>
                <a:off x="11449862" y="5470315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699B1C79-40B8-43AE-9D25-60ECAE4AF2F0}"/>
                  </a:ext>
                </a:extLst>
              </p:cNvPr>
              <p:cNvSpPr/>
              <p:nvPr/>
            </p:nvSpPr>
            <p:spPr>
              <a:xfrm>
                <a:off x="922269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9" name="Téglalap 78">
                <a:extLst>
                  <a:ext uri="{FF2B5EF4-FFF2-40B4-BE49-F238E27FC236}">
                    <a16:creationId xmlns:a16="http://schemas.microsoft.com/office/drawing/2014/main" id="{E3D4A168-1565-44CA-A330-ED737DFC4EDA}"/>
                  </a:ext>
                </a:extLst>
              </p:cNvPr>
              <p:cNvSpPr/>
              <p:nvPr/>
            </p:nvSpPr>
            <p:spPr>
              <a:xfrm>
                <a:off x="-197342" y="5449349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80" name="Csoportba foglalás 79">
            <a:extLst>
              <a:ext uri="{FF2B5EF4-FFF2-40B4-BE49-F238E27FC236}">
                <a16:creationId xmlns:a16="http://schemas.microsoft.com/office/drawing/2014/main" id="{98E47C26-4A04-4ABC-9A71-4CB67A51FA83}"/>
              </a:ext>
            </a:extLst>
          </p:cNvPr>
          <p:cNvGrpSpPr/>
          <p:nvPr/>
        </p:nvGrpSpPr>
        <p:grpSpPr>
          <a:xfrm rot="827185">
            <a:off x="3719788" y="2153492"/>
            <a:ext cx="6706659" cy="3797671"/>
            <a:chOff x="3704909" y="2358578"/>
            <a:chExt cx="6706659" cy="3797671"/>
          </a:xfrm>
          <a:effectLst>
            <a:outerShdw blurRad="76200" dist="12700" dir="8100000" sy="-23000" kx="800400" algn="br" rotWithShape="0">
              <a:prstClr val="black">
                <a:alpha val="20000"/>
              </a:prstClr>
            </a:outerShdw>
          </a:effectLst>
        </p:grpSpPr>
        <p:grpSp>
          <p:nvGrpSpPr>
            <p:cNvPr id="81" name="Csoportba foglalás 80">
              <a:extLst>
                <a:ext uri="{FF2B5EF4-FFF2-40B4-BE49-F238E27FC236}">
                  <a16:creationId xmlns:a16="http://schemas.microsoft.com/office/drawing/2014/main" id="{CDDD8069-88AE-4F30-B8A9-D6692739910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23" name="Csoportba foglalás 122">
                <a:extLst>
                  <a:ext uri="{FF2B5EF4-FFF2-40B4-BE49-F238E27FC236}">
                    <a16:creationId xmlns:a16="http://schemas.microsoft.com/office/drawing/2014/main" id="{68F2C64D-B721-4BDF-8801-1CBDA437B34C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26" name="Derékszögű háromszög 125">
                  <a:extLst>
                    <a:ext uri="{FF2B5EF4-FFF2-40B4-BE49-F238E27FC236}">
                      <a16:creationId xmlns:a16="http://schemas.microsoft.com/office/drawing/2014/main" id="{2F10CA56-D5C8-418A-A1C9-195427BD8C37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Derékszögű háromszög 126">
                  <a:extLst>
                    <a:ext uri="{FF2B5EF4-FFF2-40B4-BE49-F238E27FC236}">
                      <a16:creationId xmlns:a16="http://schemas.microsoft.com/office/drawing/2014/main" id="{B22B2B7D-2364-4380-8759-B4C75153AF1C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Téglalap 15">
                  <a:extLst>
                    <a:ext uri="{FF2B5EF4-FFF2-40B4-BE49-F238E27FC236}">
                      <a16:creationId xmlns:a16="http://schemas.microsoft.com/office/drawing/2014/main" id="{CD758A07-1872-4877-86E9-12BE356BBD3E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9" name="Folyamatábra: Tárolt adat 17">
                  <a:extLst>
                    <a:ext uri="{FF2B5EF4-FFF2-40B4-BE49-F238E27FC236}">
                      <a16:creationId xmlns:a16="http://schemas.microsoft.com/office/drawing/2014/main" id="{9B7528E7-1B01-45A5-BC70-75BE9FF67425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Derékszögű háromszög 129">
                  <a:extLst>
                    <a:ext uri="{FF2B5EF4-FFF2-40B4-BE49-F238E27FC236}">
                      <a16:creationId xmlns:a16="http://schemas.microsoft.com/office/drawing/2014/main" id="{BB0C9962-8BB4-4862-A79C-E7E05182393B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Kivonás jele 130">
                  <a:extLst>
                    <a:ext uri="{FF2B5EF4-FFF2-40B4-BE49-F238E27FC236}">
                      <a16:creationId xmlns:a16="http://schemas.microsoft.com/office/drawing/2014/main" id="{8772E267-1D63-44DF-AA04-BB4C0734159F}"/>
                    </a:ext>
                  </a:extLst>
                </p:cNvPr>
                <p:cNvSpPr/>
                <p:nvPr/>
              </p:nvSpPr>
              <p:spPr>
                <a:xfrm rot="5400000">
                  <a:off x="4154036" y="45411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Ellipszis 131">
                  <a:extLst>
                    <a:ext uri="{FF2B5EF4-FFF2-40B4-BE49-F238E27FC236}">
                      <a16:creationId xmlns:a16="http://schemas.microsoft.com/office/drawing/2014/main" id="{01564CA6-828A-4F05-8E10-77A611037E7D}"/>
                    </a:ext>
                  </a:extLst>
                </p:cNvPr>
                <p:cNvSpPr/>
                <p:nvPr/>
              </p:nvSpPr>
              <p:spPr>
                <a:xfrm>
                  <a:off x="4324353" y="4900824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Ellipszis 132">
                  <a:extLst>
                    <a:ext uri="{FF2B5EF4-FFF2-40B4-BE49-F238E27FC236}">
                      <a16:creationId xmlns:a16="http://schemas.microsoft.com/office/drawing/2014/main" id="{1EAFC5B1-D1E7-4249-A4B5-FFF965C25833}"/>
                    </a:ext>
                  </a:extLst>
                </p:cNvPr>
                <p:cNvSpPr/>
                <p:nvPr/>
              </p:nvSpPr>
              <p:spPr>
                <a:xfrm>
                  <a:off x="7930925" y="4961910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Kivonás jele 133">
                  <a:extLst>
                    <a:ext uri="{FF2B5EF4-FFF2-40B4-BE49-F238E27FC236}">
                      <a16:creationId xmlns:a16="http://schemas.microsoft.com/office/drawing/2014/main" id="{3123DA68-74F9-4C0B-B876-EB5A7D36EE35}"/>
                    </a:ext>
                  </a:extLst>
                </p:cNvPr>
                <p:cNvSpPr/>
                <p:nvPr/>
              </p:nvSpPr>
              <p:spPr>
                <a:xfrm rot="5400000">
                  <a:off x="7758247" y="465977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Kivonás jele 134">
                  <a:extLst>
                    <a:ext uri="{FF2B5EF4-FFF2-40B4-BE49-F238E27FC236}">
                      <a16:creationId xmlns:a16="http://schemas.microsoft.com/office/drawing/2014/main" id="{142A457E-7D82-44BA-B4EC-B5CD13CDA559}"/>
                    </a:ext>
                  </a:extLst>
                </p:cNvPr>
                <p:cNvSpPr/>
                <p:nvPr/>
              </p:nvSpPr>
              <p:spPr>
                <a:xfrm rot="5400000">
                  <a:off x="7362082" y="4425711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0583FBF5-2567-42F0-957F-3C23E5A9E9F4}"/>
                    </a:ext>
                  </a:extLst>
                </p:cNvPr>
                <p:cNvSpPr/>
                <p:nvPr/>
              </p:nvSpPr>
              <p:spPr>
                <a:xfrm>
                  <a:off x="7547881" y="4804728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Romboid 136">
                  <a:extLst>
                    <a:ext uri="{FF2B5EF4-FFF2-40B4-BE49-F238E27FC236}">
                      <a16:creationId xmlns:a16="http://schemas.microsoft.com/office/drawing/2014/main" id="{8900CF94-BE5E-43CF-9D4B-581E9FB02D2F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Téglalap 137">
                  <a:extLst>
                    <a:ext uri="{FF2B5EF4-FFF2-40B4-BE49-F238E27FC236}">
                      <a16:creationId xmlns:a16="http://schemas.microsoft.com/office/drawing/2014/main" id="{6CC6BC99-336C-4477-9853-E81F379625EC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Téglalap: lekerekített 138">
                  <a:extLst>
                    <a:ext uri="{FF2B5EF4-FFF2-40B4-BE49-F238E27FC236}">
                      <a16:creationId xmlns:a16="http://schemas.microsoft.com/office/drawing/2014/main" id="{165B1FCC-5DE0-4987-A688-8957FBD41D98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Téglalap: lekerekített 139">
                  <a:extLst>
                    <a:ext uri="{FF2B5EF4-FFF2-40B4-BE49-F238E27FC236}">
                      <a16:creationId xmlns:a16="http://schemas.microsoft.com/office/drawing/2014/main" id="{95F76123-69F3-4D27-A4D8-0A1BE5180B58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1" name="Téglalap: lekerekített 140">
                  <a:extLst>
                    <a:ext uri="{FF2B5EF4-FFF2-40B4-BE49-F238E27FC236}">
                      <a16:creationId xmlns:a16="http://schemas.microsoft.com/office/drawing/2014/main" id="{4EDC7B32-3337-4421-B577-AC00FF9CB63D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2" name="Téglalap: lekerekített 141">
                  <a:extLst>
                    <a:ext uri="{FF2B5EF4-FFF2-40B4-BE49-F238E27FC236}">
                      <a16:creationId xmlns:a16="http://schemas.microsoft.com/office/drawing/2014/main" id="{35AC376E-9E53-462C-947F-7E50CD13EA54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3" name="Téglalap: lekerekített 142">
                  <a:extLst>
                    <a:ext uri="{FF2B5EF4-FFF2-40B4-BE49-F238E27FC236}">
                      <a16:creationId xmlns:a16="http://schemas.microsoft.com/office/drawing/2014/main" id="{670FCDDA-CD67-4569-B82E-0880B8492A13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4" name="Téglalap: lekerekített 143">
                  <a:extLst>
                    <a:ext uri="{FF2B5EF4-FFF2-40B4-BE49-F238E27FC236}">
                      <a16:creationId xmlns:a16="http://schemas.microsoft.com/office/drawing/2014/main" id="{E2E7C949-4149-419F-90AE-558D40D3EE79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24" name="Picture 2" descr="Forráskép megtekintése">
                <a:extLst>
                  <a:ext uri="{FF2B5EF4-FFF2-40B4-BE49-F238E27FC236}">
                    <a16:creationId xmlns:a16="http://schemas.microsoft.com/office/drawing/2014/main" id="{A7001833-8A6D-411D-807E-71DB90C63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25" name="Picture 6" descr="Forráskép megtekintése">
                <a:extLst>
                  <a:ext uri="{FF2B5EF4-FFF2-40B4-BE49-F238E27FC236}">
                    <a16:creationId xmlns:a16="http://schemas.microsoft.com/office/drawing/2014/main" id="{C2F829E7-B4FD-4A3A-8AFC-C4457B969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82" name="Csoportba foglalás 81">
              <a:extLst>
                <a:ext uri="{FF2B5EF4-FFF2-40B4-BE49-F238E27FC236}">
                  <a16:creationId xmlns:a16="http://schemas.microsoft.com/office/drawing/2014/main" id="{BBFB96B4-C4BA-4017-97D1-603F86A74DAB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11" name="Csoportba foglalás 110">
                <a:extLst>
                  <a:ext uri="{FF2B5EF4-FFF2-40B4-BE49-F238E27FC236}">
                    <a16:creationId xmlns:a16="http://schemas.microsoft.com/office/drawing/2014/main" id="{2C0E4393-B45A-4452-92A8-5CFEAB8CFA58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14" name="Henger 113">
                  <a:extLst>
                    <a:ext uri="{FF2B5EF4-FFF2-40B4-BE49-F238E27FC236}">
                      <a16:creationId xmlns:a16="http://schemas.microsoft.com/office/drawing/2014/main" id="{FB90E62B-25C0-4D77-BA02-BD4C991AF458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5" name="Ellipszis 114">
                  <a:extLst>
                    <a:ext uri="{FF2B5EF4-FFF2-40B4-BE49-F238E27FC236}">
                      <a16:creationId xmlns:a16="http://schemas.microsoft.com/office/drawing/2014/main" id="{ABADD686-058C-4D15-B60B-A87CCE63C2EC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6" name="Téglalap 115">
                  <a:extLst>
                    <a:ext uri="{FF2B5EF4-FFF2-40B4-BE49-F238E27FC236}">
                      <a16:creationId xmlns:a16="http://schemas.microsoft.com/office/drawing/2014/main" id="{CE88E7B8-86CB-4D19-A87C-2C21EE34AE55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7" name="Ellipszis 116">
                  <a:extLst>
                    <a:ext uri="{FF2B5EF4-FFF2-40B4-BE49-F238E27FC236}">
                      <a16:creationId xmlns:a16="http://schemas.microsoft.com/office/drawing/2014/main" id="{6BC4322E-94ED-404A-90CE-2268CF8F5671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8" name="Egyenes összekötő 117">
                  <a:extLst>
                    <a:ext uri="{FF2B5EF4-FFF2-40B4-BE49-F238E27FC236}">
                      <a16:creationId xmlns:a16="http://schemas.microsoft.com/office/drawing/2014/main" id="{0D322D83-E896-44D1-85E3-2F19A0051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Egyenes összekötő 118">
                  <a:extLst>
                    <a:ext uri="{FF2B5EF4-FFF2-40B4-BE49-F238E27FC236}">
                      <a16:creationId xmlns:a16="http://schemas.microsoft.com/office/drawing/2014/main" id="{B11C7225-C1CF-4F97-A1B8-0F9303F919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Egyenes összekötő 119">
                  <a:extLst>
                    <a:ext uri="{FF2B5EF4-FFF2-40B4-BE49-F238E27FC236}">
                      <a16:creationId xmlns:a16="http://schemas.microsoft.com/office/drawing/2014/main" id="{17B0E888-B018-4FEC-BAC6-34F68A248E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Egyenes összekötő 120">
                  <a:extLst>
                    <a:ext uri="{FF2B5EF4-FFF2-40B4-BE49-F238E27FC236}">
                      <a16:creationId xmlns:a16="http://schemas.microsoft.com/office/drawing/2014/main" id="{B8EE7FE4-66C4-4B1F-97A1-46D981B177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42B47FFF-5BA5-4FCD-BB70-4CBE4D7B9E6D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12" name="Egyenes összekötő 111">
                <a:extLst>
                  <a:ext uri="{FF2B5EF4-FFF2-40B4-BE49-F238E27FC236}">
                    <a16:creationId xmlns:a16="http://schemas.microsoft.com/office/drawing/2014/main" id="{007FAEFD-AF5D-4DE2-BE25-5B951A59911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13" name="Egyenes összekötő 112">
                <a:extLst>
                  <a:ext uri="{FF2B5EF4-FFF2-40B4-BE49-F238E27FC236}">
                    <a16:creationId xmlns:a16="http://schemas.microsoft.com/office/drawing/2014/main" id="{AB775A60-7193-48A0-A161-A239048006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3" name="Csoportba foglalás 82">
              <a:extLst>
                <a:ext uri="{FF2B5EF4-FFF2-40B4-BE49-F238E27FC236}">
                  <a16:creationId xmlns:a16="http://schemas.microsoft.com/office/drawing/2014/main" id="{F34D6297-FC07-48D2-8CC8-C56FD72743D3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101" name="Henger 100">
                <a:extLst>
                  <a:ext uri="{FF2B5EF4-FFF2-40B4-BE49-F238E27FC236}">
                    <a16:creationId xmlns:a16="http://schemas.microsoft.com/office/drawing/2014/main" id="{81B69020-2E18-4580-93B7-F186FCB56F88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102" name="Csoportba foglalás 101">
                <a:extLst>
                  <a:ext uri="{FF2B5EF4-FFF2-40B4-BE49-F238E27FC236}">
                    <a16:creationId xmlns:a16="http://schemas.microsoft.com/office/drawing/2014/main" id="{598D2FD5-2E22-42FA-93BC-14D3010CE88B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2AAA4F50-2A3F-449D-9F6B-420C9F3D0E80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Ellipszis 104">
                  <a:extLst>
                    <a:ext uri="{FF2B5EF4-FFF2-40B4-BE49-F238E27FC236}">
                      <a16:creationId xmlns:a16="http://schemas.microsoft.com/office/drawing/2014/main" id="{59E2DC4E-E80B-482A-9134-2690050330A5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06" name="Egyenes összekötő 105">
                  <a:extLst>
                    <a:ext uri="{FF2B5EF4-FFF2-40B4-BE49-F238E27FC236}">
                      <a16:creationId xmlns:a16="http://schemas.microsoft.com/office/drawing/2014/main" id="{8E0A9F66-38FD-44E4-B62A-1671EAABE7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Egyenes összekötő 106">
                  <a:extLst>
                    <a:ext uri="{FF2B5EF4-FFF2-40B4-BE49-F238E27FC236}">
                      <a16:creationId xmlns:a16="http://schemas.microsoft.com/office/drawing/2014/main" id="{04163F90-96A8-41B5-BC4C-A16114D22C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Egyenes összekötő 107">
                  <a:extLst>
                    <a:ext uri="{FF2B5EF4-FFF2-40B4-BE49-F238E27FC236}">
                      <a16:creationId xmlns:a16="http://schemas.microsoft.com/office/drawing/2014/main" id="{5A30C9B9-CBAA-46CA-B3D7-DEAD441237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Egyenes összekötő 108">
                  <a:extLst>
                    <a:ext uri="{FF2B5EF4-FFF2-40B4-BE49-F238E27FC236}">
                      <a16:creationId xmlns:a16="http://schemas.microsoft.com/office/drawing/2014/main" id="{0688AE1E-1506-4670-B965-EB486EC86E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0" name="Ellipszis 109">
                  <a:extLst>
                    <a:ext uri="{FF2B5EF4-FFF2-40B4-BE49-F238E27FC236}">
                      <a16:creationId xmlns:a16="http://schemas.microsoft.com/office/drawing/2014/main" id="{F11AAA29-3714-4506-B755-E5ADD0FC1F3B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103" name="Téglalap 102">
                <a:extLst>
                  <a:ext uri="{FF2B5EF4-FFF2-40B4-BE49-F238E27FC236}">
                    <a16:creationId xmlns:a16="http://schemas.microsoft.com/office/drawing/2014/main" id="{1599C604-20F7-474E-9547-FC542FDA6662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84" name="Csoportba foglalás 83">
              <a:extLst>
                <a:ext uri="{FF2B5EF4-FFF2-40B4-BE49-F238E27FC236}">
                  <a16:creationId xmlns:a16="http://schemas.microsoft.com/office/drawing/2014/main" id="{64B1F647-D853-435A-A68F-2A49D902F3F0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85" name="Csoportba foglalás 84">
                <a:extLst>
                  <a:ext uri="{FF2B5EF4-FFF2-40B4-BE49-F238E27FC236}">
                    <a16:creationId xmlns:a16="http://schemas.microsoft.com/office/drawing/2014/main" id="{C0EE844D-8070-4705-8FD3-42160B29FDEC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93" name="Henger 92">
                  <a:extLst>
                    <a:ext uri="{FF2B5EF4-FFF2-40B4-BE49-F238E27FC236}">
                      <a16:creationId xmlns:a16="http://schemas.microsoft.com/office/drawing/2014/main" id="{B8123FAA-29EE-48C1-8293-CCD382F94795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4" name="Ellipszis 93">
                  <a:extLst>
                    <a:ext uri="{FF2B5EF4-FFF2-40B4-BE49-F238E27FC236}">
                      <a16:creationId xmlns:a16="http://schemas.microsoft.com/office/drawing/2014/main" id="{0399B1CC-3DF0-4544-824E-82E5149655F2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5" name="Ív 94">
                  <a:extLst>
                    <a:ext uri="{FF2B5EF4-FFF2-40B4-BE49-F238E27FC236}">
                      <a16:creationId xmlns:a16="http://schemas.microsoft.com/office/drawing/2014/main" id="{14FA2388-203D-404C-A154-F031DBFB65F3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96" name="Picture 2" descr="Forráskép megtekintése">
                  <a:extLst>
                    <a:ext uri="{FF2B5EF4-FFF2-40B4-BE49-F238E27FC236}">
                      <a16:creationId xmlns:a16="http://schemas.microsoft.com/office/drawing/2014/main" id="{56A4737C-EFC5-4408-9C08-4B05F6429AC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7" name="Téglalap 96">
                  <a:extLst>
                    <a:ext uri="{FF2B5EF4-FFF2-40B4-BE49-F238E27FC236}">
                      <a16:creationId xmlns:a16="http://schemas.microsoft.com/office/drawing/2014/main" id="{8B14E572-E1E1-4EA1-9FB6-7CC88A4A6E1F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8" name="Csillag: 4 ágú 97">
                  <a:extLst>
                    <a:ext uri="{FF2B5EF4-FFF2-40B4-BE49-F238E27FC236}">
                      <a16:creationId xmlns:a16="http://schemas.microsoft.com/office/drawing/2014/main" id="{66816044-76D8-4103-B78A-BE694FEC2081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Szabadkézi sokszög: alakzat 98">
                  <a:extLst>
                    <a:ext uri="{FF2B5EF4-FFF2-40B4-BE49-F238E27FC236}">
                      <a16:creationId xmlns:a16="http://schemas.microsoft.com/office/drawing/2014/main" id="{327E3B66-F3BC-46B5-A7CD-CC6AEECC2D1C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Ellipszis 99">
                  <a:extLst>
                    <a:ext uri="{FF2B5EF4-FFF2-40B4-BE49-F238E27FC236}">
                      <a16:creationId xmlns:a16="http://schemas.microsoft.com/office/drawing/2014/main" id="{9761C810-5697-404D-ADC3-47F260681C63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86" name="Ellipszis 85">
                <a:extLst>
                  <a:ext uri="{FF2B5EF4-FFF2-40B4-BE49-F238E27FC236}">
                    <a16:creationId xmlns:a16="http://schemas.microsoft.com/office/drawing/2014/main" id="{447334D0-5C77-4B50-ADBB-668CD770FFD8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Ellipszis 86">
                <a:extLst>
                  <a:ext uri="{FF2B5EF4-FFF2-40B4-BE49-F238E27FC236}">
                    <a16:creationId xmlns:a16="http://schemas.microsoft.com/office/drawing/2014/main" id="{D7CEE504-877D-4945-8D2F-33430F5663E6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8" name="Egyenes összekötő 87">
                <a:extLst>
                  <a:ext uri="{FF2B5EF4-FFF2-40B4-BE49-F238E27FC236}">
                    <a16:creationId xmlns:a16="http://schemas.microsoft.com/office/drawing/2014/main" id="{5D1290DE-686C-4070-9C55-DA7EDDAB595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9" name="Ellipszis 88">
                <a:extLst>
                  <a:ext uri="{FF2B5EF4-FFF2-40B4-BE49-F238E27FC236}">
                    <a16:creationId xmlns:a16="http://schemas.microsoft.com/office/drawing/2014/main" id="{ACE1B5F2-0D60-48EF-8AEC-8541DD7FF124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Ellipszis 89">
                <a:extLst>
                  <a:ext uri="{FF2B5EF4-FFF2-40B4-BE49-F238E27FC236}">
                    <a16:creationId xmlns:a16="http://schemas.microsoft.com/office/drawing/2014/main" id="{BF150512-58AF-455F-9BD5-B6203E6B33F4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91" name="Kép 90">
                <a:extLst>
                  <a:ext uri="{FF2B5EF4-FFF2-40B4-BE49-F238E27FC236}">
                    <a16:creationId xmlns:a16="http://schemas.microsoft.com/office/drawing/2014/main" id="{531DB8AA-C3FA-4350-94B2-32A69F9A0A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1C5C63D2-BDEB-4C99-A24A-D3E8792161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45" name="Csillag: 5 ágú 144">
            <a:extLst>
              <a:ext uri="{FF2B5EF4-FFF2-40B4-BE49-F238E27FC236}">
                <a16:creationId xmlns:a16="http://schemas.microsoft.com/office/drawing/2014/main" id="{CB54D034-A727-477C-8914-0713B86A1278}"/>
              </a:ext>
            </a:extLst>
          </p:cNvPr>
          <p:cNvSpPr/>
          <p:nvPr/>
        </p:nvSpPr>
        <p:spPr>
          <a:xfrm>
            <a:off x="2138405" y="182298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Csillag: 5 ágú 145">
            <a:extLst>
              <a:ext uri="{FF2B5EF4-FFF2-40B4-BE49-F238E27FC236}">
                <a16:creationId xmlns:a16="http://schemas.microsoft.com/office/drawing/2014/main" id="{E5CD256E-C9C2-4154-8822-0690698C40D9}"/>
              </a:ext>
            </a:extLst>
          </p:cNvPr>
          <p:cNvSpPr/>
          <p:nvPr/>
        </p:nvSpPr>
        <p:spPr>
          <a:xfrm>
            <a:off x="10102745" y="777830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Csillag: 5 ágú 146">
            <a:extLst>
              <a:ext uri="{FF2B5EF4-FFF2-40B4-BE49-F238E27FC236}">
                <a16:creationId xmlns:a16="http://schemas.microsoft.com/office/drawing/2014/main" id="{3376ED81-C693-4231-BA3D-95CE3F92054F}"/>
              </a:ext>
            </a:extLst>
          </p:cNvPr>
          <p:cNvSpPr/>
          <p:nvPr/>
        </p:nvSpPr>
        <p:spPr>
          <a:xfrm>
            <a:off x="1188528" y="2415643"/>
            <a:ext cx="565973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948099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2D8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52D3D761-6C41-A4EA-1574-7BC04273AFEA}"/>
              </a:ext>
            </a:extLst>
          </p:cNvPr>
          <p:cNvSpPr/>
          <p:nvPr/>
        </p:nvSpPr>
        <p:spPr>
          <a:xfrm>
            <a:off x="1273875" y="1684291"/>
            <a:ext cx="392914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324CE595-2416-801A-08B5-3D4D4BEED5CD}"/>
              </a:ext>
            </a:extLst>
          </p:cNvPr>
          <p:cNvSpPr/>
          <p:nvPr/>
        </p:nvSpPr>
        <p:spPr>
          <a:xfrm>
            <a:off x="3087182" y="807592"/>
            <a:ext cx="374725" cy="283855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77D916C8-B8DE-0F84-621D-7B079FE31114}"/>
              </a:ext>
            </a:extLst>
          </p:cNvPr>
          <p:cNvSpPr/>
          <p:nvPr/>
        </p:nvSpPr>
        <p:spPr>
          <a:xfrm>
            <a:off x="5465019" y="1410280"/>
            <a:ext cx="392914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D712BC14-01E2-D9CB-805E-4251B09AAEF4}"/>
              </a:ext>
            </a:extLst>
          </p:cNvPr>
          <p:cNvSpPr/>
          <p:nvPr/>
        </p:nvSpPr>
        <p:spPr>
          <a:xfrm>
            <a:off x="7478527" y="1479570"/>
            <a:ext cx="515080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C65DE81F-FD77-0CB3-C47A-0535E53250C3}"/>
              </a:ext>
            </a:extLst>
          </p:cNvPr>
          <p:cNvSpPr/>
          <p:nvPr/>
        </p:nvSpPr>
        <p:spPr>
          <a:xfrm>
            <a:off x="6418088" y="622968"/>
            <a:ext cx="308402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Csillag: 5 ágú 7">
            <a:extLst>
              <a:ext uri="{FF2B5EF4-FFF2-40B4-BE49-F238E27FC236}">
                <a16:creationId xmlns:a16="http://schemas.microsoft.com/office/drawing/2014/main" id="{FE8B8C6C-3951-13A7-F9C9-EE5022D97DA3}"/>
              </a:ext>
            </a:extLst>
          </p:cNvPr>
          <p:cNvSpPr/>
          <p:nvPr/>
        </p:nvSpPr>
        <p:spPr>
          <a:xfrm>
            <a:off x="8873761" y="444048"/>
            <a:ext cx="392914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Csillag: 5 ágú 8">
            <a:extLst>
              <a:ext uri="{FF2B5EF4-FFF2-40B4-BE49-F238E27FC236}">
                <a16:creationId xmlns:a16="http://schemas.microsoft.com/office/drawing/2014/main" id="{A2C24BC9-A53C-1973-5237-1E310D1BAF7D}"/>
              </a:ext>
            </a:extLst>
          </p:cNvPr>
          <p:cNvSpPr/>
          <p:nvPr/>
        </p:nvSpPr>
        <p:spPr>
          <a:xfrm>
            <a:off x="8851111" y="2047624"/>
            <a:ext cx="374725" cy="308912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" name="Csoportba foglalás 9">
            <a:extLst>
              <a:ext uri="{FF2B5EF4-FFF2-40B4-BE49-F238E27FC236}">
                <a16:creationId xmlns:a16="http://schemas.microsoft.com/office/drawing/2014/main" id="{4C89A505-773A-D0EA-ECEC-927A9A2A7CC6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1" name="Henger 10">
              <a:extLst>
                <a:ext uri="{FF2B5EF4-FFF2-40B4-BE49-F238E27FC236}">
                  <a16:creationId xmlns:a16="http://schemas.microsoft.com/office/drawing/2014/main" id="{2C2F6023-F9F4-CC6B-B2A8-EC067F667811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2" name="Csoportba foglalás 11">
              <a:extLst>
                <a:ext uri="{FF2B5EF4-FFF2-40B4-BE49-F238E27FC236}">
                  <a16:creationId xmlns:a16="http://schemas.microsoft.com/office/drawing/2014/main" id="{4CD530C8-4296-724F-72AC-8C511B7F6608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4" name="Ellipszis 13">
                <a:extLst>
                  <a:ext uri="{FF2B5EF4-FFF2-40B4-BE49-F238E27FC236}">
                    <a16:creationId xmlns:a16="http://schemas.microsoft.com/office/drawing/2014/main" id="{86A4830F-5037-94C3-A5B2-944F1ED8FBF0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" name="Ellipszis 14">
                <a:extLst>
                  <a:ext uri="{FF2B5EF4-FFF2-40B4-BE49-F238E27FC236}">
                    <a16:creationId xmlns:a16="http://schemas.microsoft.com/office/drawing/2014/main" id="{82D4A329-2205-7AA9-A0DB-3308D298C1B9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04F06CB5-F690-41B1-DD3C-76C2C4D945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A4B6E6F9-9CF1-3755-1818-F2D3F7CF78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8" name="Egyenes összekötő 17">
                <a:extLst>
                  <a:ext uri="{FF2B5EF4-FFF2-40B4-BE49-F238E27FC236}">
                    <a16:creationId xmlns:a16="http://schemas.microsoft.com/office/drawing/2014/main" id="{78BA08B5-163D-17BC-8918-6550A9788AD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58A7064F-5564-0C4D-CA24-A0D97FA9D98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DC6E74AB-011D-C62C-49BC-6C6B83164602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10FF87BC-4A59-E8AD-C0D8-B18826F73F8A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1" name="Téglalap 20">
            <a:extLst>
              <a:ext uri="{FF2B5EF4-FFF2-40B4-BE49-F238E27FC236}">
                <a16:creationId xmlns:a16="http://schemas.microsoft.com/office/drawing/2014/main" id="{892393AF-6D57-A77B-44CC-AA983A16BFA7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2" name="Csoportba foglalás 21">
            <a:extLst>
              <a:ext uri="{FF2B5EF4-FFF2-40B4-BE49-F238E27FC236}">
                <a16:creationId xmlns:a16="http://schemas.microsoft.com/office/drawing/2014/main" id="{20C7B4A8-2626-D230-FC62-12CE18AB99FC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3" name="Csoportba foglalás 22">
              <a:extLst>
                <a:ext uri="{FF2B5EF4-FFF2-40B4-BE49-F238E27FC236}">
                  <a16:creationId xmlns:a16="http://schemas.microsoft.com/office/drawing/2014/main" id="{169B130E-5D1C-2963-FF2D-38D002A7A74B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6" name="Henger 25">
                <a:extLst>
                  <a:ext uri="{FF2B5EF4-FFF2-40B4-BE49-F238E27FC236}">
                    <a16:creationId xmlns:a16="http://schemas.microsoft.com/office/drawing/2014/main" id="{7EDDB27E-A367-EAA4-56B3-15D8C5A3078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C63FD224-C0B7-B1E3-1D91-4E547595E41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8" name="Téglalap 27">
                <a:extLst>
                  <a:ext uri="{FF2B5EF4-FFF2-40B4-BE49-F238E27FC236}">
                    <a16:creationId xmlns:a16="http://schemas.microsoft.com/office/drawing/2014/main" id="{19A16EF1-43EE-BFB6-40AA-2DF0CAE60988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AB87F061-7E14-51C4-DDF1-BC1BB9C5E7F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2FD2EFD7-9BA8-9C4F-21F4-448F61EEA2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92653AF5-BCC6-F88D-2A8B-49ECE711C7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" name="Egyenes összekötő 31">
                <a:extLst>
                  <a:ext uri="{FF2B5EF4-FFF2-40B4-BE49-F238E27FC236}">
                    <a16:creationId xmlns:a16="http://schemas.microsoft.com/office/drawing/2014/main" id="{B5C9BAA5-CB0B-CD79-A557-FA8D00EDCC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3" name="Egyenes összekötő 32">
                <a:extLst>
                  <a:ext uri="{FF2B5EF4-FFF2-40B4-BE49-F238E27FC236}">
                    <a16:creationId xmlns:a16="http://schemas.microsoft.com/office/drawing/2014/main" id="{1E461535-F215-BEBB-6533-1BC317EEAC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73222D98-94B7-8E0A-0170-B1858772928D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" name="Egyenes összekötő 23">
              <a:extLst>
                <a:ext uri="{FF2B5EF4-FFF2-40B4-BE49-F238E27FC236}">
                  <a16:creationId xmlns:a16="http://schemas.microsoft.com/office/drawing/2014/main" id="{CF411FEF-4CD7-DB30-1572-740FB498C84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5" name="Egyenes összekötő 24">
              <a:extLst>
                <a:ext uri="{FF2B5EF4-FFF2-40B4-BE49-F238E27FC236}">
                  <a16:creationId xmlns:a16="http://schemas.microsoft.com/office/drawing/2014/main" id="{3F4D93D0-610E-B35F-D02E-148755247BB9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5" name="Téglalap 34">
            <a:extLst>
              <a:ext uri="{FF2B5EF4-FFF2-40B4-BE49-F238E27FC236}">
                <a16:creationId xmlns:a16="http://schemas.microsoft.com/office/drawing/2014/main" id="{82098934-FA00-91A6-AE77-66139E688AEE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61E607A5-B2F1-5920-E71E-1129CDD4A484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05693EBD-44A2-5EE9-11A6-4AF262EB8631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D9AB4F6D-EFD6-BACA-BE78-213392D4F7DF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E57E969C-45BF-E2F7-9A2E-E06218C3B8AC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81845AA5-9C6C-C002-4A8D-6C67B13F13B5}"/>
              </a:ext>
            </a:extLst>
          </p:cNvPr>
          <p:cNvGrpSpPr/>
          <p:nvPr/>
        </p:nvGrpSpPr>
        <p:grpSpPr>
          <a:xfrm>
            <a:off x="10160000" y="3855770"/>
            <a:ext cx="6975968" cy="2740695"/>
            <a:chOff x="0" y="2026970"/>
            <a:chExt cx="6975968" cy="2740695"/>
          </a:xfrm>
        </p:grpSpPr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5C780890-251B-42C8-B0F7-E21658806B27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7CBF405E-FD8A-BBDD-9336-D183E7BCEFD1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2877D52B-1246-B4A3-5252-361E4575B76E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76E14362-B7AF-8AB9-1172-59CF05D7E095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66FBE80F-C026-34FF-5C08-551F666F46AF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6" name="Csoportba foglalás 45">
            <a:extLst>
              <a:ext uri="{FF2B5EF4-FFF2-40B4-BE49-F238E27FC236}">
                <a16:creationId xmlns:a16="http://schemas.microsoft.com/office/drawing/2014/main" id="{BF2099DD-D1FE-7A4C-4151-151C40D9C817}"/>
              </a:ext>
            </a:extLst>
          </p:cNvPr>
          <p:cNvGrpSpPr/>
          <p:nvPr/>
        </p:nvGrpSpPr>
        <p:grpSpPr>
          <a:xfrm>
            <a:off x="8529410" y="4382772"/>
            <a:ext cx="1152739" cy="2231794"/>
            <a:chOff x="21678" y="2352425"/>
            <a:chExt cx="1152739" cy="2231794"/>
          </a:xfrm>
        </p:grpSpPr>
        <p:sp>
          <p:nvSpPr>
            <p:cNvPr id="47" name="Téglalap 46">
              <a:extLst>
                <a:ext uri="{FF2B5EF4-FFF2-40B4-BE49-F238E27FC236}">
                  <a16:creationId xmlns:a16="http://schemas.microsoft.com/office/drawing/2014/main" id="{5F3DD3D7-619C-FED9-E5B0-F133FAE6DF52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16AC4046-C176-E3F7-F3E6-030F19D3E5A6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Ellipszis 48">
              <a:extLst>
                <a:ext uri="{FF2B5EF4-FFF2-40B4-BE49-F238E27FC236}">
                  <a16:creationId xmlns:a16="http://schemas.microsoft.com/office/drawing/2014/main" id="{0F2B3898-6373-034D-0ADD-BB2DE047AEB3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Ellipszis 49">
              <a:extLst>
                <a:ext uri="{FF2B5EF4-FFF2-40B4-BE49-F238E27FC236}">
                  <a16:creationId xmlns:a16="http://schemas.microsoft.com/office/drawing/2014/main" id="{6F51C48E-6443-C630-94F1-707B0D52609D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003E9B16-2CAD-E2CD-8572-2450F8A4D3AD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56" name="Csoportba foglalás 155">
            <a:extLst>
              <a:ext uri="{FF2B5EF4-FFF2-40B4-BE49-F238E27FC236}">
                <a16:creationId xmlns:a16="http://schemas.microsoft.com/office/drawing/2014/main" id="{C704CA59-337E-8AF9-42A6-0E47DE97F4BC}"/>
              </a:ext>
            </a:extLst>
          </p:cNvPr>
          <p:cNvGrpSpPr/>
          <p:nvPr/>
        </p:nvGrpSpPr>
        <p:grpSpPr>
          <a:xfrm>
            <a:off x="6129413" y="5699857"/>
            <a:ext cx="1922054" cy="1249835"/>
            <a:chOff x="6129413" y="5699857"/>
            <a:chExt cx="1922054" cy="1249835"/>
          </a:xfrm>
        </p:grpSpPr>
        <p:sp>
          <p:nvSpPr>
            <p:cNvPr id="144" name="Ellipszis 143">
              <a:extLst>
                <a:ext uri="{FF2B5EF4-FFF2-40B4-BE49-F238E27FC236}">
                  <a16:creationId xmlns:a16="http://schemas.microsoft.com/office/drawing/2014/main" id="{7254D7E5-763B-C4FC-8EFD-43C66FAFA722}"/>
                </a:ext>
              </a:extLst>
            </p:cNvPr>
            <p:cNvSpPr/>
            <p:nvPr/>
          </p:nvSpPr>
          <p:spPr>
            <a:xfrm>
              <a:off x="6780340" y="6196206"/>
              <a:ext cx="753486" cy="75348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8ABFD7E4-88B4-6024-A9DB-9E01D0A9CEDF}"/>
                </a:ext>
              </a:extLst>
            </p:cNvPr>
            <p:cNvCxnSpPr/>
            <p:nvPr/>
          </p:nvCxnSpPr>
          <p:spPr>
            <a:xfrm flipH="1" flipV="1">
              <a:off x="6567898" y="5762913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05DE8209-8BE8-3BA2-2859-5CD48C9FB5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49755" y="5699857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58A54FC0-0CB5-01AA-A255-B7629717751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30990" y="5833466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0CE2E418-C461-4513-80EF-C13D78D6F9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1770" y="6401677"/>
              <a:ext cx="459697" cy="28715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664126B5-964A-EC08-545C-49A21FEF9D4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29413" y="6451926"/>
              <a:ext cx="459697" cy="28715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52" name="Csoportba foglalás 51">
            <a:extLst>
              <a:ext uri="{FF2B5EF4-FFF2-40B4-BE49-F238E27FC236}">
                <a16:creationId xmlns:a16="http://schemas.microsoft.com/office/drawing/2014/main" id="{D35A51AA-64E0-BECB-CAA3-C1A283382208}"/>
              </a:ext>
            </a:extLst>
          </p:cNvPr>
          <p:cNvGrpSpPr/>
          <p:nvPr/>
        </p:nvGrpSpPr>
        <p:grpSpPr>
          <a:xfrm>
            <a:off x="3428723" y="3543568"/>
            <a:ext cx="1891113" cy="3047251"/>
            <a:chOff x="0" y="1549915"/>
            <a:chExt cx="1891113" cy="3047251"/>
          </a:xfrm>
        </p:grpSpPr>
        <p:sp>
          <p:nvSpPr>
            <p:cNvPr id="53" name="Téglalap 52">
              <a:extLst>
                <a:ext uri="{FF2B5EF4-FFF2-40B4-BE49-F238E27FC236}">
                  <a16:creationId xmlns:a16="http://schemas.microsoft.com/office/drawing/2014/main" id="{9145EC09-0132-F044-F633-45568E8CAB14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Téglalap 53">
              <a:extLst>
                <a:ext uri="{FF2B5EF4-FFF2-40B4-BE49-F238E27FC236}">
                  <a16:creationId xmlns:a16="http://schemas.microsoft.com/office/drawing/2014/main" id="{35164CBB-3787-25D7-D89D-FEE75E3BC868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Téglalap 54">
              <a:extLst>
                <a:ext uri="{FF2B5EF4-FFF2-40B4-BE49-F238E27FC236}">
                  <a16:creationId xmlns:a16="http://schemas.microsoft.com/office/drawing/2014/main" id="{18D4DF2C-4538-13FF-D8C1-318EB0A811A2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Háromszög 55">
              <a:extLst>
                <a:ext uri="{FF2B5EF4-FFF2-40B4-BE49-F238E27FC236}">
                  <a16:creationId xmlns:a16="http://schemas.microsoft.com/office/drawing/2014/main" id="{28C163DB-84A1-4EF7-5B2D-4D6383C0473A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7" name="Csoportba foglalás 56">
            <a:extLst>
              <a:ext uri="{FF2B5EF4-FFF2-40B4-BE49-F238E27FC236}">
                <a16:creationId xmlns:a16="http://schemas.microsoft.com/office/drawing/2014/main" id="{E75AD9A4-E27C-F686-AC51-379519DB8CCA}"/>
              </a:ext>
            </a:extLst>
          </p:cNvPr>
          <p:cNvGrpSpPr/>
          <p:nvPr/>
        </p:nvGrpSpPr>
        <p:grpSpPr>
          <a:xfrm>
            <a:off x="-511728" y="6578367"/>
            <a:ext cx="13544064" cy="2260833"/>
            <a:chOff x="-511728" y="4673367"/>
            <a:chExt cx="13544064" cy="2260833"/>
          </a:xfrm>
        </p:grpSpPr>
        <p:sp>
          <p:nvSpPr>
            <p:cNvPr id="58" name="Téglalap 57">
              <a:extLst>
                <a:ext uri="{FF2B5EF4-FFF2-40B4-BE49-F238E27FC236}">
                  <a16:creationId xmlns:a16="http://schemas.microsoft.com/office/drawing/2014/main" id="{7488DBD1-A02D-9402-9D58-FE41952E765F}"/>
                </a:ext>
              </a:extLst>
            </p:cNvPr>
            <p:cNvSpPr/>
            <p:nvPr/>
          </p:nvSpPr>
          <p:spPr>
            <a:xfrm>
              <a:off x="0" y="6594446"/>
              <a:ext cx="12192000" cy="3397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30CB461F-C80B-15E2-0D8C-C49F2BCE9951}"/>
                </a:ext>
              </a:extLst>
            </p:cNvPr>
            <p:cNvGrpSpPr/>
            <p:nvPr/>
          </p:nvGrpSpPr>
          <p:grpSpPr>
            <a:xfrm>
              <a:off x="-511728" y="4673367"/>
              <a:ext cx="13544064" cy="1921080"/>
              <a:chOff x="-511728" y="4673367"/>
              <a:chExt cx="13544064" cy="1921080"/>
            </a:xfrm>
          </p:grpSpPr>
          <p:sp>
            <p:nvSpPr>
              <p:cNvPr id="60" name="Téglalap 59">
                <a:extLst>
                  <a:ext uri="{FF2B5EF4-FFF2-40B4-BE49-F238E27FC236}">
                    <a16:creationId xmlns:a16="http://schemas.microsoft.com/office/drawing/2014/main" id="{008FB370-3565-3C00-B70E-DF507C1125B5}"/>
                  </a:ext>
                </a:extLst>
              </p:cNvPr>
              <p:cNvSpPr/>
              <p:nvPr/>
            </p:nvSpPr>
            <p:spPr>
              <a:xfrm>
                <a:off x="-511728" y="4673367"/>
                <a:ext cx="13544064" cy="1921080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1" name="Téglalap 60">
                <a:extLst>
                  <a:ext uri="{FF2B5EF4-FFF2-40B4-BE49-F238E27FC236}">
                    <a16:creationId xmlns:a16="http://schemas.microsoft.com/office/drawing/2014/main" id="{04D81938-AF66-B016-2E59-01D4D86F6002}"/>
                  </a:ext>
                </a:extLst>
              </p:cNvPr>
              <p:cNvSpPr/>
              <p:nvPr/>
            </p:nvSpPr>
            <p:spPr>
              <a:xfrm>
                <a:off x="10375829" y="5464186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Téglalap 61">
                <a:extLst>
                  <a:ext uri="{FF2B5EF4-FFF2-40B4-BE49-F238E27FC236}">
                    <a16:creationId xmlns:a16="http://schemas.microsoft.com/office/drawing/2014/main" id="{0D52B042-3270-9884-4485-55FB3760DE40}"/>
                  </a:ext>
                </a:extLst>
              </p:cNvPr>
              <p:cNvSpPr/>
              <p:nvPr/>
            </p:nvSpPr>
            <p:spPr>
              <a:xfrm>
                <a:off x="9410908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3" name="Téglalap 62">
                <a:extLst>
                  <a:ext uri="{FF2B5EF4-FFF2-40B4-BE49-F238E27FC236}">
                    <a16:creationId xmlns:a16="http://schemas.microsoft.com/office/drawing/2014/main" id="{264721F9-1821-A97A-B246-90F414C99391}"/>
                  </a:ext>
                </a:extLst>
              </p:cNvPr>
              <p:cNvSpPr/>
              <p:nvPr/>
            </p:nvSpPr>
            <p:spPr>
              <a:xfrm>
                <a:off x="8321823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4" name="Téglalap 63">
                <a:extLst>
                  <a:ext uri="{FF2B5EF4-FFF2-40B4-BE49-F238E27FC236}">
                    <a16:creationId xmlns:a16="http://schemas.microsoft.com/office/drawing/2014/main" id="{C413DD61-E1B0-54D8-2F4C-045256A950D6}"/>
                  </a:ext>
                </a:extLst>
              </p:cNvPr>
              <p:cNvSpPr/>
              <p:nvPr/>
            </p:nvSpPr>
            <p:spPr>
              <a:xfrm>
                <a:off x="6990951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Téglalap 64">
                <a:extLst>
                  <a:ext uri="{FF2B5EF4-FFF2-40B4-BE49-F238E27FC236}">
                    <a16:creationId xmlns:a16="http://schemas.microsoft.com/office/drawing/2014/main" id="{79EEEDC9-CD5C-6F14-4D79-C6EF53AF3C20}"/>
                  </a:ext>
                </a:extLst>
              </p:cNvPr>
              <p:cNvSpPr/>
              <p:nvPr/>
            </p:nvSpPr>
            <p:spPr>
              <a:xfrm>
                <a:off x="5882126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6" name="Téglalap 65">
                <a:extLst>
                  <a:ext uri="{FF2B5EF4-FFF2-40B4-BE49-F238E27FC236}">
                    <a16:creationId xmlns:a16="http://schemas.microsoft.com/office/drawing/2014/main" id="{3AE2CBA1-8263-8F37-7D02-8737B87E0ACB}"/>
                  </a:ext>
                </a:extLst>
              </p:cNvPr>
              <p:cNvSpPr/>
              <p:nvPr/>
            </p:nvSpPr>
            <p:spPr>
              <a:xfrm>
                <a:off x="4921447" y="5453541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Téglalap 66">
                <a:extLst>
                  <a:ext uri="{FF2B5EF4-FFF2-40B4-BE49-F238E27FC236}">
                    <a16:creationId xmlns:a16="http://schemas.microsoft.com/office/drawing/2014/main" id="{D9123ED7-F998-C896-0D24-201322D4DD97}"/>
                  </a:ext>
                </a:extLst>
              </p:cNvPr>
              <p:cNvSpPr/>
              <p:nvPr/>
            </p:nvSpPr>
            <p:spPr>
              <a:xfrm>
                <a:off x="3844761" y="5466120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8" name="Téglalap 67">
                <a:extLst>
                  <a:ext uri="{FF2B5EF4-FFF2-40B4-BE49-F238E27FC236}">
                    <a16:creationId xmlns:a16="http://schemas.microsoft.com/office/drawing/2014/main" id="{F25DEAFC-6123-9B24-EEC0-AA0155BD289A}"/>
                  </a:ext>
                </a:extLst>
              </p:cNvPr>
              <p:cNvSpPr/>
              <p:nvPr/>
            </p:nvSpPr>
            <p:spPr>
              <a:xfrm>
                <a:off x="2614620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Téglalap 68">
                <a:extLst>
                  <a:ext uri="{FF2B5EF4-FFF2-40B4-BE49-F238E27FC236}">
                    <a16:creationId xmlns:a16="http://schemas.microsoft.com/office/drawing/2014/main" id="{9C429050-270D-E441-A9BF-1043F78653E6}"/>
                  </a:ext>
                </a:extLst>
              </p:cNvPr>
              <p:cNvSpPr/>
              <p:nvPr/>
            </p:nvSpPr>
            <p:spPr>
              <a:xfrm>
                <a:off x="1833343" y="5457727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Téglalap 69">
                <a:extLst>
                  <a:ext uri="{FF2B5EF4-FFF2-40B4-BE49-F238E27FC236}">
                    <a16:creationId xmlns:a16="http://schemas.microsoft.com/office/drawing/2014/main" id="{7EFACF7E-3E67-651E-3EF0-179D3B92F885}"/>
                  </a:ext>
                </a:extLst>
              </p:cNvPr>
              <p:cNvSpPr/>
              <p:nvPr/>
            </p:nvSpPr>
            <p:spPr>
              <a:xfrm>
                <a:off x="11449862" y="5470315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1" name="Téglalap 70">
                <a:extLst>
                  <a:ext uri="{FF2B5EF4-FFF2-40B4-BE49-F238E27FC236}">
                    <a16:creationId xmlns:a16="http://schemas.microsoft.com/office/drawing/2014/main" id="{F91BAC13-BE2C-6ABC-56D0-1A79C2F06256}"/>
                  </a:ext>
                </a:extLst>
              </p:cNvPr>
              <p:cNvSpPr/>
              <p:nvPr/>
            </p:nvSpPr>
            <p:spPr>
              <a:xfrm>
                <a:off x="922269" y="5464028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63C0A905-7380-A514-BEE1-0555EEB7B93E}"/>
                  </a:ext>
                </a:extLst>
              </p:cNvPr>
              <p:cNvSpPr/>
              <p:nvPr/>
            </p:nvSpPr>
            <p:spPr>
              <a:xfrm>
                <a:off x="-197342" y="5449349"/>
                <a:ext cx="604007" cy="1845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73" name="Csoportba foglalás 72">
            <a:extLst>
              <a:ext uri="{FF2B5EF4-FFF2-40B4-BE49-F238E27FC236}">
                <a16:creationId xmlns:a16="http://schemas.microsoft.com/office/drawing/2014/main" id="{BD3E74CE-C47F-6ED7-7DEB-26E59656C6C3}"/>
              </a:ext>
            </a:extLst>
          </p:cNvPr>
          <p:cNvGrpSpPr/>
          <p:nvPr/>
        </p:nvGrpSpPr>
        <p:grpSpPr>
          <a:xfrm rot="968941">
            <a:off x="3704909" y="2358578"/>
            <a:ext cx="6706659" cy="3797671"/>
            <a:chOff x="3704909" y="2358578"/>
            <a:chExt cx="6706659" cy="3797671"/>
          </a:xfrm>
        </p:grpSpPr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CA7C3B70-AE42-8654-F4A9-7F87C35CFBC5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16" name="Csoportba foglalás 115">
                <a:extLst>
                  <a:ext uri="{FF2B5EF4-FFF2-40B4-BE49-F238E27FC236}">
                    <a16:creationId xmlns:a16="http://schemas.microsoft.com/office/drawing/2014/main" id="{B056AD08-A9F9-C2E7-71C7-B84C9B53E689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19" name="Derékszögű háromszög 118">
                  <a:extLst>
                    <a:ext uri="{FF2B5EF4-FFF2-40B4-BE49-F238E27FC236}">
                      <a16:creationId xmlns:a16="http://schemas.microsoft.com/office/drawing/2014/main" id="{066A10D9-B63E-6AB0-4A86-157F6E0FA684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Derékszögű háromszög 119">
                  <a:extLst>
                    <a:ext uri="{FF2B5EF4-FFF2-40B4-BE49-F238E27FC236}">
                      <a16:creationId xmlns:a16="http://schemas.microsoft.com/office/drawing/2014/main" id="{D3CC4809-37E4-6FA6-7539-8F6C03527C5F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Téglalap 15">
                  <a:extLst>
                    <a:ext uri="{FF2B5EF4-FFF2-40B4-BE49-F238E27FC236}">
                      <a16:creationId xmlns:a16="http://schemas.microsoft.com/office/drawing/2014/main" id="{2A9BAA9D-DE2E-8088-1CC5-465C4844D0B6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2" name="Folyamatábra: Tárolt adat 17">
                  <a:extLst>
                    <a:ext uri="{FF2B5EF4-FFF2-40B4-BE49-F238E27FC236}">
                      <a16:creationId xmlns:a16="http://schemas.microsoft.com/office/drawing/2014/main" id="{3F723A02-4343-73F1-4E1F-D361F93C1081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Derékszögű háromszög 122">
                  <a:extLst>
                    <a:ext uri="{FF2B5EF4-FFF2-40B4-BE49-F238E27FC236}">
                      <a16:creationId xmlns:a16="http://schemas.microsoft.com/office/drawing/2014/main" id="{1A2660C0-130D-DB3A-999C-D7BB12CBF55D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Kivonás jele 123">
                  <a:extLst>
                    <a:ext uri="{FF2B5EF4-FFF2-40B4-BE49-F238E27FC236}">
                      <a16:creationId xmlns:a16="http://schemas.microsoft.com/office/drawing/2014/main" id="{E3BBE237-D2A5-3BF0-C0CA-090E8058A5B5}"/>
                    </a:ext>
                  </a:extLst>
                </p:cNvPr>
                <p:cNvSpPr/>
                <p:nvPr/>
              </p:nvSpPr>
              <p:spPr>
                <a:xfrm rot="5400000">
                  <a:off x="4105290" y="437276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17623894-FD79-4321-30F0-EAE644032E32}"/>
                    </a:ext>
                  </a:extLst>
                </p:cNvPr>
                <p:cNvSpPr/>
                <p:nvPr/>
              </p:nvSpPr>
              <p:spPr>
                <a:xfrm>
                  <a:off x="4284085" y="4761757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DC2D1F89-3B05-28D4-8262-91FD00D0BF61}"/>
                    </a:ext>
                  </a:extLst>
                </p:cNvPr>
                <p:cNvSpPr/>
                <p:nvPr/>
              </p:nvSpPr>
              <p:spPr>
                <a:xfrm>
                  <a:off x="7888305" y="4815937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Kivonás jele 126">
                  <a:extLst>
                    <a:ext uri="{FF2B5EF4-FFF2-40B4-BE49-F238E27FC236}">
                      <a16:creationId xmlns:a16="http://schemas.microsoft.com/office/drawing/2014/main" id="{FA3D4CCE-ED90-41DA-8E54-7FB0FEFE7CC1}"/>
                    </a:ext>
                  </a:extLst>
                </p:cNvPr>
                <p:cNvSpPr/>
                <p:nvPr/>
              </p:nvSpPr>
              <p:spPr>
                <a:xfrm rot="5400000">
                  <a:off x="7724338" y="4542668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Kivonás jele 127">
                  <a:extLst>
                    <a:ext uri="{FF2B5EF4-FFF2-40B4-BE49-F238E27FC236}">
                      <a16:creationId xmlns:a16="http://schemas.microsoft.com/office/drawing/2014/main" id="{D7CC4413-16E4-D20E-5659-8B92F3587A24}"/>
                    </a:ext>
                  </a:extLst>
                </p:cNvPr>
                <p:cNvSpPr/>
                <p:nvPr/>
              </p:nvSpPr>
              <p:spPr>
                <a:xfrm rot="5400000">
                  <a:off x="7340888" y="4352518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9" name="Ellipszis 128">
                  <a:extLst>
                    <a:ext uri="{FF2B5EF4-FFF2-40B4-BE49-F238E27FC236}">
                      <a16:creationId xmlns:a16="http://schemas.microsoft.com/office/drawing/2014/main" id="{586BAEBF-3F18-C10F-3443-719E6C4F2001}"/>
                    </a:ext>
                  </a:extLst>
                </p:cNvPr>
                <p:cNvSpPr/>
                <p:nvPr/>
              </p:nvSpPr>
              <p:spPr>
                <a:xfrm>
                  <a:off x="7524084" y="4721477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Romboid 129">
                  <a:extLst>
                    <a:ext uri="{FF2B5EF4-FFF2-40B4-BE49-F238E27FC236}">
                      <a16:creationId xmlns:a16="http://schemas.microsoft.com/office/drawing/2014/main" id="{16E6C9FA-9BA3-8F32-3DF2-411E10B26A4F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Téglalap 130">
                  <a:extLst>
                    <a:ext uri="{FF2B5EF4-FFF2-40B4-BE49-F238E27FC236}">
                      <a16:creationId xmlns:a16="http://schemas.microsoft.com/office/drawing/2014/main" id="{4A323C69-F2DD-5FAF-C250-A9C9B2CC5EC7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Téglalap: lekerekített 131">
                  <a:extLst>
                    <a:ext uri="{FF2B5EF4-FFF2-40B4-BE49-F238E27FC236}">
                      <a16:creationId xmlns:a16="http://schemas.microsoft.com/office/drawing/2014/main" id="{B1745B7F-B826-94B0-17CB-96E3B0532181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Téglalap: lekerekített 132">
                  <a:extLst>
                    <a:ext uri="{FF2B5EF4-FFF2-40B4-BE49-F238E27FC236}">
                      <a16:creationId xmlns:a16="http://schemas.microsoft.com/office/drawing/2014/main" id="{CFF225C4-B8B2-6A91-E8EF-25C8EDC38B74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Téglalap: lekerekített 133">
                  <a:extLst>
                    <a:ext uri="{FF2B5EF4-FFF2-40B4-BE49-F238E27FC236}">
                      <a16:creationId xmlns:a16="http://schemas.microsoft.com/office/drawing/2014/main" id="{D7632E3B-1B55-B0D8-9860-ABB500DD83BD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Téglalap: lekerekített 134">
                  <a:extLst>
                    <a:ext uri="{FF2B5EF4-FFF2-40B4-BE49-F238E27FC236}">
                      <a16:creationId xmlns:a16="http://schemas.microsoft.com/office/drawing/2014/main" id="{F83D8994-E9AE-5662-1BD8-9E73CD710D59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Téglalap: lekerekített 135">
                  <a:extLst>
                    <a:ext uri="{FF2B5EF4-FFF2-40B4-BE49-F238E27FC236}">
                      <a16:creationId xmlns:a16="http://schemas.microsoft.com/office/drawing/2014/main" id="{6C744EF1-FA46-AC2E-2C65-E15F8BE914AA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Téglalap: lekerekített 136">
                  <a:extLst>
                    <a:ext uri="{FF2B5EF4-FFF2-40B4-BE49-F238E27FC236}">
                      <a16:creationId xmlns:a16="http://schemas.microsoft.com/office/drawing/2014/main" id="{12AB2B70-93E1-65DC-EFBB-0534C4C93A0E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17" name="Picture 2" descr="Forráskép megtekintése">
                <a:extLst>
                  <a:ext uri="{FF2B5EF4-FFF2-40B4-BE49-F238E27FC236}">
                    <a16:creationId xmlns:a16="http://schemas.microsoft.com/office/drawing/2014/main" id="{1B5D70D4-804D-0212-1925-468B71CED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8" name="Picture 6" descr="Forráskép megtekintése">
                <a:extLst>
                  <a:ext uri="{FF2B5EF4-FFF2-40B4-BE49-F238E27FC236}">
                    <a16:creationId xmlns:a16="http://schemas.microsoft.com/office/drawing/2014/main" id="{4FABE85D-7A17-9EFB-4006-35D93E254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1D5471B5-48D2-7CA0-65D7-3F026A593F7A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04" name="Csoportba foglalás 103">
                <a:extLst>
                  <a:ext uri="{FF2B5EF4-FFF2-40B4-BE49-F238E27FC236}">
                    <a16:creationId xmlns:a16="http://schemas.microsoft.com/office/drawing/2014/main" id="{5E94516D-C7D7-293A-B6C3-37640934553D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07" name="Henger 106">
                  <a:extLst>
                    <a:ext uri="{FF2B5EF4-FFF2-40B4-BE49-F238E27FC236}">
                      <a16:creationId xmlns:a16="http://schemas.microsoft.com/office/drawing/2014/main" id="{60D20D99-6EAB-9D3B-E0B1-3B871C565424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Ellipszis 107">
                  <a:extLst>
                    <a:ext uri="{FF2B5EF4-FFF2-40B4-BE49-F238E27FC236}">
                      <a16:creationId xmlns:a16="http://schemas.microsoft.com/office/drawing/2014/main" id="{FB678560-3CE4-B23B-AC03-9519863AB8A4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09" name="Téglalap 108">
                  <a:extLst>
                    <a:ext uri="{FF2B5EF4-FFF2-40B4-BE49-F238E27FC236}">
                      <a16:creationId xmlns:a16="http://schemas.microsoft.com/office/drawing/2014/main" id="{8FD0940E-2397-4E94-F21B-DFA9DD052ADB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0" name="Ellipszis 109">
                  <a:extLst>
                    <a:ext uri="{FF2B5EF4-FFF2-40B4-BE49-F238E27FC236}">
                      <a16:creationId xmlns:a16="http://schemas.microsoft.com/office/drawing/2014/main" id="{EEAEC3D3-B949-28A4-D760-20B9B24EFB40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1" name="Egyenes összekötő 110">
                  <a:extLst>
                    <a:ext uri="{FF2B5EF4-FFF2-40B4-BE49-F238E27FC236}">
                      <a16:creationId xmlns:a16="http://schemas.microsoft.com/office/drawing/2014/main" id="{B9984FB8-6926-DC50-7558-A6E77070EB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63A8EB9B-52D6-A78D-09FD-66C9E06CBB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605E5F0E-FDDC-F467-EAF1-C1C9A58CE2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EB56627F-02CE-3B69-D68E-59291F2306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5" name="Ellipszis 114">
                  <a:extLst>
                    <a:ext uri="{FF2B5EF4-FFF2-40B4-BE49-F238E27FC236}">
                      <a16:creationId xmlns:a16="http://schemas.microsoft.com/office/drawing/2014/main" id="{BABF3423-B74E-6A8E-247D-346803B3583C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24D37984-4E78-3F38-69F3-E9A42A26117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B57B6628-8B18-1C57-A881-FE6ED08E2B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6" name="Csoportba foglalás 75">
              <a:extLst>
                <a:ext uri="{FF2B5EF4-FFF2-40B4-BE49-F238E27FC236}">
                  <a16:creationId xmlns:a16="http://schemas.microsoft.com/office/drawing/2014/main" id="{543F232F-A5E9-037C-A141-B1A4D84D1FBD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94" name="Henger 93">
                <a:extLst>
                  <a:ext uri="{FF2B5EF4-FFF2-40B4-BE49-F238E27FC236}">
                    <a16:creationId xmlns:a16="http://schemas.microsoft.com/office/drawing/2014/main" id="{687DD9F2-0A88-7E7E-8434-EDDBB6E27A45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95" name="Csoportba foglalás 94">
                <a:extLst>
                  <a:ext uri="{FF2B5EF4-FFF2-40B4-BE49-F238E27FC236}">
                    <a16:creationId xmlns:a16="http://schemas.microsoft.com/office/drawing/2014/main" id="{58199E8D-590F-27AA-E0E9-F938FBA75DBE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97" name="Ellipszis 96">
                  <a:extLst>
                    <a:ext uri="{FF2B5EF4-FFF2-40B4-BE49-F238E27FC236}">
                      <a16:creationId xmlns:a16="http://schemas.microsoft.com/office/drawing/2014/main" id="{1526E680-D766-F56D-C712-7C1CC8E89426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8" name="Ellipszis 97">
                  <a:extLst>
                    <a:ext uri="{FF2B5EF4-FFF2-40B4-BE49-F238E27FC236}">
                      <a16:creationId xmlns:a16="http://schemas.microsoft.com/office/drawing/2014/main" id="{941C10B1-F5EC-509E-1E19-536B7F94A73D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99" name="Egyenes összekötő 98">
                  <a:extLst>
                    <a:ext uri="{FF2B5EF4-FFF2-40B4-BE49-F238E27FC236}">
                      <a16:creationId xmlns:a16="http://schemas.microsoft.com/office/drawing/2014/main" id="{CDB497DD-3E0F-7F4F-A346-E7126C195F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E4819804-ED70-0DEE-DEB1-5DF21A81F2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1217CD88-D68F-C6C9-4D34-5F171DDB11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Egyenes összekötő 101">
                  <a:extLst>
                    <a:ext uri="{FF2B5EF4-FFF2-40B4-BE49-F238E27FC236}">
                      <a16:creationId xmlns:a16="http://schemas.microsoft.com/office/drawing/2014/main" id="{ACC637FE-5DA8-FA1B-EBFA-68A39F3474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3" name="Ellipszis 102">
                  <a:extLst>
                    <a:ext uri="{FF2B5EF4-FFF2-40B4-BE49-F238E27FC236}">
                      <a16:creationId xmlns:a16="http://schemas.microsoft.com/office/drawing/2014/main" id="{CEC84FBF-B18C-81E5-3E20-AA76A14EFA82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96" name="Téglalap 95">
                <a:extLst>
                  <a:ext uri="{FF2B5EF4-FFF2-40B4-BE49-F238E27FC236}">
                    <a16:creationId xmlns:a16="http://schemas.microsoft.com/office/drawing/2014/main" id="{715461FF-DFCA-F274-5DAB-EB6B949C78D8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7" name="Csoportba foglalás 76">
              <a:extLst>
                <a:ext uri="{FF2B5EF4-FFF2-40B4-BE49-F238E27FC236}">
                  <a16:creationId xmlns:a16="http://schemas.microsoft.com/office/drawing/2014/main" id="{D1D69E1B-3EC1-5614-AF42-85A59BAAE909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78" name="Csoportba foglalás 77">
                <a:extLst>
                  <a:ext uri="{FF2B5EF4-FFF2-40B4-BE49-F238E27FC236}">
                    <a16:creationId xmlns:a16="http://schemas.microsoft.com/office/drawing/2014/main" id="{EABEF51C-418F-F801-073D-CB60D9ABCAF3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86" name="Henger 85">
                  <a:extLst>
                    <a:ext uri="{FF2B5EF4-FFF2-40B4-BE49-F238E27FC236}">
                      <a16:creationId xmlns:a16="http://schemas.microsoft.com/office/drawing/2014/main" id="{A49739A7-0A7E-99EB-6E01-34978A4B6168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Ellipszis 86">
                  <a:extLst>
                    <a:ext uri="{FF2B5EF4-FFF2-40B4-BE49-F238E27FC236}">
                      <a16:creationId xmlns:a16="http://schemas.microsoft.com/office/drawing/2014/main" id="{FE796ACB-10F7-BCC6-6148-C0091856B83D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8" name="Ív 87">
                  <a:extLst>
                    <a:ext uri="{FF2B5EF4-FFF2-40B4-BE49-F238E27FC236}">
                      <a16:creationId xmlns:a16="http://schemas.microsoft.com/office/drawing/2014/main" id="{8AA68357-B5E7-C560-ECD7-8C9D78573E82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89" name="Picture 2" descr="Forráskép megtekintése">
                  <a:extLst>
                    <a:ext uri="{FF2B5EF4-FFF2-40B4-BE49-F238E27FC236}">
                      <a16:creationId xmlns:a16="http://schemas.microsoft.com/office/drawing/2014/main" id="{60503AC5-9FBB-0EC6-21B0-9DB8CDE81F3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0" name="Téglalap 89">
                  <a:extLst>
                    <a:ext uri="{FF2B5EF4-FFF2-40B4-BE49-F238E27FC236}">
                      <a16:creationId xmlns:a16="http://schemas.microsoft.com/office/drawing/2014/main" id="{50AEBCE0-6A61-5018-EE59-619F5B879D36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1" name="Csillag: 4 ágú 90">
                  <a:extLst>
                    <a:ext uri="{FF2B5EF4-FFF2-40B4-BE49-F238E27FC236}">
                      <a16:creationId xmlns:a16="http://schemas.microsoft.com/office/drawing/2014/main" id="{5A3855A3-51AD-138F-99F3-6B6B230B67D4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2" name="Szabadkézi sokszög: alakzat 91">
                  <a:extLst>
                    <a:ext uri="{FF2B5EF4-FFF2-40B4-BE49-F238E27FC236}">
                      <a16:creationId xmlns:a16="http://schemas.microsoft.com/office/drawing/2014/main" id="{F9D4FB7E-ABE0-43B9-C958-01DB0DDBFA44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3" name="Ellipszis 92">
                  <a:extLst>
                    <a:ext uri="{FF2B5EF4-FFF2-40B4-BE49-F238E27FC236}">
                      <a16:creationId xmlns:a16="http://schemas.microsoft.com/office/drawing/2014/main" id="{A4E122EF-130C-ADE9-3643-3EDD3372E492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0F5B4713-981A-17F7-AA1D-AFD368A0CCCB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F58A5CEC-D339-92EC-9E72-851BB9E7D153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8D45A62A-5F9F-DBE2-493A-B902934C7A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2126E5E8-972D-CFDD-1B85-193B9FB0D6B6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8043217F-7EB1-F2D3-5E58-62168543DBD1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84" name="Kép 83">
                <a:extLst>
                  <a:ext uri="{FF2B5EF4-FFF2-40B4-BE49-F238E27FC236}">
                    <a16:creationId xmlns:a16="http://schemas.microsoft.com/office/drawing/2014/main" id="{C565D9FC-E32B-96EA-8750-F25B9EAC55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85" name="Egyenes összekötő 84">
                <a:extLst>
                  <a:ext uri="{FF2B5EF4-FFF2-40B4-BE49-F238E27FC236}">
                    <a16:creationId xmlns:a16="http://schemas.microsoft.com/office/drawing/2014/main" id="{5AC4B9E2-8CC9-DA6E-6277-A7E25CF6B7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38" name="Csillag: 5 ágú 137">
            <a:extLst>
              <a:ext uri="{FF2B5EF4-FFF2-40B4-BE49-F238E27FC236}">
                <a16:creationId xmlns:a16="http://schemas.microsoft.com/office/drawing/2014/main" id="{B2CC4853-CFA1-CC29-F13D-15D66E1215DC}"/>
              </a:ext>
            </a:extLst>
          </p:cNvPr>
          <p:cNvSpPr/>
          <p:nvPr/>
        </p:nvSpPr>
        <p:spPr>
          <a:xfrm>
            <a:off x="4038585" y="1934332"/>
            <a:ext cx="374724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1C5DFAA1-8DE1-251B-95D8-C0C998524488}"/>
              </a:ext>
            </a:extLst>
          </p:cNvPr>
          <p:cNvSpPr/>
          <p:nvPr/>
        </p:nvSpPr>
        <p:spPr>
          <a:xfrm>
            <a:off x="10012748" y="1832971"/>
            <a:ext cx="282987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Csillag: 5 ágú 139">
            <a:extLst>
              <a:ext uri="{FF2B5EF4-FFF2-40B4-BE49-F238E27FC236}">
                <a16:creationId xmlns:a16="http://schemas.microsoft.com/office/drawing/2014/main" id="{5DE1493E-6890-B735-5DF7-D7D9F2811134}"/>
              </a:ext>
            </a:extLst>
          </p:cNvPr>
          <p:cNvSpPr/>
          <p:nvPr/>
        </p:nvSpPr>
        <p:spPr>
          <a:xfrm>
            <a:off x="1920920" y="2860829"/>
            <a:ext cx="230386" cy="30502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Felhő 140">
            <a:extLst>
              <a:ext uri="{FF2B5EF4-FFF2-40B4-BE49-F238E27FC236}">
                <a16:creationId xmlns:a16="http://schemas.microsoft.com/office/drawing/2014/main" id="{FF97CB01-5268-A3E8-2484-77B3F6E2FDDB}"/>
              </a:ext>
            </a:extLst>
          </p:cNvPr>
          <p:cNvSpPr/>
          <p:nvPr/>
        </p:nvSpPr>
        <p:spPr>
          <a:xfrm>
            <a:off x="53194" y="1996247"/>
            <a:ext cx="515080" cy="599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Felhő 141">
            <a:extLst>
              <a:ext uri="{FF2B5EF4-FFF2-40B4-BE49-F238E27FC236}">
                <a16:creationId xmlns:a16="http://schemas.microsoft.com/office/drawing/2014/main" id="{A2EDD6EA-4FC4-D237-5FD4-38A3B9DB561B}"/>
              </a:ext>
            </a:extLst>
          </p:cNvPr>
          <p:cNvSpPr/>
          <p:nvPr/>
        </p:nvSpPr>
        <p:spPr>
          <a:xfrm>
            <a:off x="448247" y="981726"/>
            <a:ext cx="515080" cy="599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Felhő 142">
            <a:extLst>
              <a:ext uri="{FF2B5EF4-FFF2-40B4-BE49-F238E27FC236}">
                <a16:creationId xmlns:a16="http://schemas.microsoft.com/office/drawing/2014/main" id="{05E8185E-2969-1325-8D32-79FEB2D07BD3}"/>
              </a:ext>
            </a:extLst>
          </p:cNvPr>
          <p:cNvSpPr/>
          <p:nvPr/>
        </p:nvSpPr>
        <p:spPr>
          <a:xfrm>
            <a:off x="2151306" y="2024083"/>
            <a:ext cx="515080" cy="599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5769736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18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9E9A9F46-3D0D-8EA5-D1B0-CF7DA7679E3B}"/>
              </a:ext>
            </a:extLst>
          </p:cNvPr>
          <p:cNvSpPr/>
          <p:nvPr/>
        </p:nvSpPr>
        <p:spPr>
          <a:xfrm>
            <a:off x="5594987" y="1194039"/>
            <a:ext cx="392914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509C890C-C2F7-33DD-927C-236B8B6EF152}"/>
              </a:ext>
            </a:extLst>
          </p:cNvPr>
          <p:cNvSpPr/>
          <p:nvPr/>
        </p:nvSpPr>
        <p:spPr>
          <a:xfrm>
            <a:off x="7949668" y="855492"/>
            <a:ext cx="515080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BE97DCFE-9168-3C0E-8326-BB9FE9AE3DEF}"/>
              </a:ext>
            </a:extLst>
          </p:cNvPr>
          <p:cNvSpPr/>
          <p:nvPr/>
        </p:nvSpPr>
        <p:spPr>
          <a:xfrm>
            <a:off x="6753767" y="436268"/>
            <a:ext cx="308402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" name="Csillag: 5 ágú 7">
            <a:extLst>
              <a:ext uri="{FF2B5EF4-FFF2-40B4-BE49-F238E27FC236}">
                <a16:creationId xmlns:a16="http://schemas.microsoft.com/office/drawing/2014/main" id="{81D9F001-B5B7-CA56-B55A-6156D443A320}"/>
              </a:ext>
            </a:extLst>
          </p:cNvPr>
          <p:cNvSpPr/>
          <p:nvPr/>
        </p:nvSpPr>
        <p:spPr>
          <a:xfrm>
            <a:off x="9429925" y="696913"/>
            <a:ext cx="392914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" name="Csillag: 5 ágú 8">
            <a:extLst>
              <a:ext uri="{FF2B5EF4-FFF2-40B4-BE49-F238E27FC236}">
                <a16:creationId xmlns:a16="http://schemas.microsoft.com/office/drawing/2014/main" id="{C08CEEFA-1963-81BB-7822-5604CB8EACAD}"/>
              </a:ext>
            </a:extLst>
          </p:cNvPr>
          <p:cNvSpPr/>
          <p:nvPr/>
        </p:nvSpPr>
        <p:spPr>
          <a:xfrm>
            <a:off x="9266675" y="1572646"/>
            <a:ext cx="374725" cy="308912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" name="Csoportba foglalás 9">
            <a:extLst>
              <a:ext uri="{FF2B5EF4-FFF2-40B4-BE49-F238E27FC236}">
                <a16:creationId xmlns:a16="http://schemas.microsoft.com/office/drawing/2014/main" id="{1F617EA8-2B8C-69E3-55E3-D26BAEA21030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11" name="Henger 10">
              <a:extLst>
                <a:ext uri="{FF2B5EF4-FFF2-40B4-BE49-F238E27FC236}">
                  <a16:creationId xmlns:a16="http://schemas.microsoft.com/office/drawing/2014/main" id="{D45D73B4-24A4-4749-5260-6E7DB2567AF8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2" name="Csoportba foglalás 11">
              <a:extLst>
                <a:ext uri="{FF2B5EF4-FFF2-40B4-BE49-F238E27FC236}">
                  <a16:creationId xmlns:a16="http://schemas.microsoft.com/office/drawing/2014/main" id="{9F9E3D63-6EB2-2C2B-6534-1118AA31FBE3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4" name="Ellipszis 13">
                <a:extLst>
                  <a:ext uri="{FF2B5EF4-FFF2-40B4-BE49-F238E27FC236}">
                    <a16:creationId xmlns:a16="http://schemas.microsoft.com/office/drawing/2014/main" id="{BDA81992-DE3C-EDF8-6189-49ABE0BF4372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" name="Ellipszis 14">
                <a:extLst>
                  <a:ext uri="{FF2B5EF4-FFF2-40B4-BE49-F238E27FC236}">
                    <a16:creationId xmlns:a16="http://schemas.microsoft.com/office/drawing/2014/main" id="{7CC4C082-2EAD-2AA1-B490-1B48D450FD16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78D59FB4-F96E-235E-9020-5F791794B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72173D74-F098-D6E0-66DA-3E0D8D09F7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8" name="Egyenes összekötő 17">
                <a:extLst>
                  <a:ext uri="{FF2B5EF4-FFF2-40B4-BE49-F238E27FC236}">
                    <a16:creationId xmlns:a16="http://schemas.microsoft.com/office/drawing/2014/main" id="{214E3111-EF87-809C-ABAD-227162ACA91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41DF6932-A360-2D7D-4271-11DBDD4C178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1555DA23-0260-6371-1C51-D29F6B7EBDD4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3" name="Téglalap 12">
              <a:extLst>
                <a:ext uri="{FF2B5EF4-FFF2-40B4-BE49-F238E27FC236}">
                  <a16:creationId xmlns:a16="http://schemas.microsoft.com/office/drawing/2014/main" id="{DD9776BE-3EF7-1E90-57CD-D0A539C75CD1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1" name="Téglalap 20">
            <a:extLst>
              <a:ext uri="{FF2B5EF4-FFF2-40B4-BE49-F238E27FC236}">
                <a16:creationId xmlns:a16="http://schemas.microsoft.com/office/drawing/2014/main" id="{0171E562-538B-CEE6-F5F0-0549B8488CEE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2" name="Csoportba foglalás 21">
            <a:extLst>
              <a:ext uri="{FF2B5EF4-FFF2-40B4-BE49-F238E27FC236}">
                <a16:creationId xmlns:a16="http://schemas.microsoft.com/office/drawing/2014/main" id="{63EC4587-0508-5285-1C39-FBB68C5D4172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3" name="Csoportba foglalás 22">
              <a:extLst>
                <a:ext uri="{FF2B5EF4-FFF2-40B4-BE49-F238E27FC236}">
                  <a16:creationId xmlns:a16="http://schemas.microsoft.com/office/drawing/2014/main" id="{DBC1FFE5-F729-6B7E-DC7C-3C40A388577B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6" name="Henger 25">
                <a:extLst>
                  <a:ext uri="{FF2B5EF4-FFF2-40B4-BE49-F238E27FC236}">
                    <a16:creationId xmlns:a16="http://schemas.microsoft.com/office/drawing/2014/main" id="{CF8882D5-E8BD-9148-C9E6-D9672EDADC4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B4ACB055-D11B-BC8A-6829-C30C28D8AF3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8" name="Téglalap 27">
                <a:extLst>
                  <a:ext uri="{FF2B5EF4-FFF2-40B4-BE49-F238E27FC236}">
                    <a16:creationId xmlns:a16="http://schemas.microsoft.com/office/drawing/2014/main" id="{6AA605D4-379B-F2E8-762E-22E1832232F6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C301AD74-9A42-EFC5-DD4B-67A48F7F36FB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B6A70EB3-4F6C-8459-E5CD-1082BCB0A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65578ACC-CB4E-6031-F068-61147518BD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2" name="Egyenes összekötő 31">
                <a:extLst>
                  <a:ext uri="{FF2B5EF4-FFF2-40B4-BE49-F238E27FC236}">
                    <a16:creationId xmlns:a16="http://schemas.microsoft.com/office/drawing/2014/main" id="{48C3847C-2CAA-4397-DA45-DAA5AFB8C1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3" name="Egyenes összekötő 32">
                <a:extLst>
                  <a:ext uri="{FF2B5EF4-FFF2-40B4-BE49-F238E27FC236}">
                    <a16:creationId xmlns:a16="http://schemas.microsoft.com/office/drawing/2014/main" id="{7C7D357A-CC8B-D93F-0969-F59C166F58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289F5BE5-5B69-1E95-F404-1BF327BD7E83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4" name="Egyenes összekötő 23">
              <a:extLst>
                <a:ext uri="{FF2B5EF4-FFF2-40B4-BE49-F238E27FC236}">
                  <a16:creationId xmlns:a16="http://schemas.microsoft.com/office/drawing/2014/main" id="{F40873AD-C176-45ED-3452-0C968ADAF12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5" name="Egyenes összekötő 24">
              <a:extLst>
                <a:ext uri="{FF2B5EF4-FFF2-40B4-BE49-F238E27FC236}">
                  <a16:creationId xmlns:a16="http://schemas.microsoft.com/office/drawing/2014/main" id="{45E1D1A6-FB9C-2354-2D3C-48F649863E6C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5" name="Téglalap 34">
            <a:extLst>
              <a:ext uri="{FF2B5EF4-FFF2-40B4-BE49-F238E27FC236}">
                <a16:creationId xmlns:a16="http://schemas.microsoft.com/office/drawing/2014/main" id="{64A5B183-4BF1-B307-543A-1E0B61598227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E02EA883-CFC4-62AA-FA0E-3524BB1FBA6D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10511961-0D66-E8B6-54F8-70BA0B4699D1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8" name="Téglalap 37">
            <a:extLst>
              <a:ext uri="{FF2B5EF4-FFF2-40B4-BE49-F238E27FC236}">
                <a16:creationId xmlns:a16="http://schemas.microsoft.com/office/drawing/2014/main" id="{50F1F966-4B01-5632-D84B-46C707789A3D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8D45B8AA-CAA9-4676-E4B7-536A434C9403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D897BED9-241F-D746-02D8-9023113F3652}"/>
              </a:ext>
            </a:extLst>
          </p:cNvPr>
          <p:cNvGrpSpPr/>
          <p:nvPr/>
        </p:nvGrpSpPr>
        <p:grpSpPr>
          <a:xfrm>
            <a:off x="11582400" y="4668570"/>
            <a:ext cx="6975968" cy="2740695"/>
            <a:chOff x="0" y="2026970"/>
            <a:chExt cx="6975968" cy="2740695"/>
          </a:xfrm>
        </p:grpSpPr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6C05244B-99D9-9DEF-40B1-5F02D7CB920E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D4A66B2E-8F19-542F-B479-E32FD551556C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407633DD-C25A-F7BE-3AAC-2F9A66F317E8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80892917-8965-1953-5AD6-3687A4750D94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7B0EC04C-969E-76CA-F81E-1BF6488C1576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45" name="Csoportba foglalás 144">
            <a:extLst>
              <a:ext uri="{FF2B5EF4-FFF2-40B4-BE49-F238E27FC236}">
                <a16:creationId xmlns:a16="http://schemas.microsoft.com/office/drawing/2014/main" id="{E87CE1DA-19D2-79DD-AF44-4834BB7A51DD}"/>
              </a:ext>
            </a:extLst>
          </p:cNvPr>
          <p:cNvGrpSpPr/>
          <p:nvPr/>
        </p:nvGrpSpPr>
        <p:grpSpPr>
          <a:xfrm>
            <a:off x="6129413" y="5216843"/>
            <a:ext cx="1922054" cy="1249835"/>
            <a:chOff x="6129413" y="5699857"/>
            <a:chExt cx="1922054" cy="1249835"/>
          </a:xfrm>
        </p:grpSpPr>
        <p:sp>
          <p:nvSpPr>
            <p:cNvPr id="146" name="Ellipszis 145">
              <a:extLst>
                <a:ext uri="{FF2B5EF4-FFF2-40B4-BE49-F238E27FC236}">
                  <a16:creationId xmlns:a16="http://schemas.microsoft.com/office/drawing/2014/main" id="{7E2AE54B-F156-1504-C3B2-E6D1EE5DB0AC}"/>
                </a:ext>
              </a:extLst>
            </p:cNvPr>
            <p:cNvSpPr/>
            <p:nvPr/>
          </p:nvSpPr>
          <p:spPr>
            <a:xfrm>
              <a:off x="6780340" y="6196206"/>
              <a:ext cx="753486" cy="75348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54FD0A1B-CF3B-6BC0-4AF3-58D9B427CBA4}"/>
                </a:ext>
              </a:extLst>
            </p:cNvPr>
            <p:cNvCxnSpPr/>
            <p:nvPr/>
          </p:nvCxnSpPr>
          <p:spPr>
            <a:xfrm flipH="1" flipV="1">
              <a:off x="6567898" y="5762913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1A93F4D4-2EE3-C7B1-C608-66A9142B0CB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49755" y="5699857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3137E59F-B6B1-7D27-A850-325E15831F2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30990" y="5833466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50" name="Egyenes összekötő 149">
              <a:extLst>
                <a:ext uri="{FF2B5EF4-FFF2-40B4-BE49-F238E27FC236}">
                  <a16:creationId xmlns:a16="http://schemas.microsoft.com/office/drawing/2014/main" id="{DAD65184-B5BE-2A3A-681D-22D878DFD1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1770" y="6401677"/>
              <a:ext cx="459697" cy="28715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F7287FE0-776B-CB14-6163-BC92C31F12C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29413" y="6451926"/>
              <a:ext cx="459697" cy="28715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46" name="Csoportba foglalás 45">
            <a:extLst>
              <a:ext uri="{FF2B5EF4-FFF2-40B4-BE49-F238E27FC236}">
                <a16:creationId xmlns:a16="http://schemas.microsoft.com/office/drawing/2014/main" id="{B9862B14-3C43-25E2-8CD1-87E202A66F2E}"/>
              </a:ext>
            </a:extLst>
          </p:cNvPr>
          <p:cNvGrpSpPr/>
          <p:nvPr/>
        </p:nvGrpSpPr>
        <p:grpSpPr>
          <a:xfrm>
            <a:off x="9710510" y="4751072"/>
            <a:ext cx="1152739" cy="2231794"/>
            <a:chOff x="21678" y="2352425"/>
            <a:chExt cx="1152739" cy="2231794"/>
          </a:xfrm>
        </p:grpSpPr>
        <p:sp>
          <p:nvSpPr>
            <p:cNvPr id="47" name="Téglalap 46">
              <a:extLst>
                <a:ext uri="{FF2B5EF4-FFF2-40B4-BE49-F238E27FC236}">
                  <a16:creationId xmlns:a16="http://schemas.microsoft.com/office/drawing/2014/main" id="{C2758184-7E53-0D67-8AD8-D339FE130A4F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56BFF724-E882-F401-40B0-F7AF6F7AD3EC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Ellipszis 48">
              <a:extLst>
                <a:ext uri="{FF2B5EF4-FFF2-40B4-BE49-F238E27FC236}">
                  <a16:creationId xmlns:a16="http://schemas.microsoft.com/office/drawing/2014/main" id="{7F292CF7-E076-A9F9-FBF4-B984144CBC62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Ellipszis 49">
              <a:extLst>
                <a:ext uri="{FF2B5EF4-FFF2-40B4-BE49-F238E27FC236}">
                  <a16:creationId xmlns:a16="http://schemas.microsoft.com/office/drawing/2014/main" id="{583D2E5B-992C-BB33-5F0A-B07FC162184C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5C076EF7-8AD2-5956-95BE-4900F32F4262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2" name="Csoportba foglalás 51">
            <a:extLst>
              <a:ext uri="{FF2B5EF4-FFF2-40B4-BE49-F238E27FC236}">
                <a16:creationId xmlns:a16="http://schemas.microsoft.com/office/drawing/2014/main" id="{A9019C34-2D70-E5F5-E439-2C28BBAE4031}"/>
              </a:ext>
            </a:extLst>
          </p:cNvPr>
          <p:cNvGrpSpPr/>
          <p:nvPr/>
        </p:nvGrpSpPr>
        <p:grpSpPr>
          <a:xfrm>
            <a:off x="5663923" y="4038868"/>
            <a:ext cx="1891113" cy="3047251"/>
            <a:chOff x="0" y="1549915"/>
            <a:chExt cx="1891113" cy="3047251"/>
          </a:xfrm>
        </p:grpSpPr>
        <p:sp>
          <p:nvSpPr>
            <p:cNvPr id="53" name="Téglalap 52">
              <a:extLst>
                <a:ext uri="{FF2B5EF4-FFF2-40B4-BE49-F238E27FC236}">
                  <a16:creationId xmlns:a16="http://schemas.microsoft.com/office/drawing/2014/main" id="{039C6979-49EE-26F7-40FA-65855BE44C0A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Téglalap 53">
              <a:extLst>
                <a:ext uri="{FF2B5EF4-FFF2-40B4-BE49-F238E27FC236}">
                  <a16:creationId xmlns:a16="http://schemas.microsoft.com/office/drawing/2014/main" id="{418279AB-14A9-049B-8531-84DB83DB0BAB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Téglalap 54">
              <a:extLst>
                <a:ext uri="{FF2B5EF4-FFF2-40B4-BE49-F238E27FC236}">
                  <a16:creationId xmlns:a16="http://schemas.microsoft.com/office/drawing/2014/main" id="{E32F962B-7CDC-D762-8034-252C744C024D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Háromszög 55">
              <a:extLst>
                <a:ext uri="{FF2B5EF4-FFF2-40B4-BE49-F238E27FC236}">
                  <a16:creationId xmlns:a16="http://schemas.microsoft.com/office/drawing/2014/main" id="{D63ED8A8-F417-4473-7019-EF002CDBC253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73" name="Csoportba foglalás 72">
            <a:extLst>
              <a:ext uri="{FF2B5EF4-FFF2-40B4-BE49-F238E27FC236}">
                <a16:creationId xmlns:a16="http://schemas.microsoft.com/office/drawing/2014/main" id="{EE45BB35-4992-DE8C-42CF-0078E104FA7A}"/>
              </a:ext>
            </a:extLst>
          </p:cNvPr>
          <p:cNvGrpSpPr/>
          <p:nvPr/>
        </p:nvGrpSpPr>
        <p:grpSpPr>
          <a:xfrm rot="968941">
            <a:off x="3704909" y="2358578"/>
            <a:ext cx="6706659" cy="3797671"/>
            <a:chOff x="3704909" y="2358578"/>
            <a:chExt cx="6706659" cy="3797671"/>
          </a:xfrm>
        </p:grpSpPr>
        <p:grpSp>
          <p:nvGrpSpPr>
            <p:cNvPr id="74" name="Csoportba foglalás 73">
              <a:extLst>
                <a:ext uri="{FF2B5EF4-FFF2-40B4-BE49-F238E27FC236}">
                  <a16:creationId xmlns:a16="http://schemas.microsoft.com/office/drawing/2014/main" id="{6B860D3C-9286-E723-4810-370399DE4F4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16" name="Csoportba foglalás 115">
                <a:extLst>
                  <a:ext uri="{FF2B5EF4-FFF2-40B4-BE49-F238E27FC236}">
                    <a16:creationId xmlns:a16="http://schemas.microsoft.com/office/drawing/2014/main" id="{79CCDF91-1914-504B-F3B4-C06755A04F2D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19" name="Derékszögű háromszög 118">
                  <a:extLst>
                    <a:ext uri="{FF2B5EF4-FFF2-40B4-BE49-F238E27FC236}">
                      <a16:creationId xmlns:a16="http://schemas.microsoft.com/office/drawing/2014/main" id="{8C5C2404-9D27-6EF9-707E-1453F6F0A9B0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Derékszögű háromszög 119">
                  <a:extLst>
                    <a:ext uri="{FF2B5EF4-FFF2-40B4-BE49-F238E27FC236}">
                      <a16:creationId xmlns:a16="http://schemas.microsoft.com/office/drawing/2014/main" id="{D5096934-5A63-88F4-820A-0728273791C8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Téglalap 15">
                  <a:extLst>
                    <a:ext uri="{FF2B5EF4-FFF2-40B4-BE49-F238E27FC236}">
                      <a16:creationId xmlns:a16="http://schemas.microsoft.com/office/drawing/2014/main" id="{6DA9F4AF-C954-7A5A-B98F-58234832A2E7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2" name="Folyamatábra: Tárolt adat 17">
                  <a:extLst>
                    <a:ext uri="{FF2B5EF4-FFF2-40B4-BE49-F238E27FC236}">
                      <a16:creationId xmlns:a16="http://schemas.microsoft.com/office/drawing/2014/main" id="{3B9DCAF9-5239-00E9-FC56-4FE80A8CA437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Derékszögű háromszög 122">
                  <a:extLst>
                    <a:ext uri="{FF2B5EF4-FFF2-40B4-BE49-F238E27FC236}">
                      <a16:creationId xmlns:a16="http://schemas.microsoft.com/office/drawing/2014/main" id="{AB54A123-DA70-2130-90BA-C2953724CE39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Kivonás jele 123">
                  <a:extLst>
                    <a:ext uri="{FF2B5EF4-FFF2-40B4-BE49-F238E27FC236}">
                      <a16:creationId xmlns:a16="http://schemas.microsoft.com/office/drawing/2014/main" id="{16329A82-AB62-6B36-4108-A3726BBF085C}"/>
                    </a:ext>
                  </a:extLst>
                </p:cNvPr>
                <p:cNvSpPr/>
                <p:nvPr/>
              </p:nvSpPr>
              <p:spPr>
                <a:xfrm rot="5400000">
                  <a:off x="4105290" y="437276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E98D8E07-CCD2-2961-9263-80D738886870}"/>
                    </a:ext>
                  </a:extLst>
                </p:cNvPr>
                <p:cNvSpPr/>
                <p:nvPr/>
              </p:nvSpPr>
              <p:spPr>
                <a:xfrm>
                  <a:off x="4238164" y="4603171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A404EF76-BB9B-1664-9B9B-9D71592AB508}"/>
                    </a:ext>
                  </a:extLst>
                </p:cNvPr>
                <p:cNvSpPr/>
                <p:nvPr/>
              </p:nvSpPr>
              <p:spPr>
                <a:xfrm>
                  <a:off x="7849447" y="4681749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Kivonás jele 127">
                  <a:extLst>
                    <a:ext uri="{FF2B5EF4-FFF2-40B4-BE49-F238E27FC236}">
                      <a16:creationId xmlns:a16="http://schemas.microsoft.com/office/drawing/2014/main" id="{C52FFB99-6370-4D17-DF9E-44E2EC1B7262}"/>
                    </a:ext>
                  </a:extLst>
                </p:cNvPr>
                <p:cNvSpPr/>
                <p:nvPr/>
              </p:nvSpPr>
              <p:spPr>
                <a:xfrm rot="5400000">
                  <a:off x="7340888" y="4352518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9" name="Ellipszis 128">
                  <a:extLst>
                    <a:ext uri="{FF2B5EF4-FFF2-40B4-BE49-F238E27FC236}">
                      <a16:creationId xmlns:a16="http://schemas.microsoft.com/office/drawing/2014/main" id="{3C8ACEB6-CB1D-569B-F1B9-57DF1408AF71}"/>
                    </a:ext>
                  </a:extLst>
                </p:cNvPr>
                <p:cNvSpPr/>
                <p:nvPr/>
              </p:nvSpPr>
              <p:spPr>
                <a:xfrm>
                  <a:off x="7495825" y="4623886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Romboid 129">
                  <a:extLst>
                    <a:ext uri="{FF2B5EF4-FFF2-40B4-BE49-F238E27FC236}">
                      <a16:creationId xmlns:a16="http://schemas.microsoft.com/office/drawing/2014/main" id="{B859A7CF-328C-2FB5-2BCF-1930570DB354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1" name="Téglalap 130">
                  <a:extLst>
                    <a:ext uri="{FF2B5EF4-FFF2-40B4-BE49-F238E27FC236}">
                      <a16:creationId xmlns:a16="http://schemas.microsoft.com/office/drawing/2014/main" id="{DF125C86-A4BF-FC30-9FDE-3971BCBE44A3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Téglalap: lekerekített 131">
                  <a:extLst>
                    <a:ext uri="{FF2B5EF4-FFF2-40B4-BE49-F238E27FC236}">
                      <a16:creationId xmlns:a16="http://schemas.microsoft.com/office/drawing/2014/main" id="{F43C1B6F-5A2E-09C0-862B-195BAADA6DC5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Téglalap: lekerekített 132">
                  <a:extLst>
                    <a:ext uri="{FF2B5EF4-FFF2-40B4-BE49-F238E27FC236}">
                      <a16:creationId xmlns:a16="http://schemas.microsoft.com/office/drawing/2014/main" id="{AFD72C33-5F0F-4E91-C457-D726323E0D90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4" name="Téglalap: lekerekített 133">
                  <a:extLst>
                    <a:ext uri="{FF2B5EF4-FFF2-40B4-BE49-F238E27FC236}">
                      <a16:creationId xmlns:a16="http://schemas.microsoft.com/office/drawing/2014/main" id="{D15EE648-4440-3A7C-2716-F00563992BA9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Téglalap: lekerekített 134">
                  <a:extLst>
                    <a:ext uri="{FF2B5EF4-FFF2-40B4-BE49-F238E27FC236}">
                      <a16:creationId xmlns:a16="http://schemas.microsoft.com/office/drawing/2014/main" id="{80C890F8-C890-FC65-8E3A-904FA275095C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Téglalap: lekerekített 135">
                  <a:extLst>
                    <a:ext uri="{FF2B5EF4-FFF2-40B4-BE49-F238E27FC236}">
                      <a16:creationId xmlns:a16="http://schemas.microsoft.com/office/drawing/2014/main" id="{A2545E92-6921-D21E-ADB2-A931683BD526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Téglalap: lekerekített 136">
                  <a:extLst>
                    <a:ext uri="{FF2B5EF4-FFF2-40B4-BE49-F238E27FC236}">
                      <a16:creationId xmlns:a16="http://schemas.microsoft.com/office/drawing/2014/main" id="{06AB2155-A35E-CCD7-BA1F-C9E0BC3F2D77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17" name="Picture 2" descr="Forráskép megtekintése">
                <a:extLst>
                  <a:ext uri="{FF2B5EF4-FFF2-40B4-BE49-F238E27FC236}">
                    <a16:creationId xmlns:a16="http://schemas.microsoft.com/office/drawing/2014/main" id="{E3991456-C0F5-B143-DAD2-B2DF52A22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8" name="Picture 6" descr="Forráskép megtekintése">
                <a:extLst>
                  <a:ext uri="{FF2B5EF4-FFF2-40B4-BE49-F238E27FC236}">
                    <a16:creationId xmlns:a16="http://schemas.microsoft.com/office/drawing/2014/main" id="{2B4F967D-7BD7-1260-A112-4FD2A036E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5" name="Csoportba foglalás 74">
              <a:extLst>
                <a:ext uri="{FF2B5EF4-FFF2-40B4-BE49-F238E27FC236}">
                  <a16:creationId xmlns:a16="http://schemas.microsoft.com/office/drawing/2014/main" id="{7C5C83A6-4C15-1F65-7771-BDB3A3CBA1D0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104" name="Csoportba foglalás 103">
                <a:extLst>
                  <a:ext uri="{FF2B5EF4-FFF2-40B4-BE49-F238E27FC236}">
                    <a16:creationId xmlns:a16="http://schemas.microsoft.com/office/drawing/2014/main" id="{A9504495-1517-5841-877D-DA6CDC096A74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107" name="Henger 106">
                  <a:extLst>
                    <a:ext uri="{FF2B5EF4-FFF2-40B4-BE49-F238E27FC236}">
                      <a16:creationId xmlns:a16="http://schemas.microsoft.com/office/drawing/2014/main" id="{F7015842-6B51-E299-A307-DAB1FD49BCD1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Ellipszis 107">
                  <a:extLst>
                    <a:ext uri="{FF2B5EF4-FFF2-40B4-BE49-F238E27FC236}">
                      <a16:creationId xmlns:a16="http://schemas.microsoft.com/office/drawing/2014/main" id="{ECB1DCDF-6DBE-733F-E270-C92E67F1DB78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09" name="Téglalap 108">
                  <a:extLst>
                    <a:ext uri="{FF2B5EF4-FFF2-40B4-BE49-F238E27FC236}">
                      <a16:creationId xmlns:a16="http://schemas.microsoft.com/office/drawing/2014/main" id="{6D8D4845-5C14-8D14-7CFB-05713259C66D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0" name="Ellipszis 109">
                  <a:extLst>
                    <a:ext uri="{FF2B5EF4-FFF2-40B4-BE49-F238E27FC236}">
                      <a16:creationId xmlns:a16="http://schemas.microsoft.com/office/drawing/2014/main" id="{BD9F61A8-C5CE-A1E6-5210-10AFB8DC7D95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11" name="Egyenes összekötő 110">
                  <a:extLst>
                    <a:ext uri="{FF2B5EF4-FFF2-40B4-BE49-F238E27FC236}">
                      <a16:creationId xmlns:a16="http://schemas.microsoft.com/office/drawing/2014/main" id="{B7552214-B55B-FAE1-9858-17FE5E36B3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D8FEB40C-A486-E048-5553-6BBA749E13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8CEA18ED-F291-06D3-E9B9-A1254C6168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19F0682D-A647-E92D-DF0F-2B5351319B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15" name="Ellipszis 114">
                  <a:extLst>
                    <a:ext uri="{FF2B5EF4-FFF2-40B4-BE49-F238E27FC236}">
                      <a16:creationId xmlns:a16="http://schemas.microsoft.com/office/drawing/2014/main" id="{AB8CB2CF-BA75-61A8-3C03-014AD459A3E4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105" name="Egyenes összekötő 104">
                <a:extLst>
                  <a:ext uri="{FF2B5EF4-FFF2-40B4-BE49-F238E27FC236}">
                    <a16:creationId xmlns:a16="http://schemas.microsoft.com/office/drawing/2014/main" id="{AFB74F75-908B-9689-B7AB-F63DC407C95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Egyenes összekötő 105">
                <a:extLst>
                  <a:ext uri="{FF2B5EF4-FFF2-40B4-BE49-F238E27FC236}">
                    <a16:creationId xmlns:a16="http://schemas.microsoft.com/office/drawing/2014/main" id="{139EF374-4DA1-CF21-4DB4-C2637C4608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6" name="Csoportba foglalás 75">
              <a:extLst>
                <a:ext uri="{FF2B5EF4-FFF2-40B4-BE49-F238E27FC236}">
                  <a16:creationId xmlns:a16="http://schemas.microsoft.com/office/drawing/2014/main" id="{2C27E422-145C-FA71-B8A4-3CE947401D0E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94" name="Henger 93">
                <a:extLst>
                  <a:ext uri="{FF2B5EF4-FFF2-40B4-BE49-F238E27FC236}">
                    <a16:creationId xmlns:a16="http://schemas.microsoft.com/office/drawing/2014/main" id="{64E992DA-C0BB-3B7A-99A0-5E3FD70B27D6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95" name="Csoportba foglalás 94">
                <a:extLst>
                  <a:ext uri="{FF2B5EF4-FFF2-40B4-BE49-F238E27FC236}">
                    <a16:creationId xmlns:a16="http://schemas.microsoft.com/office/drawing/2014/main" id="{9A1CB1A9-DC23-72B7-FE6C-746E609F72BA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97" name="Ellipszis 96">
                  <a:extLst>
                    <a:ext uri="{FF2B5EF4-FFF2-40B4-BE49-F238E27FC236}">
                      <a16:creationId xmlns:a16="http://schemas.microsoft.com/office/drawing/2014/main" id="{16494BF2-0B9E-CDF5-9224-0D952CF8E298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8" name="Ellipszis 97">
                  <a:extLst>
                    <a:ext uri="{FF2B5EF4-FFF2-40B4-BE49-F238E27FC236}">
                      <a16:creationId xmlns:a16="http://schemas.microsoft.com/office/drawing/2014/main" id="{82DEB499-8FFA-FBFA-3455-3DC1700B521F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99" name="Egyenes összekötő 98">
                  <a:extLst>
                    <a:ext uri="{FF2B5EF4-FFF2-40B4-BE49-F238E27FC236}">
                      <a16:creationId xmlns:a16="http://schemas.microsoft.com/office/drawing/2014/main" id="{8D59A98A-E161-5BC9-6D15-0D541D2331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DEFF773B-06CF-2DDA-9BD5-2AADA2C9CC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2AA40C5E-278D-5F73-569D-3431EEED4C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Egyenes összekötő 101">
                  <a:extLst>
                    <a:ext uri="{FF2B5EF4-FFF2-40B4-BE49-F238E27FC236}">
                      <a16:creationId xmlns:a16="http://schemas.microsoft.com/office/drawing/2014/main" id="{6E312D9B-02F8-9AEB-8A68-4FBB80B783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3" name="Ellipszis 102">
                  <a:extLst>
                    <a:ext uri="{FF2B5EF4-FFF2-40B4-BE49-F238E27FC236}">
                      <a16:creationId xmlns:a16="http://schemas.microsoft.com/office/drawing/2014/main" id="{C87DD035-F78B-AACD-0FC3-AAF7F4CF896F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96" name="Téglalap 95">
                <a:extLst>
                  <a:ext uri="{FF2B5EF4-FFF2-40B4-BE49-F238E27FC236}">
                    <a16:creationId xmlns:a16="http://schemas.microsoft.com/office/drawing/2014/main" id="{9FD20205-7AE9-19E3-CC96-A90FD73B8074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77" name="Csoportba foglalás 76">
              <a:extLst>
                <a:ext uri="{FF2B5EF4-FFF2-40B4-BE49-F238E27FC236}">
                  <a16:creationId xmlns:a16="http://schemas.microsoft.com/office/drawing/2014/main" id="{8BA5FD8D-C5E2-3C7B-9F3E-84E60E5181F8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78" name="Csoportba foglalás 77">
                <a:extLst>
                  <a:ext uri="{FF2B5EF4-FFF2-40B4-BE49-F238E27FC236}">
                    <a16:creationId xmlns:a16="http://schemas.microsoft.com/office/drawing/2014/main" id="{C6DDD7FC-5AA0-E1B6-4CD6-9DEB95142B17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86" name="Henger 85">
                  <a:extLst>
                    <a:ext uri="{FF2B5EF4-FFF2-40B4-BE49-F238E27FC236}">
                      <a16:creationId xmlns:a16="http://schemas.microsoft.com/office/drawing/2014/main" id="{E86EF194-77DC-371A-F253-B56F4C0623F5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Ellipszis 86">
                  <a:extLst>
                    <a:ext uri="{FF2B5EF4-FFF2-40B4-BE49-F238E27FC236}">
                      <a16:creationId xmlns:a16="http://schemas.microsoft.com/office/drawing/2014/main" id="{379D7163-FEA0-E93B-A534-9684BB4C8E1D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8" name="Ív 87">
                  <a:extLst>
                    <a:ext uri="{FF2B5EF4-FFF2-40B4-BE49-F238E27FC236}">
                      <a16:creationId xmlns:a16="http://schemas.microsoft.com/office/drawing/2014/main" id="{E2EB7B35-5B6D-87B1-9EC6-3FB85DE15340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89" name="Picture 2" descr="Forráskép megtekintése">
                  <a:extLst>
                    <a:ext uri="{FF2B5EF4-FFF2-40B4-BE49-F238E27FC236}">
                      <a16:creationId xmlns:a16="http://schemas.microsoft.com/office/drawing/2014/main" id="{72800629-D290-24F2-2B49-6792F826133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90" name="Téglalap 89">
                  <a:extLst>
                    <a:ext uri="{FF2B5EF4-FFF2-40B4-BE49-F238E27FC236}">
                      <a16:creationId xmlns:a16="http://schemas.microsoft.com/office/drawing/2014/main" id="{2BC0AFDD-7182-8ED3-BBFD-A6424E3AB324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1" name="Csillag: 4 ágú 90">
                  <a:extLst>
                    <a:ext uri="{FF2B5EF4-FFF2-40B4-BE49-F238E27FC236}">
                      <a16:creationId xmlns:a16="http://schemas.microsoft.com/office/drawing/2014/main" id="{4574E9B2-A4D3-E19D-4C17-550050D3EBAA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2" name="Szabadkézi sokszög: alakzat 91">
                  <a:extLst>
                    <a:ext uri="{FF2B5EF4-FFF2-40B4-BE49-F238E27FC236}">
                      <a16:creationId xmlns:a16="http://schemas.microsoft.com/office/drawing/2014/main" id="{B288E6FF-BA6C-26B6-0ACB-9E1914D1BDFC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3" name="Ellipszis 92">
                  <a:extLst>
                    <a:ext uri="{FF2B5EF4-FFF2-40B4-BE49-F238E27FC236}">
                      <a16:creationId xmlns:a16="http://schemas.microsoft.com/office/drawing/2014/main" id="{4DF58180-B7E4-085D-3058-5E96BD4EC858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9" name="Ellipszis 78">
                <a:extLst>
                  <a:ext uri="{FF2B5EF4-FFF2-40B4-BE49-F238E27FC236}">
                    <a16:creationId xmlns:a16="http://schemas.microsoft.com/office/drawing/2014/main" id="{43B46E53-8723-4518-AEC7-C3025C7D3A33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0" name="Ellipszis 79">
                <a:extLst>
                  <a:ext uri="{FF2B5EF4-FFF2-40B4-BE49-F238E27FC236}">
                    <a16:creationId xmlns:a16="http://schemas.microsoft.com/office/drawing/2014/main" id="{DCB62E88-4D56-CAE2-5248-BA543F36ADA8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1B036675-1B07-E18A-8D14-FFCB087F8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82" name="Ellipszis 81">
                <a:extLst>
                  <a:ext uri="{FF2B5EF4-FFF2-40B4-BE49-F238E27FC236}">
                    <a16:creationId xmlns:a16="http://schemas.microsoft.com/office/drawing/2014/main" id="{E60C7FF2-1522-657E-E86F-EC3F3E276269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Ellipszis 82">
                <a:extLst>
                  <a:ext uri="{FF2B5EF4-FFF2-40B4-BE49-F238E27FC236}">
                    <a16:creationId xmlns:a16="http://schemas.microsoft.com/office/drawing/2014/main" id="{6948EF0C-1179-03B7-1A20-38F650359F3E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84" name="Kép 83">
                <a:extLst>
                  <a:ext uri="{FF2B5EF4-FFF2-40B4-BE49-F238E27FC236}">
                    <a16:creationId xmlns:a16="http://schemas.microsoft.com/office/drawing/2014/main" id="{10D35D93-7AE8-4407-2EE9-94478B67F2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85" name="Egyenes összekötő 84">
                <a:extLst>
                  <a:ext uri="{FF2B5EF4-FFF2-40B4-BE49-F238E27FC236}">
                    <a16:creationId xmlns:a16="http://schemas.microsoft.com/office/drawing/2014/main" id="{4AA9DB6C-05B8-0C15-ADD2-0A2A51FCE6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39" name="Csillag: 5 ágú 138">
            <a:extLst>
              <a:ext uri="{FF2B5EF4-FFF2-40B4-BE49-F238E27FC236}">
                <a16:creationId xmlns:a16="http://schemas.microsoft.com/office/drawing/2014/main" id="{2F04F21D-EFBB-29EA-C4E3-F09940BA262D}"/>
              </a:ext>
            </a:extLst>
          </p:cNvPr>
          <p:cNvSpPr/>
          <p:nvPr/>
        </p:nvSpPr>
        <p:spPr>
          <a:xfrm>
            <a:off x="10576938" y="1411424"/>
            <a:ext cx="282987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Felhő 140">
            <a:extLst>
              <a:ext uri="{FF2B5EF4-FFF2-40B4-BE49-F238E27FC236}">
                <a16:creationId xmlns:a16="http://schemas.microsoft.com/office/drawing/2014/main" id="{8F7C46F6-5074-13B5-18F3-F94EA0B2B615}"/>
              </a:ext>
            </a:extLst>
          </p:cNvPr>
          <p:cNvSpPr/>
          <p:nvPr/>
        </p:nvSpPr>
        <p:spPr>
          <a:xfrm>
            <a:off x="694158" y="789473"/>
            <a:ext cx="920056" cy="71715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Felhő 141">
            <a:extLst>
              <a:ext uri="{FF2B5EF4-FFF2-40B4-BE49-F238E27FC236}">
                <a16:creationId xmlns:a16="http://schemas.microsoft.com/office/drawing/2014/main" id="{5678BC9B-AECD-D167-1707-31C4F9F40906}"/>
              </a:ext>
            </a:extLst>
          </p:cNvPr>
          <p:cNvSpPr/>
          <p:nvPr/>
        </p:nvSpPr>
        <p:spPr>
          <a:xfrm>
            <a:off x="2591904" y="1737975"/>
            <a:ext cx="684696" cy="979825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Felhő 142">
            <a:extLst>
              <a:ext uri="{FF2B5EF4-FFF2-40B4-BE49-F238E27FC236}">
                <a16:creationId xmlns:a16="http://schemas.microsoft.com/office/drawing/2014/main" id="{EA696D40-6196-342F-DB83-8B71E7C914E4}"/>
              </a:ext>
            </a:extLst>
          </p:cNvPr>
          <p:cNvSpPr/>
          <p:nvPr/>
        </p:nvSpPr>
        <p:spPr>
          <a:xfrm>
            <a:off x="2909355" y="614836"/>
            <a:ext cx="515079" cy="599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Felhő 143">
            <a:extLst>
              <a:ext uri="{FF2B5EF4-FFF2-40B4-BE49-F238E27FC236}">
                <a16:creationId xmlns:a16="http://schemas.microsoft.com/office/drawing/2014/main" id="{05A68353-505F-38AD-F6C3-467BB9112E73}"/>
              </a:ext>
            </a:extLst>
          </p:cNvPr>
          <p:cNvSpPr/>
          <p:nvPr/>
        </p:nvSpPr>
        <p:spPr>
          <a:xfrm>
            <a:off x="612752" y="1996247"/>
            <a:ext cx="515080" cy="599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Felhő 137">
            <a:extLst>
              <a:ext uri="{FF2B5EF4-FFF2-40B4-BE49-F238E27FC236}">
                <a16:creationId xmlns:a16="http://schemas.microsoft.com/office/drawing/2014/main" id="{8DE2D2C4-BCD3-481E-B6AE-AF9690A7BA5F}"/>
              </a:ext>
            </a:extLst>
          </p:cNvPr>
          <p:cNvSpPr/>
          <p:nvPr/>
        </p:nvSpPr>
        <p:spPr>
          <a:xfrm>
            <a:off x="1719213" y="1506627"/>
            <a:ext cx="920056" cy="71715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Felhő 139">
            <a:extLst>
              <a:ext uri="{FF2B5EF4-FFF2-40B4-BE49-F238E27FC236}">
                <a16:creationId xmlns:a16="http://schemas.microsoft.com/office/drawing/2014/main" id="{935D9CD4-3807-408E-8246-4DB06A7FA1CB}"/>
              </a:ext>
            </a:extLst>
          </p:cNvPr>
          <p:cNvSpPr/>
          <p:nvPr/>
        </p:nvSpPr>
        <p:spPr>
          <a:xfrm>
            <a:off x="1213683" y="2171220"/>
            <a:ext cx="920056" cy="71715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Felhő 151">
            <a:extLst>
              <a:ext uri="{FF2B5EF4-FFF2-40B4-BE49-F238E27FC236}">
                <a16:creationId xmlns:a16="http://schemas.microsoft.com/office/drawing/2014/main" id="{3442255B-9D31-4472-8DB6-02DDBCF877A8}"/>
              </a:ext>
            </a:extLst>
          </p:cNvPr>
          <p:cNvSpPr/>
          <p:nvPr/>
        </p:nvSpPr>
        <p:spPr>
          <a:xfrm>
            <a:off x="99948" y="2810958"/>
            <a:ext cx="920056" cy="71715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Felhő 153">
            <a:extLst>
              <a:ext uri="{FF2B5EF4-FFF2-40B4-BE49-F238E27FC236}">
                <a16:creationId xmlns:a16="http://schemas.microsoft.com/office/drawing/2014/main" id="{C6F226A3-777B-42FB-A5E2-5CA3F6EBA540}"/>
              </a:ext>
            </a:extLst>
          </p:cNvPr>
          <p:cNvSpPr/>
          <p:nvPr/>
        </p:nvSpPr>
        <p:spPr>
          <a:xfrm>
            <a:off x="1435439" y="2916442"/>
            <a:ext cx="684696" cy="979825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2496236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A6E850B0-0D73-432F-9141-B7BC583C7CF7}"/>
              </a:ext>
            </a:extLst>
          </p:cNvPr>
          <p:cNvSpPr/>
          <p:nvPr/>
        </p:nvSpPr>
        <p:spPr>
          <a:xfrm>
            <a:off x="6006067" y="592574"/>
            <a:ext cx="392914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DF84C609-127F-4374-9814-321B9DDD12C2}"/>
              </a:ext>
            </a:extLst>
          </p:cNvPr>
          <p:cNvSpPr/>
          <p:nvPr/>
        </p:nvSpPr>
        <p:spPr>
          <a:xfrm>
            <a:off x="8189607" y="538038"/>
            <a:ext cx="515080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A15CC64E-7C58-41D7-A795-4B2D89C19134}"/>
              </a:ext>
            </a:extLst>
          </p:cNvPr>
          <p:cNvSpPr/>
          <p:nvPr/>
        </p:nvSpPr>
        <p:spPr>
          <a:xfrm>
            <a:off x="7016842" y="1550627"/>
            <a:ext cx="308402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FE15B2CF-A933-42CF-B719-A054148EDB79}"/>
              </a:ext>
            </a:extLst>
          </p:cNvPr>
          <p:cNvSpPr/>
          <p:nvPr/>
        </p:nvSpPr>
        <p:spPr>
          <a:xfrm>
            <a:off x="9860675" y="862134"/>
            <a:ext cx="392914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0AFBBB60-FFC8-43D4-A1EE-304583C5CEAA}"/>
              </a:ext>
            </a:extLst>
          </p:cNvPr>
          <p:cNvSpPr/>
          <p:nvPr/>
        </p:nvSpPr>
        <p:spPr>
          <a:xfrm>
            <a:off x="9325274" y="1965701"/>
            <a:ext cx="374725" cy="308912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" name="Csoportba foglalás 7">
            <a:extLst>
              <a:ext uri="{FF2B5EF4-FFF2-40B4-BE49-F238E27FC236}">
                <a16:creationId xmlns:a16="http://schemas.microsoft.com/office/drawing/2014/main" id="{20F5756E-523F-48E0-8B19-E4E508E9DCAF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9" name="Henger 8">
              <a:extLst>
                <a:ext uri="{FF2B5EF4-FFF2-40B4-BE49-F238E27FC236}">
                  <a16:creationId xmlns:a16="http://schemas.microsoft.com/office/drawing/2014/main" id="{6C11FBB6-8C64-4B8F-A149-C7D6336E8D6E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0" name="Csoportba foglalás 9">
              <a:extLst>
                <a:ext uri="{FF2B5EF4-FFF2-40B4-BE49-F238E27FC236}">
                  <a16:creationId xmlns:a16="http://schemas.microsoft.com/office/drawing/2014/main" id="{BAF93857-CDC6-4496-851E-368EE73B4214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2" name="Ellipszis 11">
                <a:extLst>
                  <a:ext uri="{FF2B5EF4-FFF2-40B4-BE49-F238E27FC236}">
                    <a16:creationId xmlns:a16="http://schemas.microsoft.com/office/drawing/2014/main" id="{1853642A-F729-4DF6-8C52-F893E9604898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" name="Ellipszis 12">
                <a:extLst>
                  <a:ext uri="{FF2B5EF4-FFF2-40B4-BE49-F238E27FC236}">
                    <a16:creationId xmlns:a16="http://schemas.microsoft.com/office/drawing/2014/main" id="{ED04A767-B6B3-42AA-B26D-CA913408F580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92F41221-F665-46F7-9897-AF8CE5AF26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6B825D07-F873-4190-8A08-F6F4BB0FC9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781814BA-1FE1-4EC1-B9AC-5FAA058A686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869C445B-98CA-4BE1-9A01-4F870068330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8" name="Ellipszis 17">
                <a:extLst>
                  <a:ext uri="{FF2B5EF4-FFF2-40B4-BE49-F238E27FC236}">
                    <a16:creationId xmlns:a16="http://schemas.microsoft.com/office/drawing/2014/main" id="{8D66AA93-5D57-43BE-861E-5CDA84B6981D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" name="Téglalap 10">
              <a:extLst>
                <a:ext uri="{FF2B5EF4-FFF2-40B4-BE49-F238E27FC236}">
                  <a16:creationId xmlns:a16="http://schemas.microsoft.com/office/drawing/2014/main" id="{3196DD75-4064-4738-8ED8-D4BCFA8FA366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9" name="Téglalap 18">
            <a:extLst>
              <a:ext uri="{FF2B5EF4-FFF2-40B4-BE49-F238E27FC236}">
                <a16:creationId xmlns:a16="http://schemas.microsoft.com/office/drawing/2014/main" id="{9631BA50-5F5E-4BF9-AF2F-758EDB3C690C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0" name="Csoportba foglalás 19">
            <a:extLst>
              <a:ext uri="{FF2B5EF4-FFF2-40B4-BE49-F238E27FC236}">
                <a16:creationId xmlns:a16="http://schemas.microsoft.com/office/drawing/2014/main" id="{904CCDB6-924A-4903-A5C0-6DE3A199AEAB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1" name="Csoportba foglalás 20">
              <a:extLst>
                <a:ext uri="{FF2B5EF4-FFF2-40B4-BE49-F238E27FC236}">
                  <a16:creationId xmlns:a16="http://schemas.microsoft.com/office/drawing/2014/main" id="{6CF4BBAD-6148-4B96-9C40-317BC2F6FDD0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4" name="Henger 23">
                <a:extLst>
                  <a:ext uri="{FF2B5EF4-FFF2-40B4-BE49-F238E27FC236}">
                    <a16:creationId xmlns:a16="http://schemas.microsoft.com/office/drawing/2014/main" id="{1878B3EC-15A8-4CA7-943C-E26279354D6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" name="Ellipszis 24">
                <a:extLst>
                  <a:ext uri="{FF2B5EF4-FFF2-40B4-BE49-F238E27FC236}">
                    <a16:creationId xmlns:a16="http://schemas.microsoft.com/office/drawing/2014/main" id="{8E9E4126-6A75-493C-8FC4-97ED8CFCD26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6" name="Téglalap 25">
                <a:extLst>
                  <a:ext uri="{FF2B5EF4-FFF2-40B4-BE49-F238E27FC236}">
                    <a16:creationId xmlns:a16="http://schemas.microsoft.com/office/drawing/2014/main" id="{1902017E-04D4-482F-B558-0B295951D988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340EC680-6412-4810-A6E0-66EA99E3BA28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59001BFE-2817-4D66-BC84-A83B49523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45122834-1BD2-4093-B397-22B842F4C21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F9FDC5CF-F832-43A0-AA77-BA5D6514F4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0359A46B-F601-497E-94C3-7CF166D1C9F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2" name="Ellipszis 31">
                <a:extLst>
                  <a:ext uri="{FF2B5EF4-FFF2-40B4-BE49-F238E27FC236}">
                    <a16:creationId xmlns:a16="http://schemas.microsoft.com/office/drawing/2014/main" id="{83187AF4-854A-4DDC-B25C-C316768CAC1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2" name="Egyenes összekötő 21">
              <a:extLst>
                <a:ext uri="{FF2B5EF4-FFF2-40B4-BE49-F238E27FC236}">
                  <a16:creationId xmlns:a16="http://schemas.microsoft.com/office/drawing/2014/main" id="{C6ABAF06-72A6-4792-929B-70547CF68F7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3" name="Egyenes összekötő 22">
              <a:extLst>
                <a:ext uri="{FF2B5EF4-FFF2-40B4-BE49-F238E27FC236}">
                  <a16:creationId xmlns:a16="http://schemas.microsoft.com/office/drawing/2014/main" id="{6428C100-4BE0-40B5-9362-586081392D66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3" name="Téglalap 32">
            <a:extLst>
              <a:ext uri="{FF2B5EF4-FFF2-40B4-BE49-F238E27FC236}">
                <a16:creationId xmlns:a16="http://schemas.microsoft.com/office/drawing/2014/main" id="{8DA6AB45-E6CD-4605-8368-A8F4AFAD9602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Téglalap 33">
            <a:extLst>
              <a:ext uri="{FF2B5EF4-FFF2-40B4-BE49-F238E27FC236}">
                <a16:creationId xmlns:a16="http://schemas.microsoft.com/office/drawing/2014/main" id="{963D3F55-1CC1-43EA-9A78-64F2C8264B75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Téglalap 34">
            <a:extLst>
              <a:ext uri="{FF2B5EF4-FFF2-40B4-BE49-F238E27FC236}">
                <a16:creationId xmlns:a16="http://schemas.microsoft.com/office/drawing/2014/main" id="{1A1B6707-DD24-4574-B1D0-2798DD216268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9950CDDD-2CD0-457F-8D6A-9AA0CAE734A5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B7373210-AC34-4442-9A36-7BE56164B640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8" name="Csoportba foglalás 37">
            <a:extLst>
              <a:ext uri="{FF2B5EF4-FFF2-40B4-BE49-F238E27FC236}">
                <a16:creationId xmlns:a16="http://schemas.microsoft.com/office/drawing/2014/main" id="{17A8AD01-6664-48AC-A11A-BD3649790885}"/>
              </a:ext>
            </a:extLst>
          </p:cNvPr>
          <p:cNvGrpSpPr/>
          <p:nvPr/>
        </p:nvGrpSpPr>
        <p:grpSpPr>
          <a:xfrm>
            <a:off x="11925300" y="4668570"/>
            <a:ext cx="6975968" cy="2740695"/>
            <a:chOff x="0" y="2026970"/>
            <a:chExt cx="6975968" cy="2740695"/>
          </a:xfrm>
        </p:grpSpPr>
        <p:sp>
          <p:nvSpPr>
            <p:cNvPr id="39" name="Téglalap 38">
              <a:extLst>
                <a:ext uri="{FF2B5EF4-FFF2-40B4-BE49-F238E27FC236}">
                  <a16:creationId xmlns:a16="http://schemas.microsoft.com/office/drawing/2014/main" id="{F14CA40C-4EE0-458D-B0DD-78C100BE941B}"/>
                </a:ext>
              </a:extLst>
            </p:cNvPr>
            <p:cNvSpPr/>
            <p:nvPr/>
          </p:nvSpPr>
          <p:spPr>
            <a:xfrm>
              <a:off x="0" y="2026970"/>
              <a:ext cx="6975968" cy="2740695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Téglalap 39">
              <a:extLst>
                <a:ext uri="{FF2B5EF4-FFF2-40B4-BE49-F238E27FC236}">
                  <a16:creationId xmlns:a16="http://schemas.microsoft.com/office/drawing/2014/main" id="{BF06E6C7-A30B-42E7-ACF3-6F64DA4B74B1}"/>
                </a:ext>
              </a:extLst>
            </p:cNvPr>
            <p:cNvSpPr/>
            <p:nvPr/>
          </p:nvSpPr>
          <p:spPr>
            <a:xfrm>
              <a:off x="2711646" y="2589843"/>
              <a:ext cx="4009813" cy="996157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41" name="Téglalap 40">
              <a:extLst>
                <a:ext uri="{FF2B5EF4-FFF2-40B4-BE49-F238E27FC236}">
                  <a16:creationId xmlns:a16="http://schemas.microsoft.com/office/drawing/2014/main" id="{1BD50F6E-07AF-418A-A3B4-28E8373DAA85}"/>
                </a:ext>
              </a:extLst>
            </p:cNvPr>
            <p:cNvSpPr/>
            <p:nvPr/>
          </p:nvSpPr>
          <p:spPr>
            <a:xfrm>
              <a:off x="699925" y="3703524"/>
              <a:ext cx="1357980" cy="88069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F73597F1-63CF-46EB-94B7-749F9DBC1FED}"/>
                </a:ext>
              </a:extLst>
            </p:cNvPr>
            <p:cNvSpPr/>
            <p:nvPr/>
          </p:nvSpPr>
          <p:spPr>
            <a:xfrm>
              <a:off x="1351866" y="3709998"/>
              <a:ext cx="45719" cy="88069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4AD473C-3195-4711-A654-DC910A4B33EE}"/>
                </a:ext>
              </a:extLst>
            </p:cNvPr>
            <p:cNvSpPr/>
            <p:nvPr/>
          </p:nvSpPr>
          <p:spPr>
            <a:xfrm>
              <a:off x="1956060" y="2502505"/>
              <a:ext cx="743764" cy="1096443"/>
            </a:xfrm>
            <a:prstGeom prst="rect">
              <a:avLst/>
            </a:prstGeom>
            <a:solidFill>
              <a:srgbClr val="7671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A6E5C3C7-82B6-4C8C-B77C-2E3C3A321228}"/>
              </a:ext>
            </a:extLst>
          </p:cNvPr>
          <p:cNvGrpSpPr/>
          <p:nvPr/>
        </p:nvGrpSpPr>
        <p:grpSpPr>
          <a:xfrm>
            <a:off x="6129413" y="5115243"/>
            <a:ext cx="1922054" cy="1249835"/>
            <a:chOff x="6129413" y="5699857"/>
            <a:chExt cx="1922054" cy="1249835"/>
          </a:xfrm>
        </p:grpSpPr>
        <p:sp>
          <p:nvSpPr>
            <p:cNvPr id="45" name="Ellipszis 44">
              <a:extLst>
                <a:ext uri="{FF2B5EF4-FFF2-40B4-BE49-F238E27FC236}">
                  <a16:creationId xmlns:a16="http://schemas.microsoft.com/office/drawing/2014/main" id="{9AFB038B-6CE8-4B7A-925C-DAD6E52DAE44}"/>
                </a:ext>
              </a:extLst>
            </p:cNvPr>
            <p:cNvSpPr/>
            <p:nvPr/>
          </p:nvSpPr>
          <p:spPr>
            <a:xfrm>
              <a:off x="6780340" y="6196206"/>
              <a:ext cx="753486" cy="75348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46" name="Egyenes összekötő 45">
              <a:extLst>
                <a:ext uri="{FF2B5EF4-FFF2-40B4-BE49-F238E27FC236}">
                  <a16:creationId xmlns:a16="http://schemas.microsoft.com/office/drawing/2014/main" id="{4EA9B712-54AE-4570-B727-F15D1E1EC698}"/>
                </a:ext>
              </a:extLst>
            </p:cNvPr>
            <p:cNvCxnSpPr/>
            <p:nvPr/>
          </p:nvCxnSpPr>
          <p:spPr>
            <a:xfrm flipH="1" flipV="1">
              <a:off x="6567898" y="5762913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47" name="Egyenes összekötő 46">
              <a:extLst>
                <a:ext uri="{FF2B5EF4-FFF2-40B4-BE49-F238E27FC236}">
                  <a16:creationId xmlns:a16="http://schemas.microsoft.com/office/drawing/2014/main" id="{3C8D8D4F-D7F8-4AAE-B99D-5E89E5BAB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49755" y="5699857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48" name="Egyenes összekötő 47">
              <a:extLst>
                <a:ext uri="{FF2B5EF4-FFF2-40B4-BE49-F238E27FC236}">
                  <a16:creationId xmlns:a16="http://schemas.microsoft.com/office/drawing/2014/main" id="{A227F298-BC9E-4AD9-9517-A901F82EE9A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30990" y="5833466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49" name="Egyenes összekötő 48">
              <a:extLst>
                <a:ext uri="{FF2B5EF4-FFF2-40B4-BE49-F238E27FC236}">
                  <a16:creationId xmlns:a16="http://schemas.microsoft.com/office/drawing/2014/main" id="{BFCC32A8-08B7-477F-AA9F-BD8AEE06226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1770" y="6401677"/>
              <a:ext cx="459697" cy="28715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50" name="Egyenes összekötő 49">
              <a:extLst>
                <a:ext uri="{FF2B5EF4-FFF2-40B4-BE49-F238E27FC236}">
                  <a16:creationId xmlns:a16="http://schemas.microsoft.com/office/drawing/2014/main" id="{62E3D9EF-1D93-4EBA-9FC3-E71FEB8A52E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29413" y="6451926"/>
              <a:ext cx="459697" cy="28715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51" name="Csoportba foglalás 50">
            <a:extLst>
              <a:ext uri="{FF2B5EF4-FFF2-40B4-BE49-F238E27FC236}">
                <a16:creationId xmlns:a16="http://schemas.microsoft.com/office/drawing/2014/main" id="{C86CED4D-106B-4BEF-ABE5-E0B1AB38323A}"/>
              </a:ext>
            </a:extLst>
          </p:cNvPr>
          <p:cNvGrpSpPr/>
          <p:nvPr/>
        </p:nvGrpSpPr>
        <p:grpSpPr>
          <a:xfrm>
            <a:off x="10091510" y="4751072"/>
            <a:ext cx="1152739" cy="2231794"/>
            <a:chOff x="21678" y="2352425"/>
            <a:chExt cx="1152739" cy="2231794"/>
          </a:xfrm>
        </p:grpSpPr>
        <p:sp>
          <p:nvSpPr>
            <p:cNvPr id="52" name="Téglalap 51">
              <a:extLst>
                <a:ext uri="{FF2B5EF4-FFF2-40B4-BE49-F238E27FC236}">
                  <a16:creationId xmlns:a16="http://schemas.microsoft.com/office/drawing/2014/main" id="{6B51B12B-F3AC-4801-A02B-EB6FDE3D1C7D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Ellipszis 52">
              <a:extLst>
                <a:ext uri="{FF2B5EF4-FFF2-40B4-BE49-F238E27FC236}">
                  <a16:creationId xmlns:a16="http://schemas.microsoft.com/office/drawing/2014/main" id="{C9249273-6A22-4591-A993-75FAE97103F6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Ellipszis 53">
              <a:extLst>
                <a:ext uri="{FF2B5EF4-FFF2-40B4-BE49-F238E27FC236}">
                  <a16:creationId xmlns:a16="http://schemas.microsoft.com/office/drawing/2014/main" id="{E65B9190-3A26-4A99-B074-372E51D8DA2D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>
              <a:extLst>
                <a:ext uri="{FF2B5EF4-FFF2-40B4-BE49-F238E27FC236}">
                  <a16:creationId xmlns:a16="http://schemas.microsoft.com/office/drawing/2014/main" id="{BF64EFDC-6EA1-460E-B927-3F8706AFD555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>
              <a:extLst>
                <a:ext uri="{FF2B5EF4-FFF2-40B4-BE49-F238E27FC236}">
                  <a16:creationId xmlns:a16="http://schemas.microsoft.com/office/drawing/2014/main" id="{515000A2-5487-4ECA-9698-C7C9822F8EFB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7" name="Csoportba foglalás 56">
            <a:extLst>
              <a:ext uri="{FF2B5EF4-FFF2-40B4-BE49-F238E27FC236}">
                <a16:creationId xmlns:a16="http://schemas.microsoft.com/office/drawing/2014/main" id="{7AEA1D10-AE8F-4B1A-A947-4B772B917C11}"/>
              </a:ext>
            </a:extLst>
          </p:cNvPr>
          <p:cNvGrpSpPr/>
          <p:nvPr/>
        </p:nvGrpSpPr>
        <p:grpSpPr>
          <a:xfrm>
            <a:off x="6552923" y="4038868"/>
            <a:ext cx="1891113" cy="3047251"/>
            <a:chOff x="0" y="1549915"/>
            <a:chExt cx="1891113" cy="3047251"/>
          </a:xfrm>
        </p:grpSpPr>
        <p:sp>
          <p:nvSpPr>
            <p:cNvPr id="58" name="Téglalap 57">
              <a:extLst>
                <a:ext uri="{FF2B5EF4-FFF2-40B4-BE49-F238E27FC236}">
                  <a16:creationId xmlns:a16="http://schemas.microsoft.com/office/drawing/2014/main" id="{24F6B14A-4368-4F2F-ABA1-BD38A61DECA8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9" name="Téglalap 58">
              <a:extLst>
                <a:ext uri="{FF2B5EF4-FFF2-40B4-BE49-F238E27FC236}">
                  <a16:creationId xmlns:a16="http://schemas.microsoft.com/office/drawing/2014/main" id="{E400AAC7-97B3-44AA-B37F-3DFDA6DD4E77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0" name="Téglalap 59">
              <a:extLst>
                <a:ext uri="{FF2B5EF4-FFF2-40B4-BE49-F238E27FC236}">
                  <a16:creationId xmlns:a16="http://schemas.microsoft.com/office/drawing/2014/main" id="{42B81AE7-7024-4807-B66B-3EDCC5B7B5A1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1" name="Háromszög 60">
              <a:extLst>
                <a:ext uri="{FF2B5EF4-FFF2-40B4-BE49-F238E27FC236}">
                  <a16:creationId xmlns:a16="http://schemas.microsoft.com/office/drawing/2014/main" id="{8875E19D-81CE-4309-A2BD-5B8955E806E2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62" name="Csoportba foglalás 61">
            <a:extLst>
              <a:ext uri="{FF2B5EF4-FFF2-40B4-BE49-F238E27FC236}">
                <a16:creationId xmlns:a16="http://schemas.microsoft.com/office/drawing/2014/main" id="{2CEA2267-CF53-4A3C-9636-82AD3F8704B5}"/>
              </a:ext>
            </a:extLst>
          </p:cNvPr>
          <p:cNvGrpSpPr/>
          <p:nvPr/>
        </p:nvGrpSpPr>
        <p:grpSpPr>
          <a:xfrm rot="968941">
            <a:off x="3704909" y="2358578"/>
            <a:ext cx="6706659" cy="3797671"/>
            <a:chOff x="3704909" y="2358578"/>
            <a:chExt cx="6706659" cy="3797671"/>
          </a:xfrm>
        </p:grpSpPr>
        <p:grpSp>
          <p:nvGrpSpPr>
            <p:cNvPr id="63" name="Csoportba foglalás 62">
              <a:extLst>
                <a:ext uri="{FF2B5EF4-FFF2-40B4-BE49-F238E27FC236}">
                  <a16:creationId xmlns:a16="http://schemas.microsoft.com/office/drawing/2014/main" id="{4A877000-F42A-48B4-8F9B-30FC6862FC11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05" name="Csoportba foglalás 104">
                <a:extLst>
                  <a:ext uri="{FF2B5EF4-FFF2-40B4-BE49-F238E27FC236}">
                    <a16:creationId xmlns:a16="http://schemas.microsoft.com/office/drawing/2014/main" id="{3E38F938-523C-4097-B051-554B4473495C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08" name="Derékszögű háromszög 107">
                  <a:extLst>
                    <a:ext uri="{FF2B5EF4-FFF2-40B4-BE49-F238E27FC236}">
                      <a16:creationId xmlns:a16="http://schemas.microsoft.com/office/drawing/2014/main" id="{13126915-87F2-41EE-BCEE-41D2C149745B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Derékszögű háromszög 108">
                  <a:extLst>
                    <a:ext uri="{FF2B5EF4-FFF2-40B4-BE49-F238E27FC236}">
                      <a16:creationId xmlns:a16="http://schemas.microsoft.com/office/drawing/2014/main" id="{1C20A99F-3FA6-4FE6-9D29-5ACBA1BF2360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Téglalap 15">
                  <a:extLst>
                    <a:ext uri="{FF2B5EF4-FFF2-40B4-BE49-F238E27FC236}">
                      <a16:creationId xmlns:a16="http://schemas.microsoft.com/office/drawing/2014/main" id="{2C32A49A-1AFD-4E78-98BA-524A0AD52865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11" name="Folyamatábra: Tárolt adat 17">
                  <a:extLst>
                    <a:ext uri="{FF2B5EF4-FFF2-40B4-BE49-F238E27FC236}">
                      <a16:creationId xmlns:a16="http://schemas.microsoft.com/office/drawing/2014/main" id="{58F51E9B-C6EF-437B-B184-E373663C6A71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Derékszögű háromszög 111">
                  <a:extLst>
                    <a:ext uri="{FF2B5EF4-FFF2-40B4-BE49-F238E27FC236}">
                      <a16:creationId xmlns:a16="http://schemas.microsoft.com/office/drawing/2014/main" id="{445BE231-D386-4A18-A6E8-D397A2939AF9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3" name="Kivonás jele 112">
                  <a:extLst>
                    <a:ext uri="{FF2B5EF4-FFF2-40B4-BE49-F238E27FC236}">
                      <a16:creationId xmlns:a16="http://schemas.microsoft.com/office/drawing/2014/main" id="{12F6A7D3-DC49-456C-932C-E45BF26F8509}"/>
                    </a:ext>
                  </a:extLst>
                </p:cNvPr>
                <p:cNvSpPr/>
                <p:nvPr/>
              </p:nvSpPr>
              <p:spPr>
                <a:xfrm rot="5400000">
                  <a:off x="4105290" y="437276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4" name="Ellipszis 113">
                  <a:extLst>
                    <a:ext uri="{FF2B5EF4-FFF2-40B4-BE49-F238E27FC236}">
                      <a16:creationId xmlns:a16="http://schemas.microsoft.com/office/drawing/2014/main" id="{EB209B60-96CF-4B19-BFB5-6203D8BBAE66}"/>
                    </a:ext>
                  </a:extLst>
                </p:cNvPr>
                <p:cNvSpPr/>
                <p:nvPr/>
              </p:nvSpPr>
              <p:spPr>
                <a:xfrm>
                  <a:off x="4238164" y="4603171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5" name="Ellipszis 114">
                  <a:extLst>
                    <a:ext uri="{FF2B5EF4-FFF2-40B4-BE49-F238E27FC236}">
                      <a16:creationId xmlns:a16="http://schemas.microsoft.com/office/drawing/2014/main" id="{1C8B6ED9-E76D-40C5-B668-F05159EFAE99}"/>
                    </a:ext>
                  </a:extLst>
                </p:cNvPr>
                <p:cNvSpPr/>
                <p:nvPr/>
              </p:nvSpPr>
              <p:spPr>
                <a:xfrm>
                  <a:off x="7849447" y="4681749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6" name="Kivonás jele 115">
                  <a:extLst>
                    <a:ext uri="{FF2B5EF4-FFF2-40B4-BE49-F238E27FC236}">
                      <a16:creationId xmlns:a16="http://schemas.microsoft.com/office/drawing/2014/main" id="{C9DEAFC3-EA6F-46BE-8CBD-810B8AF71E2B}"/>
                    </a:ext>
                  </a:extLst>
                </p:cNvPr>
                <p:cNvSpPr/>
                <p:nvPr/>
              </p:nvSpPr>
              <p:spPr>
                <a:xfrm rot="5400000">
                  <a:off x="7340888" y="4352518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7" name="Ellipszis 116">
                  <a:extLst>
                    <a:ext uri="{FF2B5EF4-FFF2-40B4-BE49-F238E27FC236}">
                      <a16:creationId xmlns:a16="http://schemas.microsoft.com/office/drawing/2014/main" id="{A89979AB-A8C7-4CB9-8946-B50A590CEEB1}"/>
                    </a:ext>
                  </a:extLst>
                </p:cNvPr>
                <p:cNvSpPr/>
                <p:nvPr/>
              </p:nvSpPr>
              <p:spPr>
                <a:xfrm>
                  <a:off x="7495825" y="4623886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8" name="Romboid 117">
                  <a:extLst>
                    <a:ext uri="{FF2B5EF4-FFF2-40B4-BE49-F238E27FC236}">
                      <a16:creationId xmlns:a16="http://schemas.microsoft.com/office/drawing/2014/main" id="{B060ED85-4104-464F-BD20-0ADF3B5FB67D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9" name="Téglalap 118">
                  <a:extLst>
                    <a:ext uri="{FF2B5EF4-FFF2-40B4-BE49-F238E27FC236}">
                      <a16:creationId xmlns:a16="http://schemas.microsoft.com/office/drawing/2014/main" id="{8115637B-12D9-42EC-BBCF-BA244BCD5958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Téglalap: lekerekített 119">
                  <a:extLst>
                    <a:ext uri="{FF2B5EF4-FFF2-40B4-BE49-F238E27FC236}">
                      <a16:creationId xmlns:a16="http://schemas.microsoft.com/office/drawing/2014/main" id="{4C10FD98-6AC8-400F-B3A3-E8720DAFED9F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Téglalap: lekerekített 120">
                  <a:extLst>
                    <a:ext uri="{FF2B5EF4-FFF2-40B4-BE49-F238E27FC236}">
                      <a16:creationId xmlns:a16="http://schemas.microsoft.com/office/drawing/2014/main" id="{81EA4AC6-D876-4F15-93B8-82DE7F3ADEF2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Téglalap: lekerekített 121">
                  <a:extLst>
                    <a:ext uri="{FF2B5EF4-FFF2-40B4-BE49-F238E27FC236}">
                      <a16:creationId xmlns:a16="http://schemas.microsoft.com/office/drawing/2014/main" id="{A9D13AED-A5DC-405D-8BCA-45C052595CC9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Téglalap: lekerekített 122">
                  <a:extLst>
                    <a:ext uri="{FF2B5EF4-FFF2-40B4-BE49-F238E27FC236}">
                      <a16:creationId xmlns:a16="http://schemas.microsoft.com/office/drawing/2014/main" id="{2D9C4F96-B39D-4498-AAB0-8AD368EA29F0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Téglalap: lekerekített 123">
                  <a:extLst>
                    <a:ext uri="{FF2B5EF4-FFF2-40B4-BE49-F238E27FC236}">
                      <a16:creationId xmlns:a16="http://schemas.microsoft.com/office/drawing/2014/main" id="{7A0E4FD6-F875-47E6-9155-AF73DFD6B7C1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5" name="Téglalap: lekerekített 124">
                  <a:extLst>
                    <a:ext uri="{FF2B5EF4-FFF2-40B4-BE49-F238E27FC236}">
                      <a16:creationId xmlns:a16="http://schemas.microsoft.com/office/drawing/2014/main" id="{98D2851A-2E58-4421-9760-49BA54E9805D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06" name="Picture 2" descr="Forráskép megtekintése">
                <a:extLst>
                  <a:ext uri="{FF2B5EF4-FFF2-40B4-BE49-F238E27FC236}">
                    <a16:creationId xmlns:a16="http://schemas.microsoft.com/office/drawing/2014/main" id="{4F5140B4-59A7-4F7A-8F58-E71C997B7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7" name="Picture 6" descr="Forráskép megtekintése">
                <a:extLst>
                  <a:ext uri="{FF2B5EF4-FFF2-40B4-BE49-F238E27FC236}">
                    <a16:creationId xmlns:a16="http://schemas.microsoft.com/office/drawing/2014/main" id="{184AA451-4C2C-4C5E-BAB6-835E90A69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64" name="Csoportba foglalás 63">
              <a:extLst>
                <a:ext uri="{FF2B5EF4-FFF2-40B4-BE49-F238E27FC236}">
                  <a16:creationId xmlns:a16="http://schemas.microsoft.com/office/drawing/2014/main" id="{4B6FBA10-DAAB-43C0-931F-B1455F51457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93" name="Csoportba foglalás 92">
                <a:extLst>
                  <a:ext uri="{FF2B5EF4-FFF2-40B4-BE49-F238E27FC236}">
                    <a16:creationId xmlns:a16="http://schemas.microsoft.com/office/drawing/2014/main" id="{65E17F09-1178-46A4-9421-CB4DB9579177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96" name="Henger 95">
                  <a:extLst>
                    <a:ext uri="{FF2B5EF4-FFF2-40B4-BE49-F238E27FC236}">
                      <a16:creationId xmlns:a16="http://schemas.microsoft.com/office/drawing/2014/main" id="{2C12DB75-851C-4DE5-A1E8-13E1962221D6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7" name="Ellipszis 96">
                  <a:extLst>
                    <a:ext uri="{FF2B5EF4-FFF2-40B4-BE49-F238E27FC236}">
                      <a16:creationId xmlns:a16="http://schemas.microsoft.com/office/drawing/2014/main" id="{4F9AA4F9-CF62-45AD-814C-D274D1B080BE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8" name="Téglalap 97">
                  <a:extLst>
                    <a:ext uri="{FF2B5EF4-FFF2-40B4-BE49-F238E27FC236}">
                      <a16:creationId xmlns:a16="http://schemas.microsoft.com/office/drawing/2014/main" id="{32ED7F0D-9D91-469A-90CE-9C1809A677E4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9" name="Ellipszis 98">
                  <a:extLst>
                    <a:ext uri="{FF2B5EF4-FFF2-40B4-BE49-F238E27FC236}">
                      <a16:creationId xmlns:a16="http://schemas.microsoft.com/office/drawing/2014/main" id="{356EBB6E-B54F-48D2-A3C8-4C4A125DF158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3CDC2B20-87F0-43ED-A807-FAD0508FDB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E17F1025-DA01-4077-AAC8-C1611925F6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Egyenes összekötő 101">
                  <a:extLst>
                    <a:ext uri="{FF2B5EF4-FFF2-40B4-BE49-F238E27FC236}">
                      <a16:creationId xmlns:a16="http://schemas.microsoft.com/office/drawing/2014/main" id="{09B4EA9B-736D-4E4A-8392-3AFE4234F6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Egyenes összekötő 102">
                  <a:extLst>
                    <a:ext uri="{FF2B5EF4-FFF2-40B4-BE49-F238E27FC236}">
                      <a16:creationId xmlns:a16="http://schemas.microsoft.com/office/drawing/2014/main" id="{74A8908E-4BE3-44B7-9FD9-6E15E9A2AF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4" name="Ellipszis 103">
                  <a:extLst>
                    <a:ext uri="{FF2B5EF4-FFF2-40B4-BE49-F238E27FC236}">
                      <a16:creationId xmlns:a16="http://schemas.microsoft.com/office/drawing/2014/main" id="{A79BA59A-87BC-407F-8D3D-34C5BF61A7B7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94" name="Egyenes összekötő 93">
                <a:extLst>
                  <a:ext uri="{FF2B5EF4-FFF2-40B4-BE49-F238E27FC236}">
                    <a16:creationId xmlns:a16="http://schemas.microsoft.com/office/drawing/2014/main" id="{8872B40B-53B4-4E11-8AFA-7C1C0B0C37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5" name="Egyenes összekötő 94">
                <a:extLst>
                  <a:ext uri="{FF2B5EF4-FFF2-40B4-BE49-F238E27FC236}">
                    <a16:creationId xmlns:a16="http://schemas.microsoft.com/office/drawing/2014/main" id="{AC05B05A-1DEB-4E3E-8797-ADEDC0478B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65" name="Csoportba foglalás 64">
              <a:extLst>
                <a:ext uri="{FF2B5EF4-FFF2-40B4-BE49-F238E27FC236}">
                  <a16:creationId xmlns:a16="http://schemas.microsoft.com/office/drawing/2014/main" id="{485EFA1D-A35E-4E85-A75E-EE75E8162EA8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83" name="Henger 82">
                <a:extLst>
                  <a:ext uri="{FF2B5EF4-FFF2-40B4-BE49-F238E27FC236}">
                    <a16:creationId xmlns:a16="http://schemas.microsoft.com/office/drawing/2014/main" id="{49AB6D38-5983-4D0B-918E-A110C7157B03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84" name="Csoportba foglalás 83">
                <a:extLst>
                  <a:ext uri="{FF2B5EF4-FFF2-40B4-BE49-F238E27FC236}">
                    <a16:creationId xmlns:a16="http://schemas.microsoft.com/office/drawing/2014/main" id="{3400B9AF-C5C7-4005-919F-36CA3DA289E0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86" name="Ellipszis 85">
                  <a:extLst>
                    <a:ext uri="{FF2B5EF4-FFF2-40B4-BE49-F238E27FC236}">
                      <a16:creationId xmlns:a16="http://schemas.microsoft.com/office/drawing/2014/main" id="{45BC5225-EBE3-4340-8E1F-F92B262838E4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Ellipszis 86">
                  <a:extLst>
                    <a:ext uri="{FF2B5EF4-FFF2-40B4-BE49-F238E27FC236}">
                      <a16:creationId xmlns:a16="http://schemas.microsoft.com/office/drawing/2014/main" id="{99105D3B-707D-495D-A5DD-6BAD4FBA45AD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6E12A895-AE5B-4651-8D04-5B1AF8ACD3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E8DED3DB-F619-4538-9F30-45543FA8A1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Egyenes összekötő 89">
                  <a:extLst>
                    <a:ext uri="{FF2B5EF4-FFF2-40B4-BE49-F238E27FC236}">
                      <a16:creationId xmlns:a16="http://schemas.microsoft.com/office/drawing/2014/main" id="{EFA9311C-16A2-4954-89A9-6F81781C92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Egyenes összekötő 90">
                  <a:extLst>
                    <a:ext uri="{FF2B5EF4-FFF2-40B4-BE49-F238E27FC236}">
                      <a16:creationId xmlns:a16="http://schemas.microsoft.com/office/drawing/2014/main" id="{821AD0D2-035C-444B-AE07-5DD8D2EFAB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2" name="Ellipszis 91">
                  <a:extLst>
                    <a:ext uri="{FF2B5EF4-FFF2-40B4-BE49-F238E27FC236}">
                      <a16:creationId xmlns:a16="http://schemas.microsoft.com/office/drawing/2014/main" id="{C5E49FD8-1F70-4694-ACDD-FD19880F2172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B8CBCA93-063F-4224-BA5E-EA70BF2C635A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6" name="Csoportba foglalás 65">
              <a:extLst>
                <a:ext uri="{FF2B5EF4-FFF2-40B4-BE49-F238E27FC236}">
                  <a16:creationId xmlns:a16="http://schemas.microsoft.com/office/drawing/2014/main" id="{DA8E3343-D8DC-48A2-8CF8-1FAD69303E14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67" name="Csoportba foglalás 66">
                <a:extLst>
                  <a:ext uri="{FF2B5EF4-FFF2-40B4-BE49-F238E27FC236}">
                    <a16:creationId xmlns:a16="http://schemas.microsoft.com/office/drawing/2014/main" id="{E36BE9FA-5820-4DF5-A977-F7903022A6D5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75" name="Henger 74">
                  <a:extLst>
                    <a:ext uri="{FF2B5EF4-FFF2-40B4-BE49-F238E27FC236}">
                      <a16:creationId xmlns:a16="http://schemas.microsoft.com/office/drawing/2014/main" id="{96A24B2C-48DF-4922-9348-2398D06E09BC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6" name="Ellipszis 75">
                  <a:extLst>
                    <a:ext uri="{FF2B5EF4-FFF2-40B4-BE49-F238E27FC236}">
                      <a16:creationId xmlns:a16="http://schemas.microsoft.com/office/drawing/2014/main" id="{A58AB4DC-639E-4388-9BDE-2FC62F8DD910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7" name="Ív 76">
                  <a:extLst>
                    <a:ext uri="{FF2B5EF4-FFF2-40B4-BE49-F238E27FC236}">
                      <a16:creationId xmlns:a16="http://schemas.microsoft.com/office/drawing/2014/main" id="{5CE7E079-432F-4468-83B5-D023DAE73323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78" name="Picture 2" descr="Forráskép megtekintése">
                  <a:extLst>
                    <a:ext uri="{FF2B5EF4-FFF2-40B4-BE49-F238E27FC236}">
                      <a16:creationId xmlns:a16="http://schemas.microsoft.com/office/drawing/2014/main" id="{8E21BED9-0FC6-4D92-9552-3BFE205993B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79" name="Téglalap 78">
                  <a:extLst>
                    <a:ext uri="{FF2B5EF4-FFF2-40B4-BE49-F238E27FC236}">
                      <a16:creationId xmlns:a16="http://schemas.microsoft.com/office/drawing/2014/main" id="{42F76778-1FAF-422A-8E36-4950C350A09D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0" name="Csillag: 4 ágú 79">
                  <a:extLst>
                    <a:ext uri="{FF2B5EF4-FFF2-40B4-BE49-F238E27FC236}">
                      <a16:creationId xmlns:a16="http://schemas.microsoft.com/office/drawing/2014/main" id="{CF45CC3E-0B61-4F1F-931F-6EC51C2E9C29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Szabadkézi sokszög: alakzat 80">
                  <a:extLst>
                    <a:ext uri="{FF2B5EF4-FFF2-40B4-BE49-F238E27FC236}">
                      <a16:creationId xmlns:a16="http://schemas.microsoft.com/office/drawing/2014/main" id="{E050106D-DFC7-4332-B33E-CCF65C2C7984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Ellipszis 81">
                  <a:extLst>
                    <a:ext uri="{FF2B5EF4-FFF2-40B4-BE49-F238E27FC236}">
                      <a16:creationId xmlns:a16="http://schemas.microsoft.com/office/drawing/2014/main" id="{B5175367-6515-4B54-9E56-9D81BE9C869E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68" name="Ellipszis 67">
                <a:extLst>
                  <a:ext uri="{FF2B5EF4-FFF2-40B4-BE49-F238E27FC236}">
                    <a16:creationId xmlns:a16="http://schemas.microsoft.com/office/drawing/2014/main" id="{086EC2D0-4395-46AD-B071-F5D415F00C35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68810841-0176-4DE9-8F51-210A36FF6C57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70" name="Egyenes összekötő 69">
                <a:extLst>
                  <a:ext uri="{FF2B5EF4-FFF2-40B4-BE49-F238E27FC236}">
                    <a16:creationId xmlns:a16="http://schemas.microsoft.com/office/drawing/2014/main" id="{7AF600AA-3F0C-4301-B648-E997CA8D2FE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71" name="Ellipszis 70">
                <a:extLst>
                  <a:ext uri="{FF2B5EF4-FFF2-40B4-BE49-F238E27FC236}">
                    <a16:creationId xmlns:a16="http://schemas.microsoft.com/office/drawing/2014/main" id="{CB0EACA2-EB50-4750-BBCA-FACF78AA307C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2" name="Ellipszis 71">
                <a:extLst>
                  <a:ext uri="{FF2B5EF4-FFF2-40B4-BE49-F238E27FC236}">
                    <a16:creationId xmlns:a16="http://schemas.microsoft.com/office/drawing/2014/main" id="{CA21E18E-6A23-4B04-AEDD-D3F54259DB5B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73" name="Kép 72">
                <a:extLst>
                  <a:ext uri="{FF2B5EF4-FFF2-40B4-BE49-F238E27FC236}">
                    <a16:creationId xmlns:a16="http://schemas.microsoft.com/office/drawing/2014/main" id="{832596AC-2C94-4C09-8E61-1A135578DB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74" name="Egyenes összekötő 73">
                <a:extLst>
                  <a:ext uri="{FF2B5EF4-FFF2-40B4-BE49-F238E27FC236}">
                    <a16:creationId xmlns:a16="http://schemas.microsoft.com/office/drawing/2014/main" id="{312CAD62-22E4-4689-BBEF-91EBCC7F3F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26" name="Csillag: 5 ágú 125">
            <a:extLst>
              <a:ext uri="{FF2B5EF4-FFF2-40B4-BE49-F238E27FC236}">
                <a16:creationId xmlns:a16="http://schemas.microsoft.com/office/drawing/2014/main" id="{CE6C2303-A8CB-4C66-A241-FADBECDAC63B}"/>
              </a:ext>
            </a:extLst>
          </p:cNvPr>
          <p:cNvSpPr/>
          <p:nvPr/>
        </p:nvSpPr>
        <p:spPr>
          <a:xfrm>
            <a:off x="10874155" y="1550627"/>
            <a:ext cx="282987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Felhő 126">
            <a:extLst>
              <a:ext uri="{FF2B5EF4-FFF2-40B4-BE49-F238E27FC236}">
                <a16:creationId xmlns:a16="http://schemas.microsoft.com/office/drawing/2014/main" id="{5894F8DB-4018-46E4-8529-0AD11F52AB82}"/>
              </a:ext>
            </a:extLst>
          </p:cNvPr>
          <p:cNvSpPr/>
          <p:nvPr/>
        </p:nvSpPr>
        <p:spPr>
          <a:xfrm>
            <a:off x="694158" y="789473"/>
            <a:ext cx="920056" cy="71715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Felhő 127">
            <a:extLst>
              <a:ext uri="{FF2B5EF4-FFF2-40B4-BE49-F238E27FC236}">
                <a16:creationId xmlns:a16="http://schemas.microsoft.com/office/drawing/2014/main" id="{50977E50-B88C-42B3-B9D4-3E56F8E26108}"/>
              </a:ext>
            </a:extLst>
          </p:cNvPr>
          <p:cNvSpPr/>
          <p:nvPr/>
        </p:nvSpPr>
        <p:spPr>
          <a:xfrm>
            <a:off x="3375357" y="2007462"/>
            <a:ext cx="684696" cy="979825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Felhő 128">
            <a:extLst>
              <a:ext uri="{FF2B5EF4-FFF2-40B4-BE49-F238E27FC236}">
                <a16:creationId xmlns:a16="http://schemas.microsoft.com/office/drawing/2014/main" id="{71B6C9B2-7143-4B97-B3C0-FC3518354DC7}"/>
              </a:ext>
            </a:extLst>
          </p:cNvPr>
          <p:cNvSpPr/>
          <p:nvPr/>
        </p:nvSpPr>
        <p:spPr>
          <a:xfrm>
            <a:off x="3556240" y="538038"/>
            <a:ext cx="515079" cy="599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Felhő 129">
            <a:extLst>
              <a:ext uri="{FF2B5EF4-FFF2-40B4-BE49-F238E27FC236}">
                <a16:creationId xmlns:a16="http://schemas.microsoft.com/office/drawing/2014/main" id="{A88134CE-7F86-43A4-8707-5CCA95C5F65C}"/>
              </a:ext>
            </a:extLst>
          </p:cNvPr>
          <p:cNvSpPr/>
          <p:nvPr/>
        </p:nvSpPr>
        <p:spPr>
          <a:xfrm>
            <a:off x="612752" y="1996247"/>
            <a:ext cx="515080" cy="599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Felhő 130">
            <a:extLst>
              <a:ext uri="{FF2B5EF4-FFF2-40B4-BE49-F238E27FC236}">
                <a16:creationId xmlns:a16="http://schemas.microsoft.com/office/drawing/2014/main" id="{970370E1-588E-4CAE-BCDA-A7347008F9EA}"/>
              </a:ext>
            </a:extLst>
          </p:cNvPr>
          <p:cNvSpPr/>
          <p:nvPr/>
        </p:nvSpPr>
        <p:spPr>
          <a:xfrm>
            <a:off x="2430307" y="1241882"/>
            <a:ext cx="920056" cy="71715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Felhő 131">
            <a:extLst>
              <a:ext uri="{FF2B5EF4-FFF2-40B4-BE49-F238E27FC236}">
                <a16:creationId xmlns:a16="http://schemas.microsoft.com/office/drawing/2014/main" id="{0A8D883C-4C26-43FE-BD7A-C90BE6E9D66F}"/>
              </a:ext>
            </a:extLst>
          </p:cNvPr>
          <p:cNvSpPr/>
          <p:nvPr/>
        </p:nvSpPr>
        <p:spPr>
          <a:xfrm>
            <a:off x="2382948" y="2689200"/>
            <a:ext cx="920056" cy="71715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Felhő 132">
            <a:extLst>
              <a:ext uri="{FF2B5EF4-FFF2-40B4-BE49-F238E27FC236}">
                <a16:creationId xmlns:a16="http://schemas.microsoft.com/office/drawing/2014/main" id="{3EAF877F-E498-4B7A-A5CF-ECB557A8C4E5}"/>
              </a:ext>
            </a:extLst>
          </p:cNvPr>
          <p:cNvSpPr/>
          <p:nvPr/>
        </p:nvSpPr>
        <p:spPr>
          <a:xfrm>
            <a:off x="99948" y="2810958"/>
            <a:ext cx="920056" cy="71715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Felhő 133">
            <a:extLst>
              <a:ext uri="{FF2B5EF4-FFF2-40B4-BE49-F238E27FC236}">
                <a16:creationId xmlns:a16="http://schemas.microsoft.com/office/drawing/2014/main" id="{944FD0A9-C877-4324-9CE7-428FA07EAB25}"/>
              </a:ext>
            </a:extLst>
          </p:cNvPr>
          <p:cNvSpPr/>
          <p:nvPr/>
        </p:nvSpPr>
        <p:spPr>
          <a:xfrm>
            <a:off x="1499298" y="1954213"/>
            <a:ext cx="684696" cy="979825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41947269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églalap 1">
            <a:extLst>
              <a:ext uri="{FF2B5EF4-FFF2-40B4-BE49-F238E27FC236}">
                <a16:creationId xmlns:a16="http://schemas.microsoft.com/office/drawing/2014/main" id="{61DC00AA-9489-3C09-F84F-416C860A2E4B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1364BDAD-8E25-5291-7FF7-03960C008600}"/>
              </a:ext>
            </a:extLst>
          </p:cNvPr>
          <p:cNvSpPr/>
          <p:nvPr/>
        </p:nvSpPr>
        <p:spPr>
          <a:xfrm>
            <a:off x="6791865" y="503214"/>
            <a:ext cx="392914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96B2AD2C-8D21-E3B0-8F91-DB06D8FCA196}"/>
              </a:ext>
            </a:extLst>
          </p:cNvPr>
          <p:cNvSpPr/>
          <p:nvPr/>
        </p:nvSpPr>
        <p:spPr>
          <a:xfrm>
            <a:off x="9232368" y="855492"/>
            <a:ext cx="515080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C182237A-8E19-A241-EF06-C27B52ACAAD3}"/>
              </a:ext>
            </a:extLst>
          </p:cNvPr>
          <p:cNvSpPr/>
          <p:nvPr/>
        </p:nvSpPr>
        <p:spPr>
          <a:xfrm>
            <a:off x="7806482" y="1180588"/>
            <a:ext cx="308402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5EF28625-71A9-D236-2005-CE4F1C2F8644}"/>
              </a:ext>
            </a:extLst>
          </p:cNvPr>
          <p:cNvSpPr/>
          <p:nvPr/>
        </p:nvSpPr>
        <p:spPr>
          <a:xfrm>
            <a:off x="10242725" y="696913"/>
            <a:ext cx="392914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4C6F0E44-00B1-B021-8585-6509C1330615}"/>
              </a:ext>
            </a:extLst>
          </p:cNvPr>
          <p:cNvSpPr/>
          <p:nvPr/>
        </p:nvSpPr>
        <p:spPr>
          <a:xfrm>
            <a:off x="10346175" y="1572646"/>
            <a:ext cx="374725" cy="308912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" name="Csoportba foglalás 7">
            <a:extLst>
              <a:ext uri="{FF2B5EF4-FFF2-40B4-BE49-F238E27FC236}">
                <a16:creationId xmlns:a16="http://schemas.microsoft.com/office/drawing/2014/main" id="{7E624407-D918-C31A-A881-7099CD1308DD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9" name="Henger 8">
              <a:extLst>
                <a:ext uri="{FF2B5EF4-FFF2-40B4-BE49-F238E27FC236}">
                  <a16:creationId xmlns:a16="http://schemas.microsoft.com/office/drawing/2014/main" id="{B1833841-5B9B-577D-9731-3E0180B309FC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0" name="Csoportba foglalás 9">
              <a:extLst>
                <a:ext uri="{FF2B5EF4-FFF2-40B4-BE49-F238E27FC236}">
                  <a16:creationId xmlns:a16="http://schemas.microsoft.com/office/drawing/2014/main" id="{126732E4-9397-73F4-FCCC-4CA1ECA0D570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2" name="Ellipszis 11">
                <a:extLst>
                  <a:ext uri="{FF2B5EF4-FFF2-40B4-BE49-F238E27FC236}">
                    <a16:creationId xmlns:a16="http://schemas.microsoft.com/office/drawing/2014/main" id="{3315EF72-1C78-8968-B068-93E839427F3E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" name="Ellipszis 12">
                <a:extLst>
                  <a:ext uri="{FF2B5EF4-FFF2-40B4-BE49-F238E27FC236}">
                    <a16:creationId xmlns:a16="http://schemas.microsoft.com/office/drawing/2014/main" id="{59440007-E3E7-C7DC-3338-15BE4F791E75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BD22E6B0-479D-7E93-F52D-8997AC6EAD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038D6F0E-7606-87F7-2927-DBAF9E4DC42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1A4996FF-1601-B7BD-9CD1-8640D3BBDA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205C4E43-9BC3-79C6-A95F-53124B15A0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8" name="Ellipszis 17">
                <a:extLst>
                  <a:ext uri="{FF2B5EF4-FFF2-40B4-BE49-F238E27FC236}">
                    <a16:creationId xmlns:a16="http://schemas.microsoft.com/office/drawing/2014/main" id="{6FB0F229-9C8B-9099-3664-ECEC40241485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" name="Téglalap 10">
              <a:extLst>
                <a:ext uri="{FF2B5EF4-FFF2-40B4-BE49-F238E27FC236}">
                  <a16:creationId xmlns:a16="http://schemas.microsoft.com/office/drawing/2014/main" id="{158BDD7C-D976-8433-CB48-FDF54243710F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9" name="Téglalap 18">
            <a:extLst>
              <a:ext uri="{FF2B5EF4-FFF2-40B4-BE49-F238E27FC236}">
                <a16:creationId xmlns:a16="http://schemas.microsoft.com/office/drawing/2014/main" id="{5B423829-FEA8-33F6-779C-C69320DF1708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0" name="Csoportba foglalás 19">
            <a:extLst>
              <a:ext uri="{FF2B5EF4-FFF2-40B4-BE49-F238E27FC236}">
                <a16:creationId xmlns:a16="http://schemas.microsoft.com/office/drawing/2014/main" id="{AFF282F5-8CBC-C1DC-0815-DB25283F93D5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1" name="Csoportba foglalás 20">
              <a:extLst>
                <a:ext uri="{FF2B5EF4-FFF2-40B4-BE49-F238E27FC236}">
                  <a16:creationId xmlns:a16="http://schemas.microsoft.com/office/drawing/2014/main" id="{D11B6C82-AF3E-D330-4DA2-3438A66F5723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4" name="Henger 23">
                <a:extLst>
                  <a:ext uri="{FF2B5EF4-FFF2-40B4-BE49-F238E27FC236}">
                    <a16:creationId xmlns:a16="http://schemas.microsoft.com/office/drawing/2014/main" id="{BB229A4C-8DDB-5AB5-B085-F285D3C5CB7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" name="Ellipszis 24">
                <a:extLst>
                  <a:ext uri="{FF2B5EF4-FFF2-40B4-BE49-F238E27FC236}">
                    <a16:creationId xmlns:a16="http://schemas.microsoft.com/office/drawing/2014/main" id="{25E4DE01-E58C-95F0-2D33-4FDDEC34ED1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6" name="Téglalap 25">
                <a:extLst>
                  <a:ext uri="{FF2B5EF4-FFF2-40B4-BE49-F238E27FC236}">
                    <a16:creationId xmlns:a16="http://schemas.microsoft.com/office/drawing/2014/main" id="{41A8D576-DCA6-0999-4B4A-3C5905A1CA80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189C6A0C-F023-BAD7-9118-4ED6C82E557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0AE48E1E-37C2-A888-45EB-977CC4D8A7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50FCCAE3-C951-6640-6768-92FC38285F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CC572A79-895F-7757-2F83-352217F94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FD3BC27A-15ED-88A5-F764-19BDC25F7F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2" name="Ellipszis 31">
                <a:extLst>
                  <a:ext uri="{FF2B5EF4-FFF2-40B4-BE49-F238E27FC236}">
                    <a16:creationId xmlns:a16="http://schemas.microsoft.com/office/drawing/2014/main" id="{1736D0A1-2893-E8EE-8E73-C9608FF1A20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2" name="Egyenes összekötő 21">
              <a:extLst>
                <a:ext uri="{FF2B5EF4-FFF2-40B4-BE49-F238E27FC236}">
                  <a16:creationId xmlns:a16="http://schemas.microsoft.com/office/drawing/2014/main" id="{D4ABA485-2405-F402-FEA0-189FF39A17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3" name="Egyenes összekötő 22">
              <a:extLst>
                <a:ext uri="{FF2B5EF4-FFF2-40B4-BE49-F238E27FC236}">
                  <a16:creationId xmlns:a16="http://schemas.microsoft.com/office/drawing/2014/main" id="{A90B7451-B793-BCBF-2453-6497AFE1073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3" name="Téglalap 32">
            <a:extLst>
              <a:ext uri="{FF2B5EF4-FFF2-40B4-BE49-F238E27FC236}">
                <a16:creationId xmlns:a16="http://schemas.microsoft.com/office/drawing/2014/main" id="{8069F8E3-0C4F-87DD-6D2F-B76862B7139F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Téglalap 33">
            <a:extLst>
              <a:ext uri="{FF2B5EF4-FFF2-40B4-BE49-F238E27FC236}">
                <a16:creationId xmlns:a16="http://schemas.microsoft.com/office/drawing/2014/main" id="{27C97CE6-F2D9-B497-E120-9F49C671A7E5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Téglalap 34">
            <a:extLst>
              <a:ext uri="{FF2B5EF4-FFF2-40B4-BE49-F238E27FC236}">
                <a16:creationId xmlns:a16="http://schemas.microsoft.com/office/drawing/2014/main" id="{DB26CB98-FC68-43D7-0135-80F430E99ABB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728566D0-EE10-1A1C-4159-D3E9FE578BE1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856494BE-D131-049C-6FFD-672564D7AFE1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5" name="Csoportba foglalás 134">
            <a:extLst>
              <a:ext uri="{FF2B5EF4-FFF2-40B4-BE49-F238E27FC236}">
                <a16:creationId xmlns:a16="http://schemas.microsoft.com/office/drawing/2014/main" id="{A2E6BB0D-2093-6A48-5590-429E930A9009}"/>
              </a:ext>
            </a:extLst>
          </p:cNvPr>
          <p:cNvGrpSpPr/>
          <p:nvPr/>
        </p:nvGrpSpPr>
        <p:grpSpPr>
          <a:xfrm>
            <a:off x="5989813" y="4339204"/>
            <a:ext cx="1922054" cy="1744418"/>
            <a:chOff x="6154860" y="5305327"/>
            <a:chExt cx="1922054" cy="1744418"/>
          </a:xfrm>
        </p:grpSpPr>
        <p:grpSp>
          <p:nvGrpSpPr>
            <p:cNvPr id="125" name="Csoportba foglalás 124">
              <a:extLst>
                <a:ext uri="{FF2B5EF4-FFF2-40B4-BE49-F238E27FC236}">
                  <a16:creationId xmlns:a16="http://schemas.microsoft.com/office/drawing/2014/main" id="{C51657EA-7BA8-80D8-541D-61EC81855318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26" name="Ellipszis 125">
                <a:extLst>
                  <a:ext uri="{FF2B5EF4-FFF2-40B4-BE49-F238E27FC236}">
                    <a16:creationId xmlns:a16="http://schemas.microsoft.com/office/drawing/2014/main" id="{2680D9C1-8E85-2F06-8C6D-E467B0585759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7" name="Egyenes összekötő 126">
                <a:extLst>
                  <a:ext uri="{FF2B5EF4-FFF2-40B4-BE49-F238E27FC236}">
                    <a16:creationId xmlns:a16="http://schemas.microsoft.com/office/drawing/2014/main" id="{82C33BA7-E26E-C63C-EDAD-E1ED84F57087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8" name="Egyenes összekötő 127">
                <a:extLst>
                  <a:ext uri="{FF2B5EF4-FFF2-40B4-BE49-F238E27FC236}">
                    <a16:creationId xmlns:a16="http://schemas.microsoft.com/office/drawing/2014/main" id="{47C474EF-133B-53B4-E317-17B1EA4E1E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9" name="Egyenes összekötő 128">
                <a:extLst>
                  <a:ext uri="{FF2B5EF4-FFF2-40B4-BE49-F238E27FC236}">
                    <a16:creationId xmlns:a16="http://schemas.microsoft.com/office/drawing/2014/main" id="{2121C76F-0619-EFCD-B21D-71705B8F1A2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0" name="Egyenes összekötő 129">
                <a:extLst>
                  <a:ext uri="{FF2B5EF4-FFF2-40B4-BE49-F238E27FC236}">
                    <a16:creationId xmlns:a16="http://schemas.microsoft.com/office/drawing/2014/main" id="{D69C85AD-F24D-3A98-B694-AE751296187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1" name="Egyenes összekötő 130">
                <a:extLst>
                  <a:ext uri="{FF2B5EF4-FFF2-40B4-BE49-F238E27FC236}">
                    <a16:creationId xmlns:a16="http://schemas.microsoft.com/office/drawing/2014/main" id="{0B59C1F3-7E41-D91E-423F-DE46E418201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132" name="Egyenes összekötő 131">
              <a:extLst>
                <a:ext uri="{FF2B5EF4-FFF2-40B4-BE49-F238E27FC236}">
                  <a16:creationId xmlns:a16="http://schemas.microsoft.com/office/drawing/2014/main" id="{1EDD5071-AE58-0677-5D3A-BB5995DF3FB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33" name="Egyenes összekötő 132">
              <a:extLst>
                <a:ext uri="{FF2B5EF4-FFF2-40B4-BE49-F238E27FC236}">
                  <a16:creationId xmlns:a16="http://schemas.microsoft.com/office/drawing/2014/main" id="{2D659C94-F394-E54B-9CD1-A99212D4BE94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34" name="Egyenes összekötő 133">
              <a:extLst>
                <a:ext uri="{FF2B5EF4-FFF2-40B4-BE49-F238E27FC236}">
                  <a16:creationId xmlns:a16="http://schemas.microsoft.com/office/drawing/2014/main" id="{4CFC075F-BB88-39AD-C0FB-AA957E5D0B1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2D03EA88-DF9D-B618-F477-1CBA2DA982C3}"/>
              </a:ext>
            </a:extLst>
          </p:cNvPr>
          <p:cNvGrpSpPr/>
          <p:nvPr/>
        </p:nvGrpSpPr>
        <p:grpSpPr>
          <a:xfrm>
            <a:off x="11310710" y="5525772"/>
            <a:ext cx="1152739" cy="2231794"/>
            <a:chOff x="21678" y="2352425"/>
            <a:chExt cx="1152739" cy="2231794"/>
          </a:xfrm>
        </p:grpSpPr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E24D2B97-EB8F-E7F2-8C26-1CF003DDBE04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>
              <a:extLst>
                <a:ext uri="{FF2B5EF4-FFF2-40B4-BE49-F238E27FC236}">
                  <a16:creationId xmlns:a16="http://schemas.microsoft.com/office/drawing/2014/main" id="{6294CF3B-293A-4E41-D589-AF06079B2DC0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Ellipszis 46">
              <a:extLst>
                <a:ext uri="{FF2B5EF4-FFF2-40B4-BE49-F238E27FC236}">
                  <a16:creationId xmlns:a16="http://schemas.microsoft.com/office/drawing/2014/main" id="{FBBD0397-5D0C-709A-48ED-EE773026D299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Ellipszis 47">
              <a:extLst>
                <a:ext uri="{FF2B5EF4-FFF2-40B4-BE49-F238E27FC236}">
                  <a16:creationId xmlns:a16="http://schemas.microsoft.com/office/drawing/2014/main" id="{86196920-8382-D047-C417-C23182A238B4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Ellipszis 48">
              <a:extLst>
                <a:ext uri="{FF2B5EF4-FFF2-40B4-BE49-F238E27FC236}">
                  <a16:creationId xmlns:a16="http://schemas.microsoft.com/office/drawing/2014/main" id="{6B66BE0D-3BF7-7E5E-B9BA-B6CEC1755BDC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0" name="Csoportba foglalás 49">
            <a:extLst>
              <a:ext uri="{FF2B5EF4-FFF2-40B4-BE49-F238E27FC236}">
                <a16:creationId xmlns:a16="http://schemas.microsoft.com/office/drawing/2014/main" id="{E2A99F6D-57E8-D299-9EBF-224A1233D1E8}"/>
              </a:ext>
            </a:extLst>
          </p:cNvPr>
          <p:cNvGrpSpPr/>
          <p:nvPr/>
        </p:nvGrpSpPr>
        <p:grpSpPr>
          <a:xfrm>
            <a:off x="8457923" y="5029468"/>
            <a:ext cx="1891113" cy="3047251"/>
            <a:chOff x="0" y="1549915"/>
            <a:chExt cx="1891113" cy="3047251"/>
          </a:xfrm>
        </p:grpSpPr>
        <p:sp>
          <p:nvSpPr>
            <p:cNvPr id="51" name="Téglalap 50">
              <a:extLst>
                <a:ext uri="{FF2B5EF4-FFF2-40B4-BE49-F238E27FC236}">
                  <a16:creationId xmlns:a16="http://schemas.microsoft.com/office/drawing/2014/main" id="{4922F239-066A-9786-F314-AA41C74A22EE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Téglalap 51">
              <a:extLst>
                <a:ext uri="{FF2B5EF4-FFF2-40B4-BE49-F238E27FC236}">
                  <a16:creationId xmlns:a16="http://schemas.microsoft.com/office/drawing/2014/main" id="{C9B81DB9-EDDD-4503-A085-BCA0635586B7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Téglalap 52">
              <a:extLst>
                <a:ext uri="{FF2B5EF4-FFF2-40B4-BE49-F238E27FC236}">
                  <a16:creationId xmlns:a16="http://schemas.microsoft.com/office/drawing/2014/main" id="{3283E37C-E5A9-7D8D-2617-F758146A72A5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Háromszög 53">
              <a:extLst>
                <a:ext uri="{FF2B5EF4-FFF2-40B4-BE49-F238E27FC236}">
                  <a16:creationId xmlns:a16="http://schemas.microsoft.com/office/drawing/2014/main" id="{FBE49B1C-4877-A6D9-9B72-3150E48EE55B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5" name="Csoportba foglalás 54">
            <a:extLst>
              <a:ext uri="{FF2B5EF4-FFF2-40B4-BE49-F238E27FC236}">
                <a16:creationId xmlns:a16="http://schemas.microsoft.com/office/drawing/2014/main" id="{D79B4244-3B7C-C9A5-59BE-2047752D13C5}"/>
              </a:ext>
            </a:extLst>
          </p:cNvPr>
          <p:cNvGrpSpPr/>
          <p:nvPr/>
        </p:nvGrpSpPr>
        <p:grpSpPr>
          <a:xfrm rot="968941">
            <a:off x="3704909" y="2358578"/>
            <a:ext cx="6706659" cy="3797671"/>
            <a:chOff x="3704909" y="2358578"/>
            <a:chExt cx="6706659" cy="3797671"/>
          </a:xfrm>
        </p:grpSpPr>
        <p:grpSp>
          <p:nvGrpSpPr>
            <p:cNvPr id="56" name="Csoportba foglalás 55">
              <a:extLst>
                <a:ext uri="{FF2B5EF4-FFF2-40B4-BE49-F238E27FC236}">
                  <a16:creationId xmlns:a16="http://schemas.microsoft.com/office/drawing/2014/main" id="{9DF7F510-DD97-6131-C7DF-AEF32790C5BA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98" name="Csoportba foglalás 97">
                <a:extLst>
                  <a:ext uri="{FF2B5EF4-FFF2-40B4-BE49-F238E27FC236}">
                    <a16:creationId xmlns:a16="http://schemas.microsoft.com/office/drawing/2014/main" id="{EADF9FA9-B791-FFFD-813F-562970DE7963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01" name="Derékszögű háromszög 100">
                  <a:extLst>
                    <a:ext uri="{FF2B5EF4-FFF2-40B4-BE49-F238E27FC236}">
                      <a16:creationId xmlns:a16="http://schemas.microsoft.com/office/drawing/2014/main" id="{ED758DBA-B8F6-0985-1377-0F333A9A539A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Derékszögű háromszög 101">
                  <a:extLst>
                    <a:ext uri="{FF2B5EF4-FFF2-40B4-BE49-F238E27FC236}">
                      <a16:creationId xmlns:a16="http://schemas.microsoft.com/office/drawing/2014/main" id="{CA68A43A-6899-D94B-F6C7-C5E5BA39E3DB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3" name="Téglalap 15">
                  <a:extLst>
                    <a:ext uri="{FF2B5EF4-FFF2-40B4-BE49-F238E27FC236}">
                      <a16:creationId xmlns:a16="http://schemas.microsoft.com/office/drawing/2014/main" id="{C14DEB90-6F90-FA97-A9BD-9901BF8A1864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04" name="Folyamatábra: Tárolt adat 17">
                  <a:extLst>
                    <a:ext uri="{FF2B5EF4-FFF2-40B4-BE49-F238E27FC236}">
                      <a16:creationId xmlns:a16="http://schemas.microsoft.com/office/drawing/2014/main" id="{2A8A5997-3CCC-894E-7DB0-87DB5730BCF0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Derékszögű háromszög 104">
                  <a:extLst>
                    <a:ext uri="{FF2B5EF4-FFF2-40B4-BE49-F238E27FC236}">
                      <a16:creationId xmlns:a16="http://schemas.microsoft.com/office/drawing/2014/main" id="{91047395-6CEB-8B73-1BE7-CB5E36DC4523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Kivonás jele 105">
                  <a:extLst>
                    <a:ext uri="{FF2B5EF4-FFF2-40B4-BE49-F238E27FC236}">
                      <a16:creationId xmlns:a16="http://schemas.microsoft.com/office/drawing/2014/main" id="{637879CC-5582-2C56-E1E7-44F377DB7D51}"/>
                    </a:ext>
                  </a:extLst>
                </p:cNvPr>
                <p:cNvSpPr/>
                <p:nvPr/>
              </p:nvSpPr>
              <p:spPr>
                <a:xfrm rot="5400000">
                  <a:off x="4105290" y="437276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Ellipszis 106">
                  <a:extLst>
                    <a:ext uri="{FF2B5EF4-FFF2-40B4-BE49-F238E27FC236}">
                      <a16:creationId xmlns:a16="http://schemas.microsoft.com/office/drawing/2014/main" id="{38384708-B5DC-BD30-F7A6-E6ADCB25E75E}"/>
                    </a:ext>
                  </a:extLst>
                </p:cNvPr>
                <p:cNvSpPr/>
                <p:nvPr/>
              </p:nvSpPr>
              <p:spPr>
                <a:xfrm>
                  <a:off x="4248761" y="4639767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Ellipszis 107">
                  <a:extLst>
                    <a:ext uri="{FF2B5EF4-FFF2-40B4-BE49-F238E27FC236}">
                      <a16:creationId xmlns:a16="http://schemas.microsoft.com/office/drawing/2014/main" id="{AE97B8C2-823F-611B-60BC-69A6DB97E413}"/>
                    </a:ext>
                  </a:extLst>
                </p:cNvPr>
                <p:cNvSpPr/>
                <p:nvPr/>
              </p:nvSpPr>
              <p:spPr>
                <a:xfrm>
                  <a:off x="7828253" y="4608556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Kivonás jele 109">
                  <a:extLst>
                    <a:ext uri="{FF2B5EF4-FFF2-40B4-BE49-F238E27FC236}">
                      <a16:creationId xmlns:a16="http://schemas.microsoft.com/office/drawing/2014/main" id="{A6B2B8E8-D174-FF34-1AA8-B510F7648E0C}"/>
                    </a:ext>
                  </a:extLst>
                </p:cNvPr>
                <p:cNvSpPr/>
                <p:nvPr/>
              </p:nvSpPr>
              <p:spPr>
                <a:xfrm rot="5400000">
                  <a:off x="7340888" y="4352518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Ellipszis 110">
                  <a:extLst>
                    <a:ext uri="{FF2B5EF4-FFF2-40B4-BE49-F238E27FC236}">
                      <a16:creationId xmlns:a16="http://schemas.microsoft.com/office/drawing/2014/main" id="{C12D1202-9EC8-4399-32AB-3D5A9EF816C8}"/>
                    </a:ext>
                  </a:extLst>
                </p:cNvPr>
                <p:cNvSpPr/>
                <p:nvPr/>
              </p:nvSpPr>
              <p:spPr>
                <a:xfrm>
                  <a:off x="7488760" y="4599487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Romboid 111">
                  <a:extLst>
                    <a:ext uri="{FF2B5EF4-FFF2-40B4-BE49-F238E27FC236}">
                      <a16:creationId xmlns:a16="http://schemas.microsoft.com/office/drawing/2014/main" id="{42B123C4-9801-8F2C-612F-EDCA495EFBAE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3" name="Téglalap 112">
                  <a:extLst>
                    <a:ext uri="{FF2B5EF4-FFF2-40B4-BE49-F238E27FC236}">
                      <a16:creationId xmlns:a16="http://schemas.microsoft.com/office/drawing/2014/main" id="{386E7376-9981-B326-413E-68379AD2672B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4" name="Téglalap: lekerekített 113">
                  <a:extLst>
                    <a:ext uri="{FF2B5EF4-FFF2-40B4-BE49-F238E27FC236}">
                      <a16:creationId xmlns:a16="http://schemas.microsoft.com/office/drawing/2014/main" id="{863277D0-E709-BCDF-AB27-F4BF2A228969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5" name="Téglalap: lekerekített 114">
                  <a:extLst>
                    <a:ext uri="{FF2B5EF4-FFF2-40B4-BE49-F238E27FC236}">
                      <a16:creationId xmlns:a16="http://schemas.microsoft.com/office/drawing/2014/main" id="{DCAD135C-FA81-500C-9AE7-A838D566F7D4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6" name="Téglalap: lekerekített 115">
                  <a:extLst>
                    <a:ext uri="{FF2B5EF4-FFF2-40B4-BE49-F238E27FC236}">
                      <a16:creationId xmlns:a16="http://schemas.microsoft.com/office/drawing/2014/main" id="{B274228C-9F02-BE5B-5346-4F9E54D670D4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7" name="Téglalap: lekerekített 116">
                  <a:extLst>
                    <a:ext uri="{FF2B5EF4-FFF2-40B4-BE49-F238E27FC236}">
                      <a16:creationId xmlns:a16="http://schemas.microsoft.com/office/drawing/2014/main" id="{304D19EA-5080-9A9E-48DD-97745CFC9984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8" name="Téglalap: lekerekített 117">
                  <a:extLst>
                    <a:ext uri="{FF2B5EF4-FFF2-40B4-BE49-F238E27FC236}">
                      <a16:creationId xmlns:a16="http://schemas.microsoft.com/office/drawing/2014/main" id="{6413DC2E-EDDC-8A51-FF58-ED0D8803938C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9" name="Téglalap: lekerekített 118">
                  <a:extLst>
                    <a:ext uri="{FF2B5EF4-FFF2-40B4-BE49-F238E27FC236}">
                      <a16:creationId xmlns:a16="http://schemas.microsoft.com/office/drawing/2014/main" id="{CE64AF5C-E314-CF86-AB67-81FDCB685A2C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99" name="Picture 2" descr="Forráskép megtekintése">
                <a:extLst>
                  <a:ext uri="{FF2B5EF4-FFF2-40B4-BE49-F238E27FC236}">
                    <a16:creationId xmlns:a16="http://schemas.microsoft.com/office/drawing/2014/main" id="{46ABEBB8-E091-B49C-3CBC-F7CDE218F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0" name="Picture 6" descr="Forráskép megtekintése">
                <a:extLst>
                  <a:ext uri="{FF2B5EF4-FFF2-40B4-BE49-F238E27FC236}">
                    <a16:creationId xmlns:a16="http://schemas.microsoft.com/office/drawing/2014/main" id="{25E3B849-9F7F-63F5-72CC-4C879085D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7" name="Csoportba foglalás 56">
              <a:extLst>
                <a:ext uri="{FF2B5EF4-FFF2-40B4-BE49-F238E27FC236}">
                  <a16:creationId xmlns:a16="http://schemas.microsoft.com/office/drawing/2014/main" id="{33F7A603-5E80-222A-AA70-21098BD14999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86" name="Csoportba foglalás 85">
                <a:extLst>
                  <a:ext uri="{FF2B5EF4-FFF2-40B4-BE49-F238E27FC236}">
                    <a16:creationId xmlns:a16="http://schemas.microsoft.com/office/drawing/2014/main" id="{E48DBD56-B29E-EB0A-AC5D-B975FCDAC905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89" name="Henger 88">
                  <a:extLst>
                    <a:ext uri="{FF2B5EF4-FFF2-40B4-BE49-F238E27FC236}">
                      <a16:creationId xmlns:a16="http://schemas.microsoft.com/office/drawing/2014/main" id="{C8D1030A-3486-BA26-67C2-CA4A9B1BA5C8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0" name="Ellipszis 89">
                  <a:extLst>
                    <a:ext uri="{FF2B5EF4-FFF2-40B4-BE49-F238E27FC236}">
                      <a16:creationId xmlns:a16="http://schemas.microsoft.com/office/drawing/2014/main" id="{89F14BA5-C1CD-110E-E312-13C9E0723122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1" name="Téglalap 90">
                  <a:extLst>
                    <a:ext uri="{FF2B5EF4-FFF2-40B4-BE49-F238E27FC236}">
                      <a16:creationId xmlns:a16="http://schemas.microsoft.com/office/drawing/2014/main" id="{75F03FEB-B7D7-73AE-0FF5-4978F58E9D89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2" name="Ellipszis 91">
                  <a:extLst>
                    <a:ext uri="{FF2B5EF4-FFF2-40B4-BE49-F238E27FC236}">
                      <a16:creationId xmlns:a16="http://schemas.microsoft.com/office/drawing/2014/main" id="{50953A9F-27CA-4D07-EBFB-13A0FEE04220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93" name="Egyenes összekötő 92">
                  <a:extLst>
                    <a:ext uri="{FF2B5EF4-FFF2-40B4-BE49-F238E27FC236}">
                      <a16:creationId xmlns:a16="http://schemas.microsoft.com/office/drawing/2014/main" id="{F2BDD523-52AB-B3CA-3982-7722B4F953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Egyenes összekötő 93">
                  <a:extLst>
                    <a:ext uri="{FF2B5EF4-FFF2-40B4-BE49-F238E27FC236}">
                      <a16:creationId xmlns:a16="http://schemas.microsoft.com/office/drawing/2014/main" id="{C4335EC5-B331-437A-B149-38CA774AFA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Egyenes összekötő 94">
                  <a:extLst>
                    <a:ext uri="{FF2B5EF4-FFF2-40B4-BE49-F238E27FC236}">
                      <a16:creationId xmlns:a16="http://schemas.microsoft.com/office/drawing/2014/main" id="{532EE769-9B68-01CF-CBB0-A2CB589DA7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Egyenes összekötő 95">
                  <a:extLst>
                    <a:ext uri="{FF2B5EF4-FFF2-40B4-BE49-F238E27FC236}">
                      <a16:creationId xmlns:a16="http://schemas.microsoft.com/office/drawing/2014/main" id="{D8C54591-5FE6-9C87-E3C4-9937ED0BA29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7" name="Ellipszis 96">
                  <a:extLst>
                    <a:ext uri="{FF2B5EF4-FFF2-40B4-BE49-F238E27FC236}">
                      <a16:creationId xmlns:a16="http://schemas.microsoft.com/office/drawing/2014/main" id="{A768826F-2B98-BD12-EA05-CA504D661547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87" name="Egyenes összekötő 86">
                <a:extLst>
                  <a:ext uri="{FF2B5EF4-FFF2-40B4-BE49-F238E27FC236}">
                    <a16:creationId xmlns:a16="http://schemas.microsoft.com/office/drawing/2014/main" id="{A1A17AF7-9ABC-6868-3C41-96E56AF11D5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8" name="Egyenes összekötő 87">
                <a:extLst>
                  <a:ext uri="{FF2B5EF4-FFF2-40B4-BE49-F238E27FC236}">
                    <a16:creationId xmlns:a16="http://schemas.microsoft.com/office/drawing/2014/main" id="{EAF251D8-F815-CA6C-064B-53907E2B1C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8" name="Csoportba foglalás 57">
              <a:extLst>
                <a:ext uri="{FF2B5EF4-FFF2-40B4-BE49-F238E27FC236}">
                  <a16:creationId xmlns:a16="http://schemas.microsoft.com/office/drawing/2014/main" id="{0C14753D-A413-BE2F-E3D8-B967E2E1D062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76" name="Henger 75">
                <a:extLst>
                  <a:ext uri="{FF2B5EF4-FFF2-40B4-BE49-F238E27FC236}">
                    <a16:creationId xmlns:a16="http://schemas.microsoft.com/office/drawing/2014/main" id="{A06E8D1D-23A2-BACF-5AB8-660E5F094D28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7" name="Csoportba foglalás 76">
                <a:extLst>
                  <a:ext uri="{FF2B5EF4-FFF2-40B4-BE49-F238E27FC236}">
                    <a16:creationId xmlns:a16="http://schemas.microsoft.com/office/drawing/2014/main" id="{5824CDF9-A4FD-23E0-5959-3590D106A554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79" name="Ellipszis 78">
                  <a:extLst>
                    <a:ext uri="{FF2B5EF4-FFF2-40B4-BE49-F238E27FC236}">
                      <a16:creationId xmlns:a16="http://schemas.microsoft.com/office/drawing/2014/main" id="{61C336F6-9703-844B-6DDF-DD4971DA4C0D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Ellipszis 79">
                  <a:extLst>
                    <a:ext uri="{FF2B5EF4-FFF2-40B4-BE49-F238E27FC236}">
                      <a16:creationId xmlns:a16="http://schemas.microsoft.com/office/drawing/2014/main" id="{A5849D50-3D5F-30BC-D3B6-233A53942220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1" name="Egyenes összekötő 80">
                  <a:extLst>
                    <a:ext uri="{FF2B5EF4-FFF2-40B4-BE49-F238E27FC236}">
                      <a16:creationId xmlns:a16="http://schemas.microsoft.com/office/drawing/2014/main" id="{4579DC60-14FC-FFEC-40EF-8D1A524D97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Egyenes összekötő 81">
                  <a:extLst>
                    <a:ext uri="{FF2B5EF4-FFF2-40B4-BE49-F238E27FC236}">
                      <a16:creationId xmlns:a16="http://schemas.microsoft.com/office/drawing/2014/main" id="{58F631DF-71C7-8F77-D60E-BD9B0B905B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Egyenes összekötő 82">
                  <a:extLst>
                    <a:ext uri="{FF2B5EF4-FFF2-40B4-BE49-F238E27FC236}">
                      <a16:creationId xmlns:a16="http://schemas.microsoft.com/office/drawing/2014/main" id="{A79DEB2C-129F-7BEF-BF80-DFFA593588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Egyenes összekötő 83">
                  <a:extLst>
                    <a:ext uri="{FF2B5EF4-FFF2-40B4-BE49-F238E27FC236}">
                      <a16:creationId xmlns:a16="http://schemas.microsoft.com/office/drawing/2014/main" id="{996A2763-5C7C-9B04-187A-DBD6ECF32C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85" name="Ellipszis 84">
                  <a:extLst>
                    <a:ext uri="{FF2B5EF4-FFF2-40B4-BE49-F238E27FC236}">
                      <a16:creationId xmlns:a16="http://schemas.microsoft.com/office/drawing/2014/main" id="{B4949B54-1080-B17E-159F-550E8D0ECA1E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8" name="Téglalap 77">
                <a:extLst>
                  <a:ext uri="{FF2B5EF4-FFF2-40B4-BE49-F238E27FC236}">
                    <a16:creationId xmlns:a16="http://schemas.microsoft.com/office/drawing/2014/main" id="{D76A2B8C-B8DF-71AC-EBCA-1524915CA1E9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9" name="Csoportba foglalás 58">
              <a:extLst>
                <a:ext uri="{FF2B5EF4-FFF2-40B4-BE49-F238E27FC236}">
                  <a16:creationId xmlns:a16="http://schemas.microsoft.com/office/drawing/2014/main" id="{42EA5C11-1D00-9215-C5A5-3E335A056D81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60" name="Csoportba foglalás 59">
                <a:extLst>
                  <a:ext uri="{FF2B5EF4-FFF2-40B4-BE49-F238E27FC236}">
                    <a16:creationId xmlns:a16="http://schemas.microsoft.com/office/drawing/2014/main" id="{C21668FC-1F56-93CB-7164-570CC1E2FE27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68" name="Henger 67">
                  <a:extLst>
                    <a:ext uri="{FF2B5EF4-FFF2-40B4-BE49-F238E27FC236}">
                      <a16:creationId xmlns:a16="http://schemas.microsoft.com/office/drawing/2014/main" id="{FF063C2E-DAE5-221C-7801-AEBB1E77D79A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ADA04EF2-65F2-0A31-006D-8C109851C5AF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0" name="Ív 69">
                  <a:extLst>
                    <a:ext uri="{FF2B5EF4-FFF2-40B4-BE49-F238E27FC236}">
                      <a16:creationId xmlns:a16="http://schemas.microsoft.com/office/drawing/2014/main" id="{670C6AF4-47F6-BEDF-996D-2EEFED9EB6F6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71" name="Picture 2" descr="Forráskép megtekintése">
                  <a:extLst>
                    <a:ext uri="{FF2B5EF4-FFF2-40B4-BE49-F238E27FC236}">
                      <a16:creationId xmlns:a16="http://schemas.microsoft.com/office/drawing/2014/main" id="{A6C730FC-412F-0441-5A55-049CF6A9DA1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72" name="Téglalap 71">
                  <a:extLst>
                    <a:ext uri="{FF2B5EF4-FFF2-40B4-BE49-F238E27FC236}">
                      <a16:creationId xmlns:a16="http://schemas.microsoft.com/office/drawing/2014/main" id="{5B90114B-6742-08D3-6766-504B10FC5E58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3" name="Csillag: 4 ágú 72">
                  <a:extLst>
                    <a:ext uri="{FF2B5EF4-FFF2-40B4-BE49-F238E27FC236}">
                      <a16:creationId xmlns:a16="http://schemas.microsoft.com/office/drawing/2014/main" id="{FA3BBA26-A7A2-092D-DE89-40DA9C58CAD2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Szabadkézi sokszög: alakzat 73">
                  <a:extLst>
                    <a:ext uri="{FF2B5EF4-FFF2-40B4-BE49-F238E27FC236}">
                      <a16:creationId xmlns:a16="http://schemas.microsoft.com/office/drawing/2014/main" id="{600F9270-D0AD-70E4-647D-E64EA351B0A0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Ellipszis 74">
                  <a:extLst>
                    <a:ext uri="{FF2B5EF4-FFF2-40B4-BE49-F238E27FC236}">
                      <a16:creationId xmlns:a16="http://schemas.microsoft.com/office/drawing/2014/main" id="{0732B3F8-36A7-7FFC-DCA0-43DE83B7FFB5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61" name="Ellipszis 60">
                <a:extLst>
                  <a:ext uri="{FF2B5EF4-FFF2-40B4-BE49-F238E27FC236}">
                    <a16:creationId xmlns:a16="http://schemas.microsoft.com/office/drawing/2014/main" id="{FC130F8D-BFC6-A84F-1D26-4F3DD84203EB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2" name="Ellipszis 61">
                <a:extLst>
                  <a:ext uri="{FF2B5EF4-FFF2-40B4-BE49-F238E27FC236}">
                    <a16:creationId xmlns:a16="http://schemas.microsoft.com/office/drawing/2014/main" id="{2116B946-D7FB-BC30-3A88-52AFD11A5D2B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A4F61205-E354-E677-0B0C-33A760E6CB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4" name="Ellipszis 63">
                <a:extLst>
                  <a:ext uri="{FF2B5EF4-FFF2-40B4-BE49-F238E27FC236}">
                    <a16:creationId xmlns:a16="http://schemas.microsoft.com/office/drawing/2014/main" id="{B9D3A702-A3F4-0595-87DE-0A198175B7CB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5" name="Ellipszis 64">
                <a:extLst>
                  <a:ext uri="{FF2B5EF4-FFF2-40B4-BE49-F238E27FC236}">
                    <a16:creationId xmlns:a16="http://schemas.microsoft.com/office/drawing/2014/main" id="{8E30B96A-7C62-6E58-BFF0-9F7C930AD1D7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66" name="Kép 65">
                <a:extLst>
                  <a:ext uri="{FF2B5EF4-FFF2-40B4-BE49-F238E27FC236}">
                    <a16:creationId xmlns:a16="http://schemas.microsoft.com/office/drawing/2014/main" id="{1B3E05A9-51ED-AF29-EB64-7D2EBE7A53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506AD671-0294-15E3-5D41-8CD95407A97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20" name="Csillag: 5 ágú 119">
            <a:extLst>
              <a:ext uri="{FF2B5EF4-FFF2-40B4-BE49-F238E27FC236}">
                <a16:creationId xmlns:a16="http://schemas.microsoft.com/office/drawing/2014/main" id="{5BCA2F09-F1B9-96F3-C6E2-2123F2AAADF0}"/>
              </a:ext>
            </a:extLst>
          </p:cNvPr>
          <p:cNvSpPr/>
          <p:nvPr/>
        </p:nvSpPr>
        <p:spPr>
          <a:xfrm>
            <a:off x="11478638" y="1728924"/>
            <a:ext cx="282987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4059D370-F309-BE03-60C8-BCDD8FBA8F97}"/>
              </a:ext>
            </a:extLst>
          </p:cNvPr>
          <p:cNvSpPr/>
          <p:nvPr/>
        </p:nvSpPr>
        <p:spPr>
          <a:xfrm>
            <a:off x="1785776" y="379949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Felhő 121">
            <a:extLst>
              <a:ext uri="{FF2B5EF4-FFF2-40B4-BE49-F238E27FC236}">
                <a16:creationId xmlns:a16="http://schemas.microsoft.com/office/drawing/2014/main" id="{D84775BD-F971-FCF4-35CE-F4A13F1DDEB0}"/>
              </a:ext>
            </a:extLst>
          </p:cNvPr>
          <p:cNvSpPr/>
          <p:nvPr/>
        </p:nvSpPr>
        <p:spPr>
          <a:xfrm>
            <a:off x="2804167" y="1949625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Felhő 122">
            <a:extLst>
              <a:ext uri="{FF2B5EF4-FFF2-40B4-BE49-F238E27FC236}">
                <a16:creationId xmlns:a16="http://schemas.microsoft.com/office/drawing/2014/main" id="{C30731A7-8292-7C92-B182-B971863FA20D}"/>
              </a:ext>
            </a:extLst>
          </p:cNvPr>
          <p:cNvSpPr/>
          <p:nvPr/>
        </p:nvSpPr>
        <p:spPr>
          <a:xfrm>
            <a:off x="4047320" y="920381"/>
            <a:ext cx="2376367" cy="139333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Felhő 123">
            <a:extLst>
              <a:ext uri="{FF2B5EF4-FFF2-40B4-BE49-F238E27FC236}">
                <a16:creationId xmlns:a16="http://schemas.microsoft.com/office/drawing/2014/main" id="{0A37A791-5E8F-E647-8089-83C66A0DAE6C}"/>
              </a:ext>
            </a:extLst>
          </p:cNvPr>
          <p:cNvSpPr/>
          <p:nvPr/>
        </p:nvSpPr>
        <p:spPr>
          <a:xfrm>
            <a:off x="567165" y="2055475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Felhő 135">
            <a:extLst>
              <a:ext uri="{FF2B5EF4-FFF2-40B4-BE49-F238E27FC236}">
                <a16:creationId xmlns:a16="http://schemas.microsoft.com/office/drawing/2014/main" id="{129119FC-843E-4DE8-9282-3C7F5198C4E2}"/>
              </a:ext>
            </a:extLst>
          </p:cNvPr>
          <p:cNvSpPr/>
          <p:nvPr/>
        </p:nvSpPr>
        <p:spPr>
          <a:xfrm>
            <a:off x="453205" y="531631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Felhő 136">
            <a:extLst>
              <a:ext uri="{FF2B5EF4-FFF2-40B4-BE49-F238E27FC236}">
                <a16:creationId xmlns:a16="http://schemas.microsoft.com/office/drawing/2014/main" id="{C44CCFD0-43D3-465A-839D-76CF9F973648}"/>
              </a:ext>
            </a:extLst>
          </p:cNvPr>
          <p:cNvSpPr/>
          <p:nvPr/>
        </p:nvSpPr>
        <p:spPr>
          <a:xfrm>
            <a:off x="1499922" y="2283762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Felhő 137">
            <a:extLst>
              <a:ext uri="{FF2B5EF4-FFF2-40B4-BE49-F238E27FC236}">
                <a16:creationId xmlns:a16="http://schemas.microsoft.com/office/drawing/2014/main" id="{7981C86E-94EF-4613-A5D1-C8CC0558666D}"/>
              </a:ext>
            </a:extLst>
          </p:cNvPr>
          <p:cNvSpPr/>
          <p:nvPr/>
        </p:nvSpPr>
        <p:spPr>
          <a:xfrm>
            <a:off x="137712" y="3076100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Felhő 138">
            <a:extLst>
              <a:ext uri="{FF2B5EF4-FFF2-40B4-BE49-F238E27FC236}">
                <a16:creationId xmlns:a16="http://schemas.microsoft.com/office/drawing/2014/main" id="{42E4C168-6DC9-4FFF-B5DD-44EBB3F767C3}"/>
              </a:ext>
            </a:extLst>
          </p:cNvPr>
          <p:cNvSpPr/>
          <p:nvPr/>
        </p:nvSpPr>
        <p:spPr>
          <a:xfrm>
            <a:off x="1070469" y="3304387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0713458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51890720-98D9-4E48-9D71-D6F0A781BA29}"/>
              </a:ext>
            </a:extLst>
          </p:cNvPr>
          <p:cNvSpPr/>
          <p:nvPr/>
        </p:nvSpPr>
        <p:spPr>
          <a:xfrm>
            <a:off x="7337369" y="466276"/>
            <a:ext cx="392914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1CB3CD5C-380F-4DDB-86E1-A7D5D6F64A7A}"/>
              </a:ext>
            </a:extLst>
          </p:cNvPr>
          <p:cNvSpPr/>
          <p:nvPr/>
        </p:nvSpPr>
        <p:spPr>
          <a:xfrm>
            <a:off x="9232368" y="855492"/>
            <a:ext cx="515080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57AF9371-E154-4F4B-9DDD-7F266BF6669A}"/>
              </a:ext>
            </a:extLst>
          </p:cNvPr>
          <p:cNvSpPr/>
          <p:nvPr/>
        </p:nvSpPr>
        <p:spPr>
          <a:xfrm>
            <a:off x="8288542" y="1462507"/>
            <a:ext cx="308402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8FBD0846-418B-49CC-931E-34EEF1FB6D08}"/>
              </a:ext>
            </a:extLst>
          </p:cNvPr>
          <p:cNvSpPr/>
          <p:nvPr/>
        </p:nvSpPr>
        <p:spPr>
          <a:xfrm>
            <a:off x="10242725" y="696913"/>
            <a:ext cx="392914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08C4FBB0-2873-4D8F-8311-6391EEB25B43}"/>
              </a:ext>
            </a:extLst>
          </p:cNvPr>
          <p:cNvSpPr/>
          <p:nvPr/>
        </p:nvSpPr>
        <p:spPr>
          <a:xfrm>
            <a:off x="10346175" y="1572646"/>
            <a:ext cx="374725" cy="308912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" name="Csoportba foglalás 7">
            <a:extLst>
              <a:ext uri="{FF2B5EF4-FFF2-40B4-BE49-F238E27FC236}">
                <a16:creationId xmlns:a16="http://schemas.microsoft.com/office/drawing/2014/main" id="{6B492A54-F0EF-4BA1-94BA-41BDD2C7C595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9" name="Henger 8">
              <a:extLst>
                <a:ext uri="{FF2B5EF4-FFF2-40B4-BE49-F238E27FC236}">
                  <a16:creationId xmlns:a16="http://schemas.microsoft.com/office/drawing/2014/main" id="{F2C413A5-6ADB-401D-AEAE-714E41FA8778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0" name="Csoportba foglalás 9">
              <a:extLst>
                <a:ext uri="{FF2B5EF4-FFF2-40B4-BE49-F238E27FC236}">
                  <a16:creationId xmlns:a16="http://schemas.microsoft.com/office/drawing/2014/main" id="{9DE9038B-EFFD-4BF9-9F49-28E7F9264938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2" name="Ellipszis 11">
                <a:extLst>
                  <a:ext uri="{FF2B5EF4-FFF2-40B4-BE49-F238E27FC236}">
                    <a16:creationId xmlns:a16="http://schemas.microsoft.com/office/drawing/2014/main" id="{1960600B-D1A5-4FD7-93D8-A26C002CBABB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" name="Ellipszis 12">
                <a:extLst>
                  <a:ext uri="{FF2B5EF4-FFF2-40B4-BE49-F238E27FC236}">
                    <a16:creationId xmlns:a16="http://schemas.microsoft.com/office/drawing/2014/main" id="{61EB5D87-1399-4EB8-8829-A4E7BA039AA7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CF784DF9-D982-405D-94D7-0AA77B528D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F26B6736-1F48-4326-86B2-076975E170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9ECFBFB7-CC87-4EEB-A624-F2803E85AEC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5118F990-44F5-4806-8E35-1D07F25C9C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8" name="Ellipszis 17">
                <a:extLst>
                  <a:ext uri="{FF2B5EF4-FFF2-40B4-BE49-F238E27FC236}">
                    <a16:creationId xmlns:a16="http://schemas.microsoft.com/office/drawing/2014/main" id="{2F8ADCFF-D2CA-4B0E-A59E-0BB9F4948B87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" name="Téglalap 10">
              <a:extLst>
                <a:ext uri="{FF2B5EF4-FFF2-40B4-BE49-F238E27FC236}">
                  <a16:creationId xmlns:a16="http://schemas.microsoft.com/office/drawing/2014/main" id="{CDEE1D59-CB23-467F-A2B5-EC6B1D42ACB1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9" name="Téglalap 18">
            <a:extLst>
              <a:ext uri="{FF2B5EF4-FFF2-40B4-BE49-F238E27FC236}">
                <a16:creationId xmlns:a16="http://schemas.microsoft.com/office/drawing/2014/main" id="{95F972AF-EBCA-400F-B699-003BF74C817C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0" name="Csoportba foglalás 19">
            <a:extLst>
              <a:ext uri="{FF2B5EF4-FFF2-40B4-BE49-F238E27FC236}">
                <a16:creationId xmlns:a16="http://schemas.microsoft.com/office/drawing/2014/main" id="{A34169C5-9A48-4020-AB43-4FE7752DACF4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1" name="Csoportba foglalás 20">
              <a:extLst>
                <a:ext uri="{FF2B5EF4-FFF2-40B4-BE49-F238E27FC236}">
                  <a16:creationId xmlns:a16="http://schemas.microsoft.com/office/drawing/2014/main" id="{6B488A64-5746-4578-B916-5CF7175A84F5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4" name="Henger 23">
                <a:extLst>
                  <a:ext uri="{FF2B5EF4-FFF2-40B4-BE49-F238E27FC236}">
                    <a16:creationId xmlns:a16="http://schemas.microsoft.com/office/drawing/2014/main" id="{CA142E4E-B4AB-4EEA-B8CB-DB8D26BA3A6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" name="Ellipszis 24">
                <a:extLst>
                  <a:ext uri="{FF2B5EF4-FFF2-40B4-BE49-F238E27FC236}">
                    <a16:creationId xmlns:a16="http://schemas.microsoft.com/office/drawing/2014/main" id="{5CE582BF-BE8E-4E97-942B-EB97DC876B95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6" name="Téglalap 25">
                <a:extLst>
                  <a:ext uri="{FF2B5EF4-FFF2-40B4-BE49-F238E27FC236}">
                    <a16:creationId xmlns:a16="http://schemas.microsoft.com/office/drawing/2014/main" id="{DB887EEC-F9F7-43E0-9C8B-D21EFB34D86C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4091FB18-F0DC-415C-A9AD-8E372C309DB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EBB5C9B0-72B9-4361-9652-EC292EDF0C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5363216E-2FB9-4D00-B38E-B10DC93E809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C6DD8CA7-0D7C-4F84-8BFA-F539922A11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6185E02D-AC76-4798-B899-914953C067E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2" name="Ellipszis 31">
                <a:extLst>
                  <a:ext uri="{FF2B5EF4-FFF2-40B4-BE49-F238E27FC236}">
                    <a16:creationId xmlns:a16="http://schemas.microsoft.com/office/drawing/2014/main" id="{2FFFABF0-D401-4C40-B1B7-9D3707CF38F2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2" name="Egyenes összekötő 21">
              <a:extLst>
                <a:ext uri="{FF2B5EF4-FFF2-40B4-BE49-F238E27FC236}">
                  <a16:creationId xmlns:a16="http://schemas.microsoft.com/office/drawing/2014/main" id="{16532B62-EC06-4E60-AF58-4DED4BA3FEB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3" name="Egyenes összekötő 22">
              <a:extLst>
                <a:ext uri="{FF2B5EF4-FFF2-40B4-BE49-F238E27FC236}">
                  <a16:creationId xmlns:a16="http://schemas.microsoft.com/office/drawing/2014/main" id="{F3323D9B-EFC1-42A8-9096-F5C457F4C850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3" name="Téglalap 32">
            <a:extLst>
              <a:ext uri="{FF2B5EF4-FFF2-40B4-BE49-F238E27FC236}">
                <a16:creationId xmlns:a16="http://schemas.microsoft.com/office/drawing/2014/main" id="{A85682CF-EA61-4A45-8443-415822FB4236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4" name="Téglalap 33">
            <a:extLst>
              <a:ext uri="{FF2B5EF4-FFF2-40B4-BE49-F238E27FC236}">
                <a16:creationId xmlns:a16="http://schemas.microsoft.com/office/drawing/2014/main" id="{748FC464-B8FA-487F-B918-F4132A61B74C}"/>
              </a:ext>
            </a:extLst>
          </p:cNvPr>
          <p:cNvSpPr/>
          <p:nvPr/>
        </p:nvSpPr>
        <p:spPr>
          <a:xfrm>
            <a:off x="5860109" y="3958073"/>
            <a:ext cx="15804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Téglalap 34">
            <a:extLst>
              <a:ext uri="{FF2B5EF4-FFF2-40B4-BE49-F238E27FC236}">
                <a16:creationId xmlns:a16="http://schemas.microsoft.com/office/drawing/2014/main" id="{BC053BFF-4464-4412-9252-4173FA6F0098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1538A587-392B-4FA1-B7AD-CEB0FB552DB0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32F51512-779B-457B-B116-BC37F619BE4C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8" name="Csoportba foglalás 37">
            <a:extLst>
              <a:ext uri="{FF2B5EF4-FFF2-40B4-BE49-F238E27FC236}">
                <a16:creationId xmlns:a16="http://schemas.microsoft.com/office/drawing/2014/main" id="{D6DBFA05-8820-4239-B4C7-6C423B193433}"/>
              </a:ext>
            </a:extLst>
          </p:cNvPr>
          <p:cNvGrpSpPr/>
          <p:nvPr/>
        </p:nvGrpSpPr>
        <p:grpSpPr>
          <a:xfrm>
            <a:off x="5989813" y="4085204"/>
            <a:ext cx="1922054" cy="1744418"/>
            <a:chOff x="6154860" y="5305327"/>
            <a:chExt cx="1922054" cy="1744418"/>
          </a:xfrm>
        </p:grpSpPr>
        <p:grpSp>
          <p:nvGrpSpPr>
            <p:cNvPr id="39" name="Csoportba foglalás 38">
              <a:extLst>
                <a:ext uri="{FF2B5EF4-FFF2-40B4-BE49-F238E27FC236}">
                  <a16:creationId xmlns:a16="http://schemas.microsoft.com/office/drawing/2014/main" id="{25BFA960-5430-4562-95FE-8826C5C3C21E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43" name="Ellipszis 42">
                <a:extLst>
                  <a:ext uri="{FF2B5EF4-FFF2-40B4-BE49-F238E27FC236}">
                    <a16:creationId xmlns:a16="http://schemas.microsoft.com/office/drawing/2014/main" id="{EE808F51-3F25-43A7-8CB2-52A7EAE364BB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44" name="Egyenes összekötő 43">
                <a:extLst>
                  <a:ext uri="{FF2B5EF4-FFF2-40B4-BE49-F238E27FC236}">
                    <a16:creationId xmlns:a16="http://schemas.microsoft.com/office/drawing/2014/main" id="{0D50A567-69DC-4F36-8D21-A8A2ED4E1933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45" name="Egyenes összekötő 44">
                <a:extLst>
                  <a:ext uri="{FF2B5EF4-FFF2-40B4-BE49-F238E27FC236}">
                    <a16:creationId xmlns:a16="http://schemas.microsoft.com/office/drawing/2014/main" id="{828CB7E8-E0E3-4285-BAC5-CCBB8CAC39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46" name="Egyenes összekötő 45">
                <a:extLst>
                  <a:ext uri="{FF2B5EF4-FFF2-40B4-BE49-F238E27FC236}">
                    <a16:creationId xmlns:a16="http://schemas.microsoft.com/office/drawing/2014/main" id="{34ADCBE6-A96C-45F2-8B76-FD33309751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47" name="Egyenes összekötő 46">
                <a:extLst>
                  <a:ext uri="{FF2B5EF4-FFF2-40B4-BE49-F238E27FC236}">
                    <a16:creationId xmlns:a16="http://schemas.microsoft.com/office/drawing/2014/main" id="{6139ABB2-32D8-4E9C-A419-EE5F6B9522C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48" name="Egyenes összekötő 47">
                <a:extLst>
                  <a:ext uri="{FF2B5EF4-FFF2-40B4-BE49-F238E27FC236}">
                    <a16:creationId xmlns:a16="http://schemas.microsoft.com/office/drawing/2014/main" id="{D14B00CF-6BF6-4EE5-87B0-B2A53334E3D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40" name="Egyenes összekötő 39">
              <a:extLst>
                <a:ext uri="{FF2B5EF4-FFF2-40B4-BE49-F238E27FC236}">
                  <a16:creationId xmlns:a16="http://schemas.microsoft.com/office/drawing/2014/main" id="{666301F0-219F-4088-843C-B9EAF01D1A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41" name="Egyenes összekötő 40">
              <a:extLst>
                <a:ext uri="{FF2B5EF4-FFF2-40B4-BE49-F238E27FC236}">
                  <a16:creationId xmlns:a16="http://schemas.microsoft.com/office/drawing/2014/main" id="{EBE6A03D-1C64-4CD5-B562-730BA59E3E12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42" name="Egyenes összekötő 41">
              <a:extLst>
                <a:ext uri="{FF2B5EF4-FFF2-40B4-BE49-F238E27FC236}">
                  <a16:creationId xmlns:a16="http://schemas.microsoft.com/office/drawing/2014/main" id="{E0BD70CF-9F89-4E5F-8248-B9B4AC1A437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49" name="Csoportba foglalás 48">
            <a:extLst>
              <a:ext uri="{FF2B5EF4-FFF2-40B4-BE49-F238E27FC236}">
                <a16:creationId xmlns:a16="http://schemas.microsoft.com/office/drawing/2014/main" id="{23037311-386C-48AB-94AD-E8772997F1B7}"/>
              </a:ext>
            </a:extLst>
          </p:cNvPr>
          <p:cNvGrpSpPr/>
          <p:nvPr/>
        </p:nvGrpSpPr>
        <p:grpSpPr>
          <a:xfrm>
            <a:off x="12047310" y="5525772"/>
            <a:ext cx="1152739" cy="2231794"/>
            <a:chOff x="21678" y="2352425"/>
            <a:chExt cx="1152739" cy="2231794"/>
          </a:xfrm>
        </p:grpSpPr>
        <p:sp>
          <p:nvSpPr>
            <p:cNvPr id="50" name="Téglalap 49">
              <a:extLst>
                <a:ext uri="{FF2B5EF4-FFF2-40B4-BE49-F238E27FC236}">
                  <a16:creationId xmlns:a16="http://schemas.microsoft.com/office/drawing/2014/main" id="{5BC4EA4A-E70A-4A55-89A5-E4A9D617379A}"/>
                </a:ext>
              </a:extLst>
            </p:cNvPr>
            <p:cNvSpPr/>
            <p:nvPr/>
          </p:nvSpPr>
          <p:spPr>
            <a:xfrm>
              <a:off x="215900" y="3265750"/>
              <a:ext cx="576619" cy="131846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Ellipszis 50">
              <a:extLst>
                <a:ext uri="{FF2B5EF4-FFF2-40B4-BE49-F238E27FC236}">
                  <a16:creationId xmlns:a16="http://schemas.microsoft.com/office/drawing/2014/main" id="{8639ACC7-43B0-4705-99D8-2E617627A929}"/>
                </a:ext>
              </a:extLst>
            </p:cNvPr>
            <p:cNvSpPr/>
            <p:nvPr/>
          </p:nvSpPr>
          <p:spPr>
            <a:xfrm>
              <a:off x="21678" y="2979077"/>
              <a:ext cx="484811" cy="48420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>
              <a:extLst>
                <a:ext uri="{FF2B5EF4-FFF2-40B4-BE49-F238E27FC236}">
                  <a16:creationId xmlns:a16="http://schemas.microsoft.com/office/drawing/2014/main" id="{0412D36E-F805-4052-B2F7-C059E480AE39}"/>
                </a:ext>
              </a:extLst>
            </p:cNvPr>
            <p:cNvSpPr/>
            <p:nvPr/>
          </p:nvSpPr>
          <p:spPr>
            <a:xfrm>
              <a:off x="363356" y="2818754"/>
              <a:ext cx="791175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Ellipszis 52">
              <a:extLst>
                <a:ext uri="{FF2B5EF4-FFF2-40B4-BE49-F238E27FC236}">
                  <a16:creationId xmlns:a16="http://schemas.microsoft.com/office/drawing/2014/main" id="{D1889DA0-B953-4518-837E-9BE7D8655D30}"/>
                </a:ext>
              </a:extLst>
            </p:cNvPr>
            <p:cNvSpPr/>
            <p:nvPr/>
          </p:nvSpPr>
          <p:spPr>
            <a:xfrm>
              <a:off x="55070" y="2476069"/>
              <a:ext cx="576619" cy="590943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Ellipszis 53">
              <a:extLst>
                <a:ext uri="{FF2B5EF4-FFF2-40B4-BE49-F238E27FC236}">
                  <a16:creationId xmlns:a16="http://schemas.microsoft.com/office/drawing/2014/main" id="{048BAB47-D1CC-422A-9DC8-36376007E524}"/>
                </a:ext>
              </a:extLst>
            </p:cNvPr>
            <p:cNvSpPr/>
            <p:nvPr/>
          </p:nvSpPr>
          <p:spPr>
            <a:xfrm>
              <a:off x="490703" y="2352425"/>
              <a:ext cx="683714" cy="750297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5" name="Csoportba foglalás 54">
            <a:extLst>
              <a:ext uri="{FF2B5EF4-FFF2-40B4-BE49-F238E27FC236}">
                <a16:creationId xmlns:a16="http://schemas.microsoft.com/office/drawing/2014/main" id="{40083C4B-5FAE-4414-9F4F-E87B28E96D5D}"/>
              </a:ext>
            </a:extLst>
          </p:cNvPr>
          <p:cNvGrpSpPr/>
          <p:nvPr/>
        </p:nvGrpSpPr>
        <p:grpSpPr>
          <a:xfrm>
            <a:off x="8889723" y="5029468"/>
            <a:ext cx="1891113" cy="3047251"/>
            <a:chOff x="0" y="1549915"/>
            <a:chExt cx="1891113" cy="3047251"/>
          </a:xfrm>
        </p:grpSpPr>
        <p:sp>
          <p:nvSpPr>
            <p:cNvPr id="56" name="Téglalap 55">
              <a:extLst>
                <a:ext uri="{FF2B5EF4-FFF2-40B4-BE49-F238E27FC236}">
                  <a16:creationId xmlns:a16="http://schemas.microsoft.com/office/drawing/2014/main" id="{4EBECC2F-4B29-4421-B486-F47F5831E05B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Téglalap 56">
              <a:extLst>
                <a:ext uri="{FF2B5EF4-FFF2-40B4-BE49-F238E27FC236}">
                  <a16:creationId xmlns:a16="http://schemas.microsoft.com/office/drawing/2014/main" id="{A45665DA-082D-435E-9DCA-8FAA9D04C9F3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8" name="Téglalap 57">
              <a:extLst>
                <a:ext uri="{FF2B5EF4-FFF2-40B4-BE49-F238E27FC236}">
                  <a16:creationId xmlns:a16="http://schemas.microsoft.com/office/drawing/2014/main" id="{C60D9417-B4AA-4C03-99D3-9939F1D6CB1F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9" name="Háromszög 58">
              <a:extLst>
                <a:ext uri="{FF2B5EF4-FFF2-40B4-BE49-F238E27FC236}">
                  <a16:creationId xmlns:a16="http://schemas.microsoft.com/office/drawing/2014/main" id="{6ED4D239-3514-4C73-8626-E4B0BFC20DB0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60" name="Csoportba foglalás 59">
            <a:extLst>
              <a:ext uri="{FF2B5EF4-FFF2-40B4-BE49-F238E27FC236}">
                <a16:creationId xmlns:a16="http://schemas.microsoft.com/office/drawing/2014/main" id="{1B9076E9-481D-4ACD-9A74-4E2B02214EF2}"/>
              </a:ext>
            </a:extLst>
          </p:cNvPr>
          <p:cNvGrpSpPr/>
          <p:nvPr/>
        </p:nvGrpSpPr>
        <p:grpSpPr>
          <a:xfrm rot="968941">
            <a:off x="3704909" y="2358578"/>
            <a:ext cx="6706659" cy="3797671"/>
            <a:chOff x="3704909" y="2358578"/>
            <a:chExt cx="6706659" cy="3797671"/>
          </a:xfrm>
        </p:grpSpPr>
        <p:grpSp>
          <p:nvGrpSpPr>
            <p:cNvPr id="61" name="Csoportba foglalás 60">
              <a:extLst>
                <a:ext uri="{FF2B5EF4-FFF2-40B4-BE49-F238E27FC236}">
                  <a16:creationId xmlns:a16="http://schemas.microsoft.com/office/drawing/2014/main" id="{2C316ED8-3F28-4DD3-83F2-0962EF8A50D3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103" name="Csoportba foglalás 102">
                <a:extLst>
                  <a:ext uri="{FF2B5EF4-FFF2-40B4-BE49-F238E27FC236}">
                    <a16:creationId xmlns:a16="http://schemas.microsoft.com/office/drawing/2014/main" id="{BAF01326-2B6F-466F-9E11-9E15F5CFD550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106" name="Derékszögű háromszög 105">
                  <a:extLst>
                    <a:ext uri="{FF2B5EF4-FFF2-40B4-BE49-F238E27FC236}">
                      <a16:creationId xmlns:a16="http://schemas.microsoft.com/office/drawing/2014/main" id="{6C6CCFD2-1248-4B15-89C0-839F493EA9C8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Derékszögű háromszög 106">
                  <a:extLst>
                    <a:ext uri="{FF2B5EF4-FFF2-40B4-BE49-F238E27FC236}">
                      <a16:creationId xmlns:a16="http://schemas.microsoft.com/office/drawing/2014/main" id="{270197AB-9848-45C5-B45F-25C0E23B8438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Téglalap 15">
                  <a:extLst>
                    <a:ext uri="{FF2B5EF4-FFF2-40B4-BE49-F238E27FC236}">
                      <a16:creationId xmlns:a16="http://schemas.microsoft.com/office/drawing/2014/main" id="{AAA519F1-1A79-46C6-8FDB-984FFB911CCB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09" name="Folyamatábra: Tárolt adat 17">
                  <a:extLst>
                    <a:ext uri="{FF2B5EF4-FFF2-40B4-BE49-F238E27FC236}">
                      <a16:creationId xmlns:a16="http://schemas.microsoft.com/office/drawing/2014/main" id="{DC481D73-900B-4434-9654-7452154F5E95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Derékszögű háromszög 109">
                  <a:extLst>
                    <a:ext uri="{FF2B5EF4-FFF2-40B4-BE49-F238E27FC236}">
                      <a16:creationId xmlns:a16="http://schemas.microsoft.com/office/drawing/2014/main" id="{CB124301-B121-4EE2-98B4-80737BB65649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Kivonás jele 110">
                  <a:extLst>
                    <a:ext uri="{FF2B5EF4-FFF2-40B4-BE49-F238E27FC236}">
                      <a16:creationId xmlns:a16="http://schemas.microsoft.com/office/drawing/2014/main" id="{E68ACEDB-FEF0-4CB1-B776-DFF08B98D142}"/>
                    </a:ext>
                  </a:extLst>
                </p:cNvPr>
                <p:cNvSpPr/>
                <p:nvPr/>
              </p:nvSpPr>
              <p:spPr>
                <a:xfrm rot="5400000">
                  <a:off x="4105290" y="4372767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Ellipszis 111">
                  <a:extLst>
                    <a:ext uri="{FF2B5EF4-FFF2-40B4-BE49-F238E27FC236}">
                      <a16:creationId xmlns:a16="http://schemas.microsoft.com/office/drawing/2014/main" id="{C9E8B1EE-AD00-4B63-8393-AE8B8BAF67C8}"/>
                    </a:ext>
                  </a:extLst>
                </p:cNvPr>
                <p:cNvSpPr/>
                <p:nvPr/>
              </p:nvSpPr>
              <p:spPr>
                <a:xfrm>
                  <a:off x="4248761" y="4639767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3" name="Ellipszis 112">
                  <a:extLst>
                    <a:ext uri="{FF2B5EF4-FFF2-40B4-BE49-F238E27FC236}">
                      <a16:creationId xmlns:a16="http://schemas.microsoft.com/office/drawing/2014/main" id="{6FB0BFAE-EE18-45A9-9DF9-63A15C6D7F8A}"/>
                    </a:ext>
                  </a:extLst>
                </p:cNvPr>
                <p:cNvSpPr/>
                <p:nvPr/>
              </p:nvSpPr>
              <p:spPr>
                <a:xfrm>
                  <a:off x="7828253" y="4608556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4" name="Kivonás jele 113">
                  <a:extLst>
                    <a:ext uri="{FF2B5EF4-FFF2-40B4-BE49-F238E27FC236}">
                      <a16:creationId xmlns:a16="http://schemas.microsoft.com/office/drawing/2014/main" id="{7FEDE796-1A03-49DF-B3B4-AA6D0103D1C7}"/>
                    </a:ext>
                  </a:extLst>
                </p:cNvPr>
                <p:cNvSpPr/>
                <p:nvPr/>
              </p:nvSpPr>
              <p:spPr>
                <a:xfrm rot="5400000">
                  <a:off x="7340888" y="4352518"/>
                  <a:ext cx="669912" cy="441532"/>
                </a:xfrm>
                <a:prstGeom prst="mathMinus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5" name="Ellipszis 114">
                  <a:extLst>
                    <a:ext uri="{FF2B5EF4-FFF2-40B4-BE49-F238E27FC236}">
                      <a16:creationId xmlns:a16="http://schemas.microsoft.com/office/drawing/2014/main" id="{1FBAA725-0BBE-4E03-BA20-03F1CFF6A2FB}"/>
                    </a:ext>
                  </a:extLst>
                </p:cNvPr>
                <p:cNvSpPr/>
                <p:nvPr/>
              </p:nvSpPr>
              <p:spPr>
                <a:xfrm>
                  <a:off x="7488760" y="4599487"/>
                  <a:ext cx="339754" cy="33975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6" name="Romboid 115">
                  <a:extLst>
                    <a:ext uri="{FF2B5EF4-FFF2-40B4-BE49-F238E27FC236}">
                      <a16:creationId xmlns:a16="http://schemas.microsoft.com/office/drawing/2014/main" id="{5436510C-7A61-4491-AF2E-8663E35579F9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7" name="Téglalap 116">
                  <a:extLst>
                    <a:ext uri="{FF2B5EF4-FFF2-40B4-BE49-F238E27FC236}">
                      <a16:creationId xmlns:a16="http://schemas.microsoft.com/office/drawing/2014/main" id="{F489EDEE-C5E0-4C6D-A8D4-E10DEB5EFFDE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8" name="Téglalap: lekerekített 117">
                  <a:extLst>
                    <a:ext uri="{FF2B5EF4-FFF2-40B4-BE49-F238E27FC236}">
                      <a16:creationId xmlns:a16="http://schemas.microsoft.com/office/drawing/2014/main" id="{68ADCD69-B16F-421E-9516-4E1FD31D1888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9" name="Téglalap: lekerekített 118">
                  <a:extLst>
                    <a:ext uri="{FF2B5EF4-FFF2-40B4-BE49-F238E27FC236}">
                      <a16:creationId xmlns:a16="http://schemas.microsoft.com/office/drawing/2014/main" id="{619A23CE-4722-4CE6-8B90-6CA1610C2856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Téglalap: lekerekített 119">
                  <a:extLst>
                    <a:ext uri="{FF2B5EF4-FFF2-40B4-BE49-F238E27FC236}">
                      <a16:creationId xmlns:a16="http://schemas.microsoft.com/office/drawing/2014/main" id="{10C264CF-5DCC-4B92-90FE-7202C1BF1581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Téglalap: lekerekített 120">
                  <a:extLst>
                    <a:ext uri="{FF2B5EF4-FFF2-40B4-BE49-F238E27FC236}">
                      <a16:creationId xmlns:a16="http://schemas.microsoft.com/office/drawing/2014/main" id="{A171B645-0DFA-45F7-9FE6-B492FF8DD76B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Téglalap: lekerekített 121">
                  <a:extLst>
                    <a:ext uri="{FF2B5EF4-FFF2-40B4-BE49-F238E27FC236}">
                      <a16:creationId xmlns:a16="http://schemas.microsoft.com/office/drawing/2014/main" id="{BA05DCF4-146F-447C-BA6A-B48E965A6AC1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Téglalap: lekerekített 122">
                  <a:extLst>
                    <a:ext uri="{FF2B5EF4-FFF2-40B4-BE49-F238E27FC236}">
                      <a16:creationId xmlns:a16="http://schemas.microsoft.com/office/drawing/2014/main" id="{A9EB3F0A-A49B-44D5-A51A-DB67B7AF56F7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104" name="Picture 2" descr="Forráskép megtekintése">
                <a:extLst>
                  <a:ext uri="{FF2B5EF4-FFF2-40B4-BE49-F238E27FC236}">
                    <a16:creationId xmlns:a16="http://schemas.microsoft.com/office/drawing/2014/main" id="{59E6AD9F-8CC6-4956-B75D-297294D1A8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5" name="Picture 6" descr="Forráskép megtekintése">
                <a:extLst>
                  <a:ext uri="{FF2B5EF4-FFF2-40B4-BE49-F238E27FC236}">
                    <a16:creationId xmlns:a16="http://schemas.microsoft.com/office/drawing/2014/main" id="{31BEA918-B657-4AC8-A66B-94351CFFE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62" name="Csoportba foglalás 61">
              <a:extLst>
                <a:ext uri="{FF2B5EF4-FFF2-40B4-BE49-F238E27FC236}">
                  <a16:creationId xmlns:a16="http://schemas.microsoft.com/office/drawing/2014/main" id="{EC64EAC5-F257-41F2-8BA3-6CE8485E783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91" name="Csoportba foglalás 90">
                <a:extLst>
                  <a:ext uri="{FF2B5EF4-FFF2-40B4-BE49-F238E27FC236}">
                    <a16:creationId xmlns:a16="http://schemas.microsoft.com/office/drawing/2014/main" id="{504EFA39-90D5-4153-A7BB-5E371FB714AB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94" name="Henger 93">
                  <a:extLst>
                    <a:ext uri="{FF2B5EF4-FFF2-40B4-BE49-F238E27FC236}">
                      <a16:creationId xmlns:a16="http://schemas.microsoft.com/office/drawing/2014/main" id="{6E643CFC-A813-40D3-9E01-D16CEE932D75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5" name="Ellipszis 94">
                  <a:extLst>
                    <a:ext uri="{FF2B5EF4-FFF2-40B4-BE49-F238E27FC236}">
                      <a16:creationId xmlns:a16="http://schemas.microsoft.com/office/drawing/2014/main" id="{A3E1E342-5B0C-4279-B54C-FED80D8ACB0A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6" name="Téglalap 95">
                  <a:extLst>
                    <a:ext uri="{FF2B5EF4-FFF2-40B4-BE49-F238E27FC236}">
                      <a16:creationId xmlns:a16="http://schemas.microsoft.com/office/drawing/2014/main" id="{BA6750DC-412D-4A87-BD14-38A6900EF77A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7" name="Ellipszis 96">
                  <a:extLst>
                    <a:ext uri="{FF2B5EF4-FFF2-40B4-BE49-F238E27FC236}">
                      <a16:creationId xmlns:a16="http://schemas.microsoft.com/office/drawing/2014/main" id="{9C0E1A1E-B4C8-48BB-A77B-903B921EBBAC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98" name="Egyenes összekötő 97">
                  <a:extLst>
                    <a:ext uri="{FF2B5EF4-FFF2-40B4-BE49-F238E27FC236}">
                      <a16:creationId xmlns:a16="http://schemas.microsoft.com/office/drawing/2014/main" id="{1CA73D8F-5455-42A6-AEB2-E9775D3914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Egyenes összekötő 98">
                  <a:extLst>
                    <a:ext uri="{FF2B5EF4-FFF2-40B4-BE49-F238E27FC236}">
                      <a16:creationId xmlns:a16="http://schemas.microsoft.com/office/drawing/2014/main" id="{E272AAD1-54A3-4C90-9F5E-4F1A831EE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Egyenes összekötő 99">
                  <a:extLst>
                    <a:ext uri="{FF2B5EF4-FFF2-40B4-BE49-F238E27FC236}">
                      <a16:creationId xmlns:a16="http://schemas.microsoft.com/office/drawing/2014/main" id="{6947366B-CA5C-419A-BA73-DE18489CF2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Egyenes összekötő 100">
                  <a:extLst>
                    <a:ext uri="{FF2B5EF4-FFF2-40B4-BE49-F238E27FC236}">
                      <a16:creationId xmlns:a16="http://schemas.microsoft.com/office/drawing/2014/main" id="{DB4A8065-CD8D-4A6B-AB6A-D4C235C2C1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102" name="Ellipszis 101">
                  <a:extLst>
                    <a:ext uri="{FF2B5EF4-FFF2-40B4-BE49-F238E27FC236}">
                      <a16:creationId xmlns:a16="http://schemas.microsoft.com/office/drawing/2014/main" id="{F7EC8F71-4DCF-4598-8233-81EEAA6E18AA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92" name="Egyenes összekötő 91">
                <a:extLst>
                  <a:ext uri="{FF2B5EF4-FFF2-40B4-BE49-F238E27FC236}">
                    <a16:creationId xmlns:a16="http://schemas.microsoft.com/office/drawing/2014/main" id="{06AB2E84-082F-4658-A8B3-AEDDE86A35A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3" name="Egyenes összekötő 92">
                <a:extLst>
                  <a:ext uri="{FF2B5EF4-FFF2-40B4-BE49-F238E27FC236}">
                    <a16:creationId xmlns:a16="http://schemas.microsoft.com/office/drawing/2014/main" id="{997209A6-7029-4839-ABC8-5E34B57ACA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63" name="Csoportba foglalás 62">
              <a:extLst>
                <a:ext uri="{FF2B5EF4-FFF2-40B4-BE49-F238E27FC236}">
                  <a16:creationId xmlns:a16="http://schemas.microsoft.com/office/drawing/2014/main" id="{46E54290-8D86-4E69-8EB9-FF1E2716850B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81" name="Henger 80">
                <a:extLst>
                  <a:ext uri="{FF2B5EF4-FFF2-40B4-BE49-F238E27FC236}">
                    <a16:creationId xmlns:a16="http://schemas.microsoft.com/office/drawing/2014/main" id="{B94808F9-257E-4FCB-B808-1B577E80359F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82" name="Csoportba foglalás 81">
                <a:extLst>
                  <a:ext uri="{FF2B5EF4-FFF2-40B4-BE49-F238E27FC236}">
                    <a16:creationId xmlns:a16="http://schemas.microsoft.com/office/drawing/2014/main" id="{F837E174-8566-4665-AB7C-10A87A2DADF7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84" name="Ellipszis 83">
                  <a:extLst>
                    <a:ext uri="{FF2B5EF4-FFF2-40B4-BE49-F238E27FC236}">
                      <a16:creationId xmlns:a16="http://schemas.microsoft.com/office/drawing/2014/main" id="{FC52AEE2-C65C-4A8C-A3D7-A0B45121F649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Ellipszis 84">
                  <a:extLst>
                    <a:ext uri="{FF2B5EF4-FFF2-40B4-BE49-F238E27FC236}">
                      <a16:creationId xmlns:a16="http://schemas.microsoft.com/office/drawing/2014/main" id="{816F9F79-77A9-4839-9840-16726B31993A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6" name="Egyenes összekötő 85">
                  <a:extLst>
                    <a:ext uri="{FF2B5EF4-FFF2-40B4-BE49-F238E27FC236}">
                      <a16:creationId xmlns:a16="http://schemas.microsoft.com/office/drawing/2014/main" id="{F0864B35-0BF8-4143-A920-18E0AD9E0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Egyenes összekötő 86">
                  <a:extLst>
                    <a:ext uri="{FF2B5EF4-FFF2-40B4-BE49-F238E27FC236}">
                      <a16:creationId xmlns:a16="http://schemas.microsoft.com/office/drawing/2014/main" id="{332434B0-5F9B-4A36-8F87-0C7E0F5A2E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0BB6F55E-88CC-49C2-9308-E84909FCEA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96582778-96FB-482A-8749-90B289A01C4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0" name="Ellipszis 89">
                  <a:extLst>
                    <a:ext uri="{FF2B5EF4-FFF2-40B4-BE49-F238E27FC236}">
                      <a16:creationId xmlns:a16="http://schemas.microsoft.com/office/drawing/2014/main" id="{E5747EAA-2A5F-4D99-83D3-4688E825EBFA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AA4FBE68-F942-4DF7-85E5-F848E8E7B2D3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4" name="Csoportba foglalás 63">
              <a:extLst>
                <a:ext uri="{FF2B5EF4-FFF2-40B4-BE49-F238E27FC236}">
                  <a16:creationId xmlns:a16="http://schemas.microsoft.com/office/drawing/2014/main" id="{1F8A3514-9040-42F4-B216-586EEB93A4AE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65" name="Csoportba foglalás 64">
                <a:extLst>
                  <a:ext uri="{FF2B5EF4-FFF2-40B4-BE49-F238E27FC236}">
                    <a16:creationId xmlns:a16="http://schemas.microsoft.com/office/drawing/2014/main" id="{ED8809E9-9D80-4788-B1E5-4906F9B24A7C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73" name="Henger 72">
                  <a:extLst>
                    <a:ext uri="{FF2B5EF4-FFF2-40B4-BE49-F238E27FC236}">
                      <a16:creationId xmlns:a16="http://schemas.microsoft.com/office/drawing/2014/main" id="{EAC30104-E00C-461A-A683-43BF3A8137AD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Ellipszis 73">
                  <a:extLst>
                    <a:ext uri="{FF2B5EF4-FFF2-40B4-BE49-F238E27FC236}">
                      <a16:creationId xmlns:a16="http://schemas.microsoft.com/office/drawing/2014/main" id="{B259F50F-C5B5-44FD-8A90-0A6F1B979D5C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5" name="Ív 74">
                  <a:extLst>
                    <a:ext uri="{FF2B5EF4-FFF2-40B4-BE49-F238E27FC236}">
                      <a16:creationId xmlns:a16="http://schemas.microsoft.com/office/drawing/2014/main" id="{4658A15C-5382-4E68-9F11-67F3C67A99C5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76" name="Picture 2" descr="Forráskép megtekintése">
                  <a:extLst>
                    <a:ext uri="{FF2B5EF4-FFF2-40B4-BE49-F238E27FC236}">
                      <a16:creationId xmlns:a16="http://schemas.microsoft.com/office/drawing/2014/main" id="{3F4054B3-13B1-416E-A1D7-188834C3A1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77" name="Téglalap 76">
                  <a:extLst>
                    <a:ext uri="{FF2B5EF4-FFF2-40B4-BE49-F238E27FC236}">
                      <a16:creationId xmlns:a16="http://schemas.microsoft.com/office/drawing/2014/main" id="{A28E1ECD-BB1D-4FAF-A5F7-6A5EE7A71045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8" name="Csillag: 4 ágú 77">
                  <a:extLst>
                    <a:ext uri="{FF2B5EF4-FFF2-40B4-BE49-F238E27FC236}">
                      <a16:creationId xmlns:a16="http://schemas.microsoft.com/office/drawing/2014/main" id="{6E371BEC-3E9A-4713-83BF-CFD99F181D3F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Szabadkézi sokszög: alakzat 78">
                  <a:extLst>
                    <a:ext uri="{FF2B5EF4-FFF2-40B4-BE49-F238E27FC236}">
                      <a16:creationId xmlns:a16="http://schemas.microsoft.com/office/drawing/2014/main" id="{67DB950F-9BFA-4C62-B16B-350FA28E8EDE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Ellipszis 79">
                  <a:extLst>
                    <a:ext uri="{FF2B5EF4-FFF2-40B4-BE49-F238E27FC236}">
                      <a16:creationId xmlns:a16="http://schemas.microsoft.com/office/drawing/2014/main" id="{8D5EF913-E498-43A9-B73C-60A4DFFE5B59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66" name="Ellipszis 65">
                <a:extLst>
                  <a:ext uri="{FF2B5EF4-FFF2-40B4-BE49-F238E27FC236}">
                    <a16:creationId xmlns:a16="http://schemas.microsoft.com/office/drawing/2014/main" id="{7266CB67-A9EF-412C-98BE-B7868DCF169D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67" name="Ellipszis 66">
                <a:extLst>
                  <a:ext uri="{FF2B5EF4-FFF2-40B4-BE49-F238E27FC236}">
                    <a16:creationId xmlns:a16="http://schemas.microsoft.com/office/drawing/2014/main" id="{5F74F954-AC13-4316-809A-E5664017681C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3809895C-8F66-4574-86BE-A1897FD3025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69" name="Ellipszis 68">
                <a:extLst>
                  <a:ext uri="{FF2B5EF4-FFF2-40B4-BE49-F238E27FC236}">
                    <a16:creationId xmlns:a16="http://schemas.microsoft.com/office/drawing/2014/main" id="{2E48E069-4311-4E84-8015-7D433E19021D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70" name="Ellipszis 69">
                <a:extLst>
                  <a:ext uri="{FF2B5EF4-FFF2-40B4-BE49-F238E27FC236}">
                    <a16:creationId xmlns:a16="http://schemas.microsoft.com/office/drawing/2014/main" id="{CA1A1F89-E380-443D-8D41-F427332B9DFD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71" name="Kép 70">
                <a:extLst>
                  <a:ext uri="{FF2B5EF4-FFF2-40B4-BE49-F238E27FC236}">
                    <a16:creationId xmlns:a16="http://schemas.microsoft.com/office/drawing/2014/main" id="{91DA6200-31D1-4D0A-82DE-4136A8F177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8FF6E39C-7A21-44CA-AE71-AC10D06F63A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24" name="Csillag: 5 ágú 123">
            <a:extLst>
              <a:ext uri="{FF2B5EF4-FFF2-40B4-BE49-F238E27FC236}">
                <a16:creationId xmlns:a16="http://schemas.microsoft.com/office/drawing/2014/main" id="{4BB2753F-2B8D-49AB-A9FA-3E2A64AB4F18}"/>
              </a:ext>
            </a:extLst>
          </p:cNvPr>
          <p:cNvSpPr/>
          <p:nvPr/>
        </p:nvSpPr>
        <p:spPr>
          <a:xfrm>
            <a:off x="11478638" y="1728924"/>
            <a:ext cx="282987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Felhő 124">
            <a:extLst>
              <a:ext uri="{FF2B5EF4-FFF2-40B4-BE49-F238E27FC236}">
                <a16:creationId xmlns:a16="http://schemas.microsoft.com/office/drawing/2014/main" id="{D0161A35-EDDF-4B87-8A77-C5D06DB93B98}"/>
              </a:ext>
            </a:extLst>
          </p:cNvPr>
          <p:cNvSpPr/>
          <p:nvPr/>
        </p:nvSpPr>
        <p:spPr>
          <a:xfrm>
            <a:off x="2643027" y="623747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Felhő 125">
            <a:extLst>
              <a:ext uri="{FF2B5EF4-FFF2-40B4-BE49-F238E27FC236}">
                <a16:creationId xmlns:a16="http://schemas.microsoft.com/office/drawing/2014/main" id="{FF58693D-B2CD-4819-925B-D36B416A7F9E}"/>
              </a:ext>
            </a:extLst>
          </p:cNvPr>
          <p:cNvSpPr/>
          <p:nvPr/>
        </p:nvSpPr>
        <p:spPr>
          <a:xfrm>
            <a:off x="3250644" y="2132112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Felhő 126">
            <a:extLst>
              <a:ext uri="{FF2B5EF4-FFF2-40B4-BE49-F238E27FC236}">
                <a16:creationId xmlns:a16="http://schemas.microsoft.com/office/drawing/2014/main" id="{4E76AE67-C993-4E20-BC5D-3C758E2CB545}"/>
              </a:ext>
            </a:extLst>
          </p:cNvPr>
          <p:cNvSpPr/>
          <p:nvPr/>
        </p:nvSpPr>
        <p:spPr>
          <a:xfrm>
            <a:off x="5066206" y="1402685"/>
            <a:ext cx="2376367" cy="139333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Felhő 127">
            <a:extLst>
              <a:ext uri="{FF2B5EF4-FFF2-40B4-BE49-F238E27FC236}">
                <a16:creationId xmlns:a16="http://schemas.microsoft.com/office/drawing/2014/main" id="{674A962D-3408-4879-9947-1E015AC17369}"/>
              </a:ext>
            </a:extLst>
          </p:cNvPr>
          <p:cNvSpPr/>
          <p:nvPr/>
        </p:nvSpPr>
        <p:spPr>
          <a:xfrm>
            <a:off x="999956" y="2602979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Felhő 128">
            <a:extLst>
              <a:ext uri="{FF2B5EF4-FFF2-40B4-BE49-F238E27FC236}">
                <a16:creationId xmlns:a16="http://schemas.microsoft.com/office/drawing/2014/main" id="{AC731A8F-302E-463E-9993-9CECCC8397C5}"/>
              </a:ext>
            </a:extLst>
          </p:cNvPr>
          <p:cNvSpPr/>
          <p:nvPr/>
        </p:nvSpPr>
        <p:spPr>
          <a:xfrm>
            <a:off x="1277690" y="1039738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Felhő 129">
            <a:extLst>
              <a:ext uri="{FF2B5EF4-FFF2-40B4-BE49-F238E27FC236}">
                <a16:creationId xmlns:a16="http://schemas.microsoft.com/office/drawing/2014/main" id="{FA547B99-B85C-460D-ADC0-122BEACFC8D0}"/>
              </a:ext>
            </a:extLst>
          </p:cNvPr>
          <p:cNvSpPr/>
          <p:nvPr/>
        </p:nvSpPr>
        <p:spPr>
          <a:xfrm>
            <a:off x="2018935" y="2279063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Felhő 130">
            <a:extLst>
              <a:ext uri="{FF2B5EF4-FFF2-40B4-BE49-F238E27FC236}">
                <a16:creationId xmlns:a16="http://schemas.microsoft.com/office/drawing/2014/main" id="{9835658E-9B8A-4AA7-AC2E-E45F735FCB19}"/>
              </a:ext>
            </a:extLst>
          </p:cNvPr>
          <p:cNvSpPr/>
          <p:nvPr/>
        </p:nvSpPr>
        <p:spPr>
          <a:xfrm>
            <a:off x="871749" y="3724533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Felhő 131">
            <a:extLst>
              <a:ext uri="{FF2B5EF4-FFF2-40B4-BE49-F238E27FC236}">
                <a16:creationId xmlns:a16="http://schemas.microsoft.com/office/drawing/2014/main" id="{FAC5CDB5-02F3-4BFB-A69B-388E832E9DF6}"/>
              </a:ext>
            </a:extLst>
          </p:cNvPr>
          <p:cNvSpPr/>
          <p:nvPr/>
        </p:nvSpPr>
        <p:spPr>
          <a:xfrm>
            <a:off x="2643027" y="3518388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945144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A9AED5D1-EAB3-0C1B-7E89-5EE17EA89CC1}"/>
              </a:ext>
            </a:extLst>
          </p:cNvPr>
          <p:cNvSpPr/>
          <p:nvPr/>
        </p:nvSpPr>
        <p:spPr>
          <a:xfrm>
            <a:off x="8519065" y="503214"/>
            <a:ext cx="392914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D2FCEC02-1A48-AD15-C355-B22EF4548D06}"/>
              </a:ext>
            </a:extLst>
          </p:cNvPr>
          <p:cNvSpPr/>
          <p:nvPr/>
        </p:nvSpPr>
        <p:spPr>
          <a:xfrm>
            <a:off x="9892768" y="855492"/>
            <a:ext cx="515080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008C90C2-9646-A0F2-CE9C-CC06466E186E}"/>
              </a:ext>
            </a:extLst>
          </p:cNvPr>
          <p:cNvSpPr/>
          <p:nvPr/>
        </p:nvSpPr>
        <p:spPr>
          <a:xfrm>
            <a:off x="9000282" y="1231388"/>
            <a:ext cx="308402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A730F57C-31C1-3524-1DB9-98BE4C6FB405}"/>
              </a:ext>
            </a:extLst>
          </p:cNvPr>
          <p:cNvSpPr/>
          <p:nvPr/>
        </p:nvSpPr>
        <p:spPr>
          <a:xfrm>
            <a:off x="11144425" y="696913"/>
            <a:ext cx="392914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" name="Csillag: 5 ágú 6">
            <a:extLst>
              <a:ext uri="{FF2B5EF4-FFF2-40B4-BE49-F238E27FC236}">
                <a16:creationId xmlns:a16="http://schemas.microsoft.com/office/drawing/2014/main" id="{88DC9E05-4838-91F8-40D2-246F602F6FA1}"/>
              </a:ext>
            </a:extLst>
          </p:cNvPr>
          <p:cNvSpPr/>
          <p:nvPr/>
        </p:nvSpPr>
        <p:spPr>
          <a:xfrm>
            <a:off x="10689075" y="1572646"/>
            <a:ext cx="374725" cy="308912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" name="Csoportba foglalás 7">
            <a:extLst>
              <a:ext uri="{FF2B5EF4-FFF2-40B4-BE49-F238E27FC236}">
                <a16:creationId xmlns:a16="http://schemas.microsoft.com/office/drawing/2014/main" id="{588B249A-6A3D-CC31-C4C3-877A2058F1A9}"/>
              </a:ext>
            </a:extLst>
          </p:cNvPr>
          <p:cNvGrpSpPr/>
          <p:nvPr/>
        </p:nvGrpSpPr>
        <p:grpSpPr>
          <a:xfrm>
            <a:off x="6748356" y="4010943"/>
            <a:ext cx="188941" cy="291754"/>
            <a:chOff x="6019780" y="4023344"/>
            <a:chExt cx="188941" cy="291754"/>
          </a:xfrm>
        </p:grpSpPr>
        <p:sp>
          <p:nvSpPr>
            <p:cNvPr id="9" name="Henger 8">
              <a:extLst>
                <a:ext uri="{FF2B5EF4-FFF2-40B4-BE49-F238E27FC236}">
                  <a16:creationId xmlns:a16="http://schemas.microsoft.com/office/drawing/2014/main" id="{FC5C4B1B-F96C-8235-25DD-46E0953B7C63}"/>
                </a:ext>
              </a:extLst>
            </p:cNvPr>
            <p:cNvSpPr/>
            <p:nvPr/>
          </p:nvSpPr>
          <p:spPr>
            <a:xfrm flipH="1">
              <a:off x="6065841" y="4217074"/>
              <a:ext cx="90666" cy="98024"/>
            </a:xfrm>
            <a:prstGeom prst="can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0" name="Csoportba foglalás 9">
              <a:extLst>
                <a:ext uri="{FF2B5EF4-FFF2-40B4-BE49-F238E27FC236}">
                  <a16:creationId xmlns:a16="http://schemas.microsoft.com/office/drawing/2014/main" id="{272B0B82-AD87-6137-6E5D-856D9833C5C7}"/>
                </a:ext>
              </a:extLst>
            </p:cNvPr>
            <p:cNvGrpSpPr/>
            <p:nvPr/>
          </p:nvGrpSpPr>
          <p:grpSpPr>
            <a:xfrm flipH="1">
              <a:off x="6019780" y="4023344"/>
              <a:ext cx="188941" cy="221624"/>
              <a:chOff x="5205746" y="4519442"/>
              <a:chExt cx="277205" cy="344149"/>
            </a:xfrm>
          </p:grpSpPr>
          <p:sp>
            <p:nvSpPr>
              <p:cNvPr id="12" name="Ellipszis 11">
                <a:extLst>
                  <a:ext uri="{FF2B5EF4-FFF2-40B4-BE49-F238E27FC236}">
                    <a16:creationId xmlns:a16="http://schemas.microsoft.com/office/drawing/2014/main" id="{E934B669-10A7-B95C-E3BD-451720BA3074}"/>
                  </a:ext>
                </a:extLst>
              </p:cNvPr>
              <p:cNvSpPr/>
              <p:nvPr/>
            </p:nvSpPr>
            <p:spPr>
              <a:xfrm>
                <a:off x="5205746" y="4603616"/>
                <a:ext cx="277205" cy="259975"/>
              </a:xfrm>
              <a:prstGeom prst="ellipse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" name="Ellipszis 12">
                <a:extLst>
                  <a:ext uri="{FF2B5EF4-FFF2-40B4-BE49-F238E27FC236}">
                    <a16:creationId xmlns:a16="http://schemas.microsoft.com/office/drawing/2014/main" id="{2565B3E7-3886-8CD5-2092-2CEBACBABAA7}"/>
                  </a:ext>
                </a:extLst>
              </p:cNvPr>
              <p:cNvSpPr/>
              <p:nvPr/>
            </p:nvSpPr>
            <p:spPr>
              <a:xfrm flipV="1">
                <a:off x="5261375" y="4680668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CCAC1650-6705-3808-AED9-C2B071B750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5737" y="4543974"/>
                <a:ext cx="15422" cy="76234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C7457AD3-2491-D86C-C3CF-D195463EE1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8776" y="4519442"/>
                <a:ext cx="84212" cy="11989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203ADD02-A103-2FBD-7220-7128C2C4DEE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36025" y="4608141"/>
                <a:ext cx="35765" cy="352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" name="Egyenes összekötő 16">
                <a:extLst>
                  <a:ext uri="{FF2B5EF4-FFF2-40B4-BE49-F238E27FC236}">
                    <a16:creationId xmlns:a16="http://schemas.microsoft.com/office/drawing/2014/main" id="{93187945-A8CD-2201-EC20-A7D316375B8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268715" y="4790906"/>
                <a:ext cx="121071" cy="14041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18" name="Ellipszis 17">
                <a:extLst>
                  <a:ext uri="{FF2B5EF4-FFF2-40B4-BE49-F238E27FC236}">
                    <a16:creationId xmlns:a16="http://schemas.microsoft.com/office/drawing/2014/main" id="{D14C0DB5-8D4C-CE10-7273-20A5C5A1BECD}"/>
                  </a:ext>
                </a:extLst>
              </p:cNvPr>
              <p:cNvSpPr/>
              <p:nvPr/>
            </p:nvSpPr>
            <p:spPr>
              <a:xfrm flipV="1">
                <a:off x="5363165" y="4683573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1" name="Téglalap 10">
              <a:extLst>
                <a:ext uri="{FF2B5EF4-FFF2-40B4-BE49-F238E27FC236}">
                  <a16:creationId xmlns:a16="http://schemas.microsoft.com/office/drawing/2014/main" id="{372A933D-C0C2-4737-0054-2218492AA74E}"/>
                </a:ext>
              </a:extLst>
            </p:cNvPr>
            <p:cNvSpPr/>
            <p:nvPr/>
          </p:nvSpPr>
          <p:spPr>
            <a:xfrm rot="1141618" flipH="1">
              <a:off x="6094281" y="4248651"/>
              <a:ext cx="111068" cy="45719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9" name="Téglalap 18">
            <a:extLst>
              <a:ext uri="{FF2B5EF4-FFF2-40B4-BE49-F238E27FC236}">
                <a16:creationId xmlns:a16="http://schemas.microsoft.com/office/drawing/2014/main" id="{34C5F63B-7354-6A98-4B36-E69DEEBCACFD}"/>
              </a:ext>
            </a:extLst>
          </p:cNvPr>
          <p:cNvSpPr/>
          <p:nvPr/>
        </p:nvSpPr>
        <p:spPr>
          <a:xfrm>
            <a:off x="6726931" y="3958073"/>
            <a:ext cx="283203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0" name="Csoportba foglalás 19">
            <a:extLst>
              <a:ext uri="{FF2B5EF4-FFF2-40B4-BE49-F238E27FC236}">
                <a16:creationId xmlns:a16="http://schemas.microsoft.com/office/drawing/2014/main" id="{BFF0CA6D-6909-E905-5F6D-AB8CF5E5A02A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1" name="Csoportba foglalás 20">
              <a:extLst>
                <a:ext uri="{FF2B5EF4-FFF2-40B4-BE49-F238E27FC236}">
                  <a16:creationId xmlns:a16="http://schemas.microsoft.com/office/drawing/2014/main" id="{7D6E3B9E-C45D-E92A-EF10-8EB35228CA62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4" name="Henger 23">
                <a:extLst>
                  <a:ext uri="{FF2B5EF4-FFF2-40B4-BE49-F238E27FC236}">
                    <a16:creationId xmlns:a16="http://schemas.microsoft.com/office/drawing/2014/main" id="{2C25C0DE-1EC6-2BF7-AC53-5D653005A52C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" name="Ellipszis 24">
                <a:extLst>
                  <a:ext uri="{FF2B5EF4-FFF2-40B4-BE49-F238E27FC236}">
                    <a16:creationId xmlns:a16="http://schemas.microsoft.com/office/drawing/2014/main" id="{65D4EABC-2AC4-B200-4DD4-A55D3EFF2E9B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6" name="Téglalap 25">
                <a:extLst>
                  <a:ext uri="{FF2B5EF4-FFF2-40B4-BE49-F238E27FC236}">
                    <a16:creationId xmlns:a16="http://schemas.microsoft.com/office/drawing/2014/main" id="{437B2C41-7DD1-70ED-2616-655708FB2654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971500D8-17BB-085F-F994-F56BBD7D938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52834F85-5E5E-0667-CF21-3F8007B4B2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6B7A017F-41D4-E492-7757-27852BAE3FA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4941EE29-F57E-AE3C-7590-6A5C985B3B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E01CE56E-8BCF-081E-CF3F-9D4A11CC0F2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2" name="Ellipszis 31">
                <a:extLst>
                  <a:ext uri="{FF2B5EF4-FFF2-40B4-BE49-F238E27FC236}">
                    <a16:creationId xmlns:a16="http://schemas.microsoft.com/office/drawing/2014/main" id="{5F33C1DC-896E-C7E9-FE5A-9BC75C0B8B92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2" name="Egyenes összekötő 21">
              <a:extLst>
                <a:ext uri="{FF2B5EF4-FFF2-40B4-BE49-F238E27FC236}">
                  <a16:creationId xmlns:a16="http://schemas.microsoft.com/office/drawing/2014/main" id="{4611D78D-9FBD-A967-5D27-9BFD695A204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3" name="Egyenes összekötő 22">
              <a:extLst>
                <a:ext uri="{FF2B5EF4-FFF2-40B4-BE49-F238E27FC236}">
                  <a16:creationId xmlns:a16="http://schemas.microsoft.com/office/drawing/2014/main" id="{6CF3E31E-66F6-02A2-85CD-2D0AE7916603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21" name="Csoportba foglalás 120">
            <a:extLst>
              <a:ext uri="{FF2B5EF4-FFF2-40B4-BE49-F238E27FC236}">
                <a16:creationId xmlns:a16="http://schemas.microsoft.com/office/drawing/2014/main" id="{6D213B38-FEEA-3DEE-8FE2-DA9CEFEB6450}"/>
              </a:ext>
            </a:extLst>
          </p:cNvPr>
          <p:cNvGrpSpPr/>
          <p:nvPr/>
        </p:nvGrpSpPr>
        <p:grpSpPr>
          <a:xfrm>
            <a:off x="5889165" y="3325192"/>
            <a:ext cx="1922054" cy="1744418"/>
            <a:chOff x="6154860" y="5305327"/>
            <a:chExt cx="1922054" cy="1744418"/>
          </a:xfrm>
        </p:grpSpPr>
        <p:grpSp>
          <p:nvGrpSpPr>
            <p:cNvPr id="122" name="Csoportba foglalás 121">
              <a:extLst>
                <a:ext uri="{FF2B5EF4-FFF2-40B4-BE49-F238E27FC236}">
                  <a16:creationId xmlns:a16="http://schemas.microsoft.com/office/drawing/2014/main" id="{48634A9E-B409-03D6-BF33-69361478DC57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26" name="Ellipszis 125">
                <a:extLst>
                  <a:ext uri="{FF2B5EF4-FFF2-40B4-BE49-F238E27FC236}">
                    <a16:creationId xmlns:a16="http://schemas.microsoft.com/office/drawing/2014/main" id="{F1BD7C87-CF83-5FBF-F5F1-21EB7587C853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7" name="Egyenes összekötő 126">
                <a:extLst>
                  <a:ext uri="{FF2B5EF4-FFF2-40B4-BE49-F238E27FC236}">
                    <a16:creationId xmlns:a16="http://schemas.microsoft.com/office/drawing/2014/main" id="{42D74912-33EE-BFCA-CCA6-20CBD08523FA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8" name="Egyenes összekötő 127">
                <a:extLst>
                  <a:ext uri="{FF2B5EF4-FFF2-40B4-BE49-F238E27FC236}">
                    <a16:creationId xmlns:a16="http://schemas.microsoft.com/office/drawing/2014/main" id="{8F1126AB-882C-8595-BFFB-B0B541509C7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9" name="Egyenes összekötő 128">
                <a:extLst>
                  <a:ext uri="{FF2B5EF4-FFF2-40B4-BE49-F238E27FC236}">
                    <a16:creationId xmlns:a16="http://schemas.microsoft.com/office/drawing/2014/main" id="{0A1404C6-6D39-FE76-865F-D7E8F4123F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0" name="Egyenes összekötő 129">
                <a:extLst>
                  <a:ext uri="{FF2B5EF4-FFF2-40B4-BE49-F238E27FC236}">
                    <a16:creationId xmlns:a16="http://schemas.microsoft.com/office/drawing/2014/main" id="{3B437A12-F849-6656-2A6E-F0D05D9C50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1" name="Egyenes összekötő 130">
                <a:extLst>
                  <a:ext uri="{FF2B5EF4-FFF2-40B4-BE49-F238E27FC236}">
                    <a16:creationId xmlns:a16="http://schemas.microsoft.com/office/drawing/2014/main" id="{EFCDA130-84E8-95BB-B611-DB1DE56ADF7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123" name="Egyenes összekötő 122">
              <a:extLst>
                <a:ext uri="{FF2B5EF4-FFF2-40B4-BE49-F238E27FC236}">
                  <a16:creationId xmlns:a16="http://schemas.microsoft.com/office/drawing/2014/main" id="{88794D26-3218-BCE1-6BA0-69F8490D25C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24" name="Egyenes összekötő 123">
              <a:extLst>
                <a:ext uri="{FF2B5EF4-FFF2-40B4-BE49-F238E27FC236}">
                  <a16:creationId xmlns:a16="http://schemas.microsoft.com/office/drawing/2014/main" id="{03388C13-7392-802E-541A-D55AD91ABBAC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25" name="Egyenes összekötő 124">
              <a:extLst>
                <a:ext uri="{FF2B5EF4-FFF2-40B4-BE49-F238E27FC236}">
                  <a16:creationId xmlns:a16="http://schemas.microsoft.com/office/drawing/2014/main" id="{0C58F73B-019D-1A62-E456-43B5001E3B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33" name="Téglalap 32">
            <a:extLst>
              <a:ext uri="{FF2B5EF4-FFF2-40B4-BE49-F238E27FC236}">
                <a16:creationId xmlns:a16="http://schemas.microsoft.com/office/drawing/2014/main" id="{D5D656F3-D025-1DAF-3A8D-179A0A90D23D}"/>
              </a:ext>
            </a:extLst>
          </p:cNvPr>
          <p:cNvSpPr/>
          <p:nvPr/>
        </p:nvSpPr>
        <p:spPr>
          <a:xfrm>
            <a:off x="6227621" y="3945750"/>
            <a:ext cx="292595" cy="38807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" name="Téglalap 34">
            <a:extLst>
              <a:ext uri="{FF2B5EF4-FFF2-40B4-BE49-F238E27FC236}">
                <a16:creationId xmlns:a16="http://schemas.microsoft.com/office/drawing/2014/main" id="{8093D012-31E3-DDCB-77F3-3C75A5694F20}"/>
              </a:ext>
            </a:extLst>
          </p:cNvPr>
          <p:cNvSpPr/>
          <p:nvPr/>
        </p:nvSpPr>
        <p:spPr>
          <a:xfrm>
            <a:off x="7225008" y="3972131"/>
            <a:ext cx="280062" cy="38499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6" name="Téglalap 35">
            <a:extLst>
              <a:ext uri="{FF2B5EF4-FFF2-40B4-BE49-F238E27FC236}">
                <a16:creationId xmlns:a16="http://schemas.microsoft.com/office/drawing/2014/main" id="{E46FAB21-CC9B-A708-645B-C3F70AA04220}"/>
              </a:ext>
            </a:extLst>
          </p:cNvPr>
          <p:cNvSpPr/>
          <p:nvPr/>
        </p:nvSpPr>
        <p:spPr>
          <a:xfrm>
            <a:off x="7706106" y="3958073"/>
            <a:ext cx="246248" cy="358416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7" name="Téglalap 36">
            <a:extLst>
              <a:ext uri="{FF2B5EF4-FFF2-40B4-BE49-F238E27FC236}">
                <a16:creationId xmlns:a16="http://schemas.microsoft.com/office/drawing/2014/main" id="{E8C35E2A-FBB5-87A4-2AC4-045C74062FB3}"/>
              </a:ext>
            </a:extLst>
          </p:cNvPr>
          <p:cNvSpPr/>
          <p:nvPr/>
        </p:nvSpPr>
        <p:spPr>
          <a:xfrm>
            <a:off x="8165816" y="3953466"/>
            <a:ext cx="229186" cy="371807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87DE69A4-A6B9-C5A9-22D3-C29836BD640C}"/>
              </a:ext>
            </a:extLst>
          </p:cNvPr>
          <p:cNvGrpSpPr/>
          <p:nvPr/>
        </p:nvGrpSpPr>
        <p:grpSpPr>
          <a:xfrm>
            <a:off x="10756623" y="5397768"/>
            <a:ext cx="1891113" cy="3047251"/>
            <a:chOff x="0" y="1549915"/>
            <a:chExt cx="1891113" cy="3047251"/>
          </a:xfrm>
        </p:grpSpPr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CA9C21AC-D6CE-EB78-F6CB-86900EFF74A1}"/>
                </a:ext>
              </a:extLst>
            </p:cNvPr>
            <p:cNvSpPr/>
            <p:nvPr/>
          </p:nvSpPr>
          <p:spPr>
            <a:xfrm>
              <a:off x="0" y="2857500"/>
              <a:ext cx="1887841" cy="1739666"/>
            </a:xfrm>
            <a:prstGeom prst="rect">
              <a:avLst/>
            </a:prstGeom>
            <a:solidFill>
              <a:srgbClr val="FFE6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Téglalap 45">
              <a:extLst>
                <a:ext uri="{FF2B5EF4-FFF2-40B4-BE49-F238E27FC236}">
                  <a16:creationId xmlns:a16="http://schemas.microsoft.com/office/drawing/2014/main" id="{C58987C7-ADAE-462E-E93E-9E540CD4D0E1}"/>
                </a:ext>
              </a:extLst>
            </p:cNvPr>
            <p:cNvSpPr/>
            <p:nvPr/>
          </p:nvSpPr>
          <p:spPr>
            <a:xfrm>
              <a:off x="1075438" y="3743420"/>
              <a:ext cx="466279" cy="45913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Téglalap 46">
              <a:extLst>
                <a:ext uri="{FF2B5EF4-FFF2-40B4-BE49-F238E27FC236}">
                  <a16:creationId xmlns:a16="http://schemas.microsoft.com/office/drawing/2014/main" id="{220CF0F6-FBA5-08DD-4D5C-8E2586E90A78}"/>
                </a:ext>
              </a:extLst>
            </p:cNvPr>
            <p:cNvSpPr/>
            <p:nvPr/>
          </p:nvSpPr>
          <p:spPr>
            <a:xfrm>
              <a:off x="205523" y="3754270"/>
              <a:ext cx="415972" cy="83395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8" name="Háromszög 47">
              <a:extLst>
                <a:ext uri="{FF2B5EF4-FFF2-40B4-BE49-F238E27FC236}">
                  <a16:creationId xmlns:a16="http://schemas.microsoft.com/office/drawing/2014/main" id="{D13E95D4-B33C-190E-239E-C4CA1C8BDA62}"/>
                </a:ext>
              </a:extLst>
            </p:cNvPr>
            <p:cNvSpPr/>
            <p:nvPr/>
          </p:nvSpPr>
          <p:spPr>
            <a:xfrm>
              <a:off x="0" y="1549915"/>
              <a:ext cx="1891113" cy="1292586"/>
            </a:xfrm>
            <a:prstGeom prst="triangle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9" name="Csoportba foglalás 48">
            <a:extLst>
              <a:ext uri="{FF2B5EF4-FFF2-40B4-BE49-F238E27FC236}">
                <a16:creationId xmlns:a16="http://schemas.microsoft.com/office/drawing/2014/main" id="{7B2595C8-1FD2-D8AC-A547-868CE0CC5751}"/>
              </a:ext>
            </a:extLst>
          </p:cNvPr>
          <p:cNvGrpSpPr/>
          <p:nvPr/>
        </p:nvGrpSpPr>
        <p:grpSpPr>
          <a:xfrm rot="968941">
            <a:off x="3704909" y="2206178"/>
            <a:ext cx="6706659" cy="3797671"/>
            <a:chOff x="3704909" y="2358578"/>
            <a:chExt cx="6706659" cy="3797671"/>
          </a:xfrm>
        </p:grpSpPr>
        <p:grpSp>
          <p:nvGrpSpPr>
            <p:cNvPr id="50" name="Csoportba foglalás 49">
              <a:extLst>
                <a:ext uri="{FF2B5EF4-FFF2-40B4-BE49-F238E27FC236}">
                  <a16:creationId xmlns:a16="http://schemas.microsoft.com/office/drawing/2014/main" id="{D4463147-4F97-1FBC-F3BE-09A37DFDE1E4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92" name="Csoportba foglalás 91">
                <a:extLst>
                  <a:ext uri="{FF2B5EF4-FFF2-40B4-BE49-F238E27FC236}">
                    <a16:creationId xmlns:a16="http://schemas.microsoft.com/office/drawing/2014/main" id="{ED3A9691-B88F-8065-B063-E6722AD67BAD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95" name="Derékszögű háromszög 94">
                  <a:extLst>
                    <a:ext uri="{FF2B5EF4-FFF2-40B4-BE49-F238E27FC236}">
                      <a16:creationId xmlns:a16="http://schemas.microsoft.com/office/drawing/2014/main" id="{882AAD18-3B8D-BD79-3376-0FF8FCCF023E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6" name="Derékszögű háromszög 95">
                  <a:extLst>
                    <a:ext uri="{FF2B5EF4-FFF2-40B4-BE49-F238E27FC236}">
                      <a16:creationId xmlns:a16="http://schemas.microsoft.com/office/drawing/2014/main" id="{04DB2116-FA48-D012-65CC-6D0EB5038EB4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7" name="Téglalap 15">
                  <a:extLst>
                    <a:ext uri="{FF2B5EF4-FFF2-40B4-BE49-F238E27FC236}">
                      <a16:creationId xmlns:a16="http://schemas.microsoft.com/office/drawing/2014/main" id="{4C5471CF-9CCB-58CF-5B7E-9FEECDAC8865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8" name="Folyamatábra: Tárolt adat 17">
                  <a:extLst>
                    <a:ext uri="{FF2B5EF4-FFF2-40B4-BE49-F238E27FC236}">
                      <a16:creationId xmlns:a16="http://schemas.microsoft.com/office/drawing/2014/main" id="{7F9C0F6D-4D18-3905-3116-9F465B3E56FE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Derékszögű háromszög 98">
                  <a:extLst>
                    <a:ext uri="{FF2B5EF4-FFF2-40B4-BE49-F238E27FC236}">
                      <a16:creationId xmlns:a16="http://schemas.microsoft.com/office/drawing/2014/main" id="{4920BD96-A74F-5A13-A758-9566748FA0CC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Romboid 105">
                  <a:extLst>
                    <a:ext uri="{FF2B5EF4-FFF2-40B4-BE49-F238E27FC236}">
                      <a16:creationId xmlns:a16="http://schemas.microsoft.com/office/drawing/2014/main" id="{A809A535-B834-894F-E2DA-EABA6A6E034D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Téglalap 106">
                  <a:extLst>
                    <a:ext uri="{FF2B5EF4-FFF2-40B4-BE49-F238E27FC236}">
                      <a16:creationId xmlns:a16="http://schemas.microsoft.com/office/drawing/2014/main" id="{E74CB75C-B2B5-ED5A-76F5-0E3A3D088D8A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8" name="Téglalap: lekerekített 107">
                  <a:extLst>
                    <a:ext uri="{FF2B5EF4-FFF2-40B4-BE49-F238E27FC236}">
                      <a16:creationId xmlns:a16="http://schemas.microsoft.com/office/drawing/2014/main" id="{DA996E8D-A2BE-3955-2C31-1026AD417617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9" name="Téglalap: lekerekített 108">
                  <a:extLst>
                    <a:ext uri="{FF2B5EF4-FFF2-40B4-BE49-F238E27FC236}">
                      <a16:creationId xmlns:a16="http://schemas.microsoft.com/office/drawing/2014/main" id="{23469395-41D3-FC47-2AE7-E23834A77D92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0" name="Téglalap: lekerekített 109">
                  <a:extLst>
                    <a:ext uri="{FF2B5EF4-FFF2-40B4-BE49-F238E27FC236}">
                      <a16:creationId xmlns:a16="http://schemas.microsoft.com/office/drawing/2014/main" id="{D77552D3-33F0-C9CF-C6D5-1AFC3AC2F6E9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1" name="Téglalap: lekerekített 110">
                  <a:extLst>
                    <a:ext uri="{FF2B5EF4-FFF2-40B4-BE49-F238E27FC236}">
                      <a16:creationId xmlns:a16="http://schemas.microsoft.com/office/drawing/2014/main" id="{5B30C7A5-6B1B-C7BC-22AA-B0D55EC766F5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2" name="Téglalap: lekerekített 111">
                  <a:extLst>
                    <a:ext uri="{FF2B5EF4-FFF2-40B4-BE49-F238E27FC236}">
                      <a16:creationId xmlns:a16="http://schemas.microsoft.com/office/drawing/2014/main" id="{0C5D3F4B-42D8-5BFF-AEA3-8C277C149D0F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3" name="Téglalap: lekerekített 112">
                  <a:extLst>
                    <a:ext uri="{FF2B5EF4-FFF2-40B4-BE49-F238E27FC236}">
                      <a16:creationId xmlns:a16="http://schemas.microsoft.com/office/drawing/2014/main" id="{0094E8D4-5065-0472-BB42-FACE19CAD62B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93" name="Picture 2" descr="Forráskép megtekintése">
                <a:extLst>
                  <a:ext uri="{FF2B5EF4-FFF2-40B4-BE49-F238E27FC236}">
                    <a16:creationId xmlns:a16="http://schemas.microsoft.com/office/drawing/2014/main" id="{8924F172-967D-9C48-AD72-598D5616F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4" name="Picture 6" descr="Forráskép megtekintése">
                <a:extLst>
                  <a:ext uri="{FF2B5EF4-FFF2-40B4-BE49-F238E27FC236}">
                    <a16:creationId xmlns:a16="http://schemas.microsoft.com/office/drawing/2014/main" id="{2A29AE74-29CE-5F33-BD57-9543ECA9C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1" name="Csoportba foglalás 50">
              <a:extLst>
                <a:ext uri="{FF2B5EF4-FFF2-40B4-BE49-F238E27FC236}">
                  <a16:creationId xmlns:a16="http://schemas.microsoft.com/office/drawing/2014/main" id="{CD66A95B-CED2-80D8-47EA-B0BDEE803E26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80" name="Csoportba foglalás 79">
                <a:extLst>
                  <a:ext uri="{FF2B5EF4-FFF2-40B4-BE49-F238E27FC236}">
                    <a16:creationId xmlns:a16="http://schemas.microsoft.com/office/drawing/2014/main" id="{607CCDCB-F111-FA53-4F24-E695B42AFC9E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83" name="Henger 82">
                  <a:extLst>
                    <a:ext uri="{FF2B5EF4-FFF2-40B4-BE49-F238E27FC236}">
                      <a16:creationId xmlns:a16="http://schemas.microsoft.com/office/drawing/2014/main" id="{02382539-E574-2214-A22F-22B6031A86FF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Ellipszis 83">
                  <a:extLst>
                    <a:ext uri="{FF2B5EF4-FFF2-40B4-BE49-F238E27FC236}">
                      <a16:creationId xmlns:a16="http://schemas.microsoft.com/office/drawing/2014/main" id="{7F4194B3-C04D-BD10-D7EB-B6CFFE1F9537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5" name="Téglalap 84">
                  <a:extLst>
                    <a:ext uri="{FF2B5EF4-FFF2-40B4-BE49-F238E27FC236}">
                      <a16:creationId xmlns:a16="http://schemas.microsoft.com/office/drawing/2014/main" id="{37241C60-4119-96E4-EB60-E85F9E8B5B62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6" name="Ellipszis 85">
                  <a:extLst>
                    <a:ext uri="{FF2B5EF4-FFF2-40B4-BE49-F238E27FC236}">
                      <a16:creationId xmlns:a16="http://schemas.microsoft.com/office/drawing/2014/main" id="{86B7F1C9-C389-D35F-F1E2-EE9AE7046481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7" name="Egyenes összekötő 86">
                  <a:extLst>
                    <a:ext uri="{FF2B5EF4-FFF2-40B4-BE49-F238E27FC236}">
                      <a16:creationId xmlns:a16="http://schemas.microsoft.com/office/drawing/2014/main" id="{DFC8A5B5-8C29-38EB-F0E8-6E3EFFEDAF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Egyenes összekötő 87">
                  <a:extLst>
                    <a:ext uri="{FF2B5EF4-FFF2-40B4-BE49-F238E27FC236}">
                      <a16:creationId xmlns:a16="http://schemas.microsoft.com/office/drawing/2014/main" id="{F1BAD09E-D093-D7CB-0040-1C412CFE5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Egyenes összekötő 88">
                  <a:extLst>
                    <a:ext uri="{FF2B5EF4-FFF2-40B4-BE49-F238E27FC236}">
                      <a16:creationId xmlns:a16="http://schemas.microsoft.com/office/drawing/2014/main" id="{27393BFB-CCF4-3856-32BC-44D37C1A1F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Egyenes összekötő 89">
                  <a:extLst>
                    <a:ext uri="{FF2B5EF4-FFF2-40B4-BE49-F238E27FC236}">
                      <a16:creationId xmlns:a16="http://schemas.microsoft.com/office/drawing/2014/main" id="{D8A9D364-22E1-BF00-F76E-22A532E206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91" name="Ellipszis 90">
                  <a:extLst>
                    <a:ext uri="{FF2B5EF4-FFF2-40B4-BE49-F238E27FC236}">
                      <a16:creationId xmlns:a16="http://schemas.microsoft.com/office/drawing/2014/main" id="{E05B4EAE-73FE-6CBE-B981-A959D2068F89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A05433C1-F384-2235-CCBE-444D77868B8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9EFD1F5E-E58D-7A21-BDE4-1496C0BD5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2" name="Csoportba foglalás 51">
              <a:extLst>
                <a:ext uri="{FF2B5EF4-FFF2-40B4-BE49-F238E27FC236}">
                  <a16:creationId xmlns:a16="http://schemas.microsoft.com/office/drawing/2014/main" id="{82502EC3-066A-B462-AA3C-4099C5638685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70" name="Henger 69">
                <a:extLst>
                  <a:ext uri="{FF2B5EF4-FFF2-40B4-BE49-F238E27FC236}">
                    <a16:creationId xmlns:a16="http://schemas.microsoft.com/office/drawing/2014/main" id="{FBB89172-7067-29DF-FCF7-F31C48503268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C5207FAA-0663-A230-D433-F9A4CEE1F172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F511DA0B-4690-A174-3681-B7FBD64F965E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Ellipszis 73">
                  <a:extLst>
                    <a:ext uri="{FF2B5EF4-FFF2-40B4-BE49-F238E27FC236}">
                      <a16:creationId xmlns:a16="http://schemas.microsoft.com/office/drawing/2014/main" id="{C632A7A0-5420-0516-13F4-65A18D96F47F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75" name="Egyenes összekötő 74">
                  <a:extLst>
                    <a:ext uri="{FF2B5EF4-FFF2-40B4-BE49-F238E27FC236}">
                      <a16:creationId xmlns:a16="http://schemas.microsoft.com/office/drawing/2014/main" id="{47C9B4F3-ABA0-498E-7B65-A7BFA2DD9A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Egyenes összekötő 75">
                  <a:extLst>
                    <a:ext uri="{FF2B5EF4-FFF2-40B4-BE49-F238E27FC236}">
                      <a16:creationId xmlns:a16="http://schemas.microsoft.com/office/drawing/2014/main" id="{46D0AE78-440C-D3B0-FDB9-F02F834EA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Egyenes összekötő 76">
                  <a:extLst>
                    <a:ext uri="{FF2B5EF4-FFF2-40B4-BE49-F238E27FC236}">
                      <a16:creationId xmlns:a16="http://schemas.microsoft.com/office/drawing/2014/main" id="{B240FD0B-5B83-B4D1-DB88-681B6E363B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Egyenes összekötő 77">
                  <a:extLst>
                    <a:ext uri="{FF2B5EF4-FFF2-40B4-BE49-F238E27FC236}">
                      <a16:creationId xmlns:a16="http://schemas.microsoft.com/office/drawing/2014/main" id="{52942124-88F7-0214-C682-5AC2CB53A0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9" name="Ellipszis 78">
                  <a:extLst>
                    <a:ext uri="{FF2B5EF4-FFF2-40B4-BE49-F238E27FC236}">
                      <a16:creationId xmlns:a16="http://schemas.microsoft.com/office/drawing/2014/main" id="{028BFF58-7DF0-C101-C992-10ADBFBF3BC4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72" name="Téglalap 71">
                <a:extLst>
                  <a:ext uri="{FF2B5EF4-FFF2-40B4-BE49-F238E27FC236}">
                    <a16:creationId xmlns:a16="http://schemas.microsoft.com/office/drawing/2014/main" id="{65675A1C-A7B8-9E54-1B4D-DE3467A4A846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3" name="Csoportba foglalás 52">
              <a:extLst>
                <a:ext uri="{FF2B5EF4-FFF2-40B4-BE49-F238E27FC236}">
                  <a16:creationId xmlns:a16="http://schemas.microsoft.com/office/drawing/2014/main" id="{C7AF2401-75DC-2572-4D7E-BA542960F192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54" name="Csoportba foglalás 53">
                <a:extLst>
                  <a:ext uri="{FF2B5EF4-FFF2-40B4-BE49-F238E27FC236}">
                    <a16:creationId xmlns:a16="http://schemas.microsoft.com/office/drawing/2014/main" id="{C91A0851-CDBA-CC46-23EB-82A09D6D81E9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C10CB67E-495D-F6DB-9002-3205D0E7CCEC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0733C225-637F-5226-614E-7E46AB02084D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Ív 63">
                  <a:extLst>
                    <a:ext uri="{FF2B5EF4-FFF2-40B4-BE49-F238E27FC236}">
                      <a16:creationId xmlns:a16="http://schemas.microsoft.com/office/drawing/2014/main" id="{E537097F-00F2-25B6-65DC-6D5295B4D59A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65" name="Picture 2" descr="Forráskép megtekintése">
                  <a:extLst>
                    <a:ext uri="{FF2B5EF4-FFF2-40B4-BE49-F238E27FC236}">
                      <a16:creationId xmlns:a16="http://schemas.microsoft.com/office/drawing/2014/main" id="{F0A02B09-BBA2-80A5-BCF7-3FF26734E2C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94C66620-DAEE-59F5-C357-1ADAB8B11B35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Csillag: 4 ágú 66">
                  <a:extLst>
                    <a:ext uri="{FF2B5EF4-FFF2-40B4-BE49-F238E27FC236}">
                      <a16:creationId xmlns:a16="http://schemas.microsoft.com/office/drawing/2014/main" id="{FE913615-2F95-C5D6-F53F-3B7CAAEC7A8D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Szabadkézi sokszög: alakzat 67">
                  <a:extLst>
                    <a:ext uri="{FF2B5EF4-FFF2-40B4-BE49-F238E27FC236}">
                      <a16:creationId xmlns:a16="http://schemas.microsoft.com/office/drawing/2014/main" id="{5C389244-7310-6676-EACE-7B9AE47A066A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4A0F1291-2FA7-914F-7CB7-8C0FA73385A7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5" name="Ellipszis 54">
                <a:extLst>
                  <a:ext uri="{FF2B5EF4-FFF2-40B4-BE49-F238E27FC236}">
                    <a16:creationId xmlns:a16="http://schemas.microsoft.com/office/drawing/2014/main" id="{FB5C9E56-9D08-D06A-8620-4DFACAAB9BB7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6" name="Ellipszis 55">
                <a:extLst>
                  <a:ext uri="{FF2B5EF4-FFF2-40B4-BE49-F238E27FC236}">
                    <a16:creationId xmlns:a16="http://schemas.microsoft.com/office/drawing/2014/main" id="{BB22F42D-7F0E-53DD-7BA2-B58C72C1A572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7" name="Egyenes összekötő 56">
                <a:extLst>
                  <a:ext uri="{FF2B5EF4-FFF2-40B4-BE49-F238E27FC236}">
                    <a16:creationId xmlns:a16="http://schemas.microsoft.com/office/drawing/2014/main" id="{A290AD88-26E0-4CC2-E7E6-EF29B4D2C3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8" name="Ellipszis 57">
                <a:extLst>
                  <a:ext uri="{FF2B5EF4-FFF2-40B4-BE49-F238E27FC236}">
                    <a16:creationId xmlns:a16="http://schemas.microsoft.com/office/drawing/2014/main" id="{DFE2E1BD-2467-705F-6463-ED6C66E6B309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9" name="Ellipszis 58">
                <a:extLst>
                  <a:ext uri="{FF2B5EF4-FFF2-40B4-BE49-F238E27FC236}">
                    <a16:creationId xmlns:a16="http://schemas.microsoft.com/office/drawing/2014/main" id="{843C0638-5AF6-0382-5480-F49286FDAB06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60" name="Kép 59">
                <a:extLst>
                  <a:ext uri="{FF2B5EF4-FFF2-40B4-BE49-F238E27FC236}">
                    <a16:creationId xmlns:a16="http://schemas.microsoft.com/office/drawing/2014/main" id="{6BBDA2D0-BA67-9F93-35C5-686D751DD8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5F520D22-7C39-0A2F-BB69-1B8886DD92A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14" name="Csillag: 5 ágú 113">
            <a:extLst>
              <a:ext uri="{FF2B5EF4-FFF2-40B4-BE49-F238E27FC236}">
                <a16:creationId xmlns:a16="http://schemas.microsoft.com/office/drawing/2014/main" id="{6BA2B68A-ECF5-118E-4675-5CC4C0ECFA47}"/>
              </a:ext>
            </a:extLst>
          </p:cNvPr>
          <p:cNvSpPr/>
          <p:nvPr/>
        </p:nvSpPr>
        <p:spPr>
          <a:xfrm>
            <a:off x="11821538" y="1728924"/>
            <a:ext cx="282987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Felhő 114">
            <a:extLst>
              <a:ext uri="{FF2B5EF4-FFF2-40B4-BE49-F238E27FC236}">
                <a16:creationId xmlns:a16="http://schemas.microsoft.com/office/drawing/2014/main" id="{969EE53A-0752-27F9-5E46-BB7FCB473CAC}"/>
              </a:ext>
            </a:extLst>
          </p:cNvPr>
          <p:cNvSpPr/>
          <p:nvPr/>
        </p:nvSpPr>
        <p:spPr>
          <a:xfrm>
            <a:off x="2668977" y="646238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Felhő 115">
            <a:extLst>
              <a:ext uri="{FF2B5EF4-FFF2-40B4-BE49-F238E27FC236}">
                <a16:creationId xmlns:a16="http://schemas.microsoft.com/office/drawing/2014/main" id="{87F4D4E9-5C2D-4328-776C-4041572A7158}"/>
              </a:ext>
            </a:extLst>
          </p:cNvPr>
          <p:cNvSpPr/>
          <p:nvPr/>
        </p:nvSpPr>
        <p:spPr>
          <a:xfrm>
            <a:off x="3352577" y="2015464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Felhő 116">
            <a:extLst>
              <a:ext uri="{FF2B5EF4-FFF2-40B4-BE49-F238E27FC236}">
                <a16:creationId xmlns:a16="http://schemas.microsoft.com/office/drawing/2014/main" id="{23BA9F30-505D-5315-18C6-3135BBE936AF}"/>
              </a:ext>
            </a:extLst>
          </p:cNvPr>
          <p:cNvSpPr/>
          <p:nvPr/>
        </p:nvSpPr>
        <p:spPr>
          <a:xfrm>
            <a:off x="4859878" y="1074586"/>
            <a:ext cx="2376367" cy="139333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Felhő 117">
            <a:extLst>
              <a:ext uri="{FF2B5EF4-FFF2-40B4-BE49-F238E27FC236}">
                <a16:creationId xmlns:a16="http://schemas.microsoft.com/office/drawing/2014/main" id="{68F4EB01-41E6-A9E9-9738-C9467D038D48}"/>
              </a:ext>
            </a:extLst>
          </p:cNvPr>
          <p:cNvSpPr/>
          <p:nvPr/>
        </p:nvSpPr>
        <p:spPr>
          <a:xfrm>
            <a:off x="1326914" y="2103829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Felhő 118">
            <a:extLst>
              <a:ext uri="{FF2B5EF4-FFF2-40B4-BE49-F238E27FC236}">
                <a16:creationId xmlns:a16="http://schemas.microsoft.com/office/drawing/2014/main" id="{7662FDBF-F317-B223-ED29-F6ED06C336EF}"/>
              </a:ext>
            </a:extLst>
          </p:cNvPr>
          <p:cNvSpPr/>
          <p:nvPr/>
        </p:nvSpPr>
        <p:spPr>
          <a:xfrm>
            <a:off x="411921" y="987677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Téglalap 119">
            <a:extLst>
              <a:ext uri="{FF2B5EF4-FFF2-40B4-BE49-F238E27FC236}">
                <a16:creationId xmlns:a16="http://schemas.microsoft.com/office/drawing/2014/main" id="{76AA61E6-BE8F-5FBC-1E56-445C1F447020}"/>
              </a:ext>
            </a:extLst>
          </p:cNvPr>
          <p:cNvSpPr/>
          <p:nvPr/>
        </p:nvSpPr>
        <p:spPr>
          <a:xfrm>
            <a:off x="0" y="6411364"/>
            <a:ext cx="5461000" cy="446636"/>
          </a:xfrm>
          <a:custGeom>
            <a:avLst/>
            <a:gdLst>
              <a:gd name="connsiteX0" fmla="*/ 0 w 5461000"/>
              <a:gd name="connsiteY0" fmla="*/ 0 h 446636"/>
              <a:gd name="connsiteX1" fmla="*/ 5461000 w 5461000"/>
              <a:gd name="connsiteY1" fmla="*/ 0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0 h 446636"/>
              <a:gd name="connsiteX1" fmla="*/ 5461000 w 5461000"/>
              <a:gd name="connsiteY1" fmla="*/ 446636 h 446636"/>
              <a:gd name="connsiteX2" fmla="*/ 0 w 5461000"/>
              <a:gd name="connsiteY2" fmla="*/ 446636 h 446636"/>
              <a:gd name="connsiteX3" fmla="*/ 0 w 5461000"/>
              <a:gd name="connsiteY3" fmla="*/ 0 h 446636"/>
              <a:gd name="connsiteX0" fmla="*/ 0 w 5461000"/>
              <a:gd name="connsiteY0" fmla="*/ 0 h 446636"/>
              <a:gd name="connsiteX1" fmla="*/ 1689100 w 5461000"/>
              <a:gd name="connsiteY1" fmla="*/ 1291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124864 h 571500"/>
              <a:gd name="connsiteX1" fmla="*/ 2286000 w 5461000"/>
              <a:gd name="connsiteY1" fmla="*/ 0 h 571500"/>
              <a:gd name="connsiteX2" fmla="*/ 5461000 w 5461000"/>
              <a:gd name="connsiteY2" fmla="*/ 571500 h 571500"/>
              <a:gd name="connsiteX3" fmla="*/ 0 w 5461000"/>
              <a:gd name="connsiteY3" fmla="*/ 571500 h 571500"/>
              <a:gd name="connsiteX4" fmla="*/ 0 w 5461000"/>
              <a:gd name="connsiteY4" fmla="*/ 124864 h 571500"/>
              <a:gd name="connsiteX0" fmla="*/ 0 w 5461000"/>
              <a:gd name="connsiteY0" fmla="*/ 0 h 446636"/>
              <a:gd name="connsiteX1" fmla="*/ 3352800 w 5461000"/>
              <a:gd name="connsiteY1" fmla="*/ 656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61000" h="446636">
                <a:moveTo>
                  <a:pt x="0" y="0"/>
                </a:moveTo>
                <a:lnTo>
                  <a:pt x="3352800" y="65636"/>
                </a:lnTo>
                <a:lnTo>
                  <a:pt x="5461000" y="446636"/>
                </a:lnTo>
                <a:lnTo>
                  <a:pt x="0" y="446636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Felhő 131">
            <a:extLst>
              <a:ext uri="{FF2B5EF4-FFF2-40B4-BE49-F238E27FC236}">
                <a16:creationId xmlns:a16="http://schemas.microsoft.com/office/drawing/2014/main" id="{C42952A4-A4C6-4081-ADA7-26B4914F8026}"/>
              </a:ext>
            </a:extLst>
          </p:cNvPr>
          <p:cNvSpPr/>
          <p:nvPr/>
        </p:nvSpPr>
        <p:spPr>
          <a:xfrm>
            <a:off x="2436153" y="2563714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Felhő 132">
            <a:extLst>
              <a:ext uri="{FF2B5EF4-FFF2-40B4-BE49-F238E27FC236}">
                <a16:creationId xmlns:a16="http://schemas.microsoft.com/office/drawing/2014/main" id="{B3AB7635-F849-42A5-A139-6453D0565A70}"/>
              </a:ext>
            </a:extLst>
          </p:cNvPr>
          <p:cNvSpPr/>
          <p:nvPr/>
        </p:nvSpPr>
        <p:spPr>
          <a:xfrm>
            <a:off x="410490" y="2652079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Felhő 133">
            <a:extLst>
              <a:ext uri="{FF2B5EF4-FFF2-40B4-BE49-F238E27FC236}">
                <a16:creationId xmlns:a16="http://schemas.microsoft.com/office/drawing/2014/main" id="{09AF6E0A-89C9-4425-8261-D42969655C61}"/>
              </a:ext>
            </a:extLst>
          </p:cNvPr>
          <p:cNvSpPr/>
          <p:nvPr/>
        </p:nvSpPr>
        <p:spPr>
          <a:xfrm>
            <a:off x="3930905" y="484561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231961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sillag: 5 ágú 2">
            <a:extLst>
              <a:ext uri="{FF2B5EF4-FFF2-40B4-BE49-F238E27FC236}">
                <a16:creationId xmlns:a16="http://schemas.microsoft.com/office/drawing/2014/main" id="{39584E4E-9375-6972-C234-6962318947FD}"/>
              </a:ext>
            </a:extLst>
          </p:cNvPr>
          <p:cNvSpPr/>
          <p:nvPr/>
        </p:nvSpPr>
        <p:spPr>
          <a:xfrm>
            <a:off x="9700165" y="515914"/>
            <a:ext cx="392914" cy="470133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Csillag: 5 ágú 3">
            <a:extLst>
              <a:ext uri="{FF2B5EF4-FFF2-40B4-BE49-F238E27FC236}">
                <a16:creationId xmlns:a16="http://schemas.microsoft.com/office/drawing/2014/main" id="{339F3BD3-2DF1-56A7-E21D-6FD145879C72}"/>
              </a:ext>
            </a:extLst>
          </p:cNvPr>
          <p:cNvSpPr/>
          <p:nvPr/>
        </p:nvSpPr>
        <p:spPr>
          <a:xfrm>
            <a:off x="10489668" y="626892"/>
            <a:ext cx="515080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5" name="Csillag: 5 ágú 4">
            <a:extLst>
              <a:ext uri="{FF2B5EF4-FFF2-40B4-BE49-F238E27FC236}">
                <a16:creationId xmlns:a16="http://schemas.microsoft.com/office/drawing/2014/main" id="{0EAABBD6-A978-864F-AE17-2E9EA3D75488}"/>
              </a:ext>
            </a:extLst>
          </p:cNvPr>
          <p:cNvSpPr/>
          <p:nvPr/>
        </p:nvSpPr>
        <p:spPr>
          <a:xfrm>
            <a:off x="10079782" y="1231388"/>
            <a:ext cx="308402" cy="326551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15" name="Csoportba foglalás 114">
            <a:extLst>
              <a:ext uri="{FF2B5EF4-FFF2-40B4-BE49-F238E27FC236}">
                <a16:creationId xmlns:a16="http://schemas.microsoft.com/office/drawing/2014/main" id="{8E9BA40A-D6A7-867B-59C9-2B896EFED892}"/>
              </a:ext>
            </a:extLst>
          </p:cNvPr>
          <p:cNvGrpSpPr/>
          <p:nvPr/>
        </p:nvGrpSpPr>
        <p:grpSpPr>
          <a:xfrm>
            <a:off x="6397530" y="1722557"/>
            <a:ext cx="1922054" cy="1744418"/>
            <a:chOff x="6154860" y="5305327"/>
            <a:chExt cx="1922054" cy="1744418"/>
          </a:xfrm>
        </p:grpSpPr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95A9C04D-C238-2A1F-83BF-DC1B432546DB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20" name="Ellipszis 119">
                <a:extLst>
                  <a:ext uri="{FF2B5EF4-FFF2-40B4-BE49-F238E27FC236}">
                    <a16:creationId xmlns:a16="http://schemas.microsoft.com/office/drawing/2014/main" id="{3C35D223-06D2-2CE2-DC0F-D9AB60B3048A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1" name="Egyenes összekötő 120">
                <a:extLst>
                  <a:ext uri="{FF2B5EF4-FFF2-40B4-BE49-F238E27FC236}">
                    <a16:creationId xmlns:a16="http://schemas.microsoft.com/office/drawing/2014/main" id="{A6C0EFDA-3600-FE96-4525-46C8626B47DC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2" name="Egyenes összekötő 121">
                <a:extLst>
                  <a:ext uri="{FF2B5EF4-FFF2-40B4-BE49-F238E27FC236}">
                    <a16:creationId xmlns:a16="http://schemas.microsoft.com/office/drawing/2014/main" id="{1AAAB8D8-D24D-458A-4B5E-FE61B631FD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3" name="Egyenes összekötő 122">
                <a:extLst>
                  <a:ext uri="{FF2B5EF4-FFF2-40B4-BE49-F238E27FC236}">
                    <a16:creationId xmlns:a16="http://schemas.microsoft.com/office/drawing/2014/main" id="{A9CBBD58-9B0F-0D5B-FC77-4CFE4169CF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4" name="Egyenes összekötő 123">
                <a:extLst>
                  <a:ext uri="{FF2B5EF4-FFF2-40B4-BE49-F238E27FC236}">
                    <a16:creationId xmlns:a16="http://schemas.microsoft.com/office/drawing/2014/main" id="{2E2D2529-2D69-4CD7-82BA-CE1CA4CFBA7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5" name="Egyenes összekötő 124">
                <a:extLst>
                  <a:ext uri="{FF2B5EF4-FFF2-40B4-BE49-F238E27FC236}">
                    <a16:creationId xmlns:a16="http://schemas.microsoft.com/office/drawing/2014/main" id="{5A03DE54-8D4C-7475-D674-4CC2318D19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117" name="Egyenes összekötő 116">
              <a:extLst>
                <a:ext uri="{FF2B5EF4-FFF2-40B4-BE49-F238E27FC236}">
                  <a16:creationId xmlns:a16="http://schemas.microsoft.com/office/drawing/2014/main" id="{4608A8C8-AC1A-A8B0-DE4F-3D9D834A7B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18" name="Egyenes összekötő 117">
              <a:extLst>
                <a:ext uri="{FF2B5EF4-FFF2-40B4-BE49-F238E27FC236}">
                  <a16:creationId xmlns:a16="http://schemas.microsoft.com/office/drawing/2014/main" id="{C135348A-A8DE-B13A-2875-E615303C7108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19" name="Egyenes összekötő 118">
              <a:extLst>
                <a:ext uri="{FF2B5EF4-FFF2-40B4-BE49-F238E27FC236}">
                  <a16:creationId xmlns:a16="http://schemas.microsoft.com/office/drawing/2014/main" id="{097BB3EE-D5A6-68CE-9244-E4CBCA5F8E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6" name="Csillag: 5 ágú 5">
            <a:extLst>
              <a:ext uri="{FF2B5EF4-FFF2-40B4-BE49-F238E27FC236}">
                <a16:creationId xmlns:a16="http://schemas.microsoft.com/office/drawing/2014/main" id="{97F56508-AB3D-D3EE-4C96-85115E4D1DED}"/>
              </a:ext>
            </a:extLst>
          </p:cNvPr>
          <p:cNvSpPr/>
          <p:nvPr/>
        </p:nvSpPr>
        <p:spPr>
          <a:xfrm>
            <a:off x="11639725" y="1039813"/>
            <a:ext cx="392914" cy="394534"/>
          </a:xfrm>
          <a:prstGeom prst="star5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0" name="Csoportba foglalás 19">
            <a:extLst>
              <a:ext uri="{FF2B5EF4-FFF2-40B4-BE49-F238E27FC236}">
                <a16:creationId xmlns:a16="http://schemas.microsoft.com/office/drawing/2014/main" id="{963179F5-563A-8CCB-1A44-AF1EA399893C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21" name="Csoportba foglalás 20">
              <a:extLst>
                <a:ext uri="{FF2B5EF4-FFF2-40B4-BE49-F238E27FC236}">
                  <a16:creationId xmlns:a16="http://schemas.microsoft.com/office/drawing/2014/main" id="{4892D5D4-1E50-3E00-5A2E-355FF337E7C4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4" name="Henger 23">
                <a:extLst>
                  <a:ext uri="{FF2B5EF4-FFF2-40B4-BE49-F238E27FC236}">
                    <a16:creationId xmlns:a16="http://schemas.microsoft.com/office/drawing/2014/main" id="{504C9585-5783-E402-76F6-7D7451A0E449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" name="Ellipszis 24">
                <a:extLst>
                  <a:ext uri="{FF2B5EF4-FFF2-40B4-BE49-F238E27FC236}">
                    <a16:creationId xmlns:a16="http://schemas.microsoft.com/office/drawing/2014/main" id="{A8C2F597-7025-B76A-0D9E-04E128B6FB4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6" name="Téglalap 25">
                <a:extLst>
                  <a:ext uri="{FF2B5EF4-FFF2-40B4-BE49-F238E27FC236}">
                    <a16:creationId xmlns:a16="http://schemas.microsoft.com/office/drawing/2014/main" id="{DC517923-5DA0-D0B5-CC0F-246EBDAFE72B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79B566FF-A504-2D7C-AD72-389CCDE4EFDC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E439ADA8-998A-B0A9-E73C-BE22A5F3DB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578F5B24-5ADA-9CEF-9C58-DA872179E0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Egyenes összekötő 29">
                <a:extLst>
                  <a:ext uri="{FF2B5EF4-FFF2-40B4-BE49-F238E27FC236}">
                    <a16:creationId xmlns:a16="http://schemas.microsoft.com/office/drawing/2014/main" id="{C6D1ACA6-CE1D-B097-685C-0DC3435081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Egyenes összekötő 30">
                <a:extLst>
                  <a:ext uri="{FF2B5EF4-FFF2-40B4-BE49-F238E27FC236}">
                    <a16:creationId xmlns:a16="http://schemas.microsoft.com/office/drawing/2014/main" id="{E6F1201E-E68F-9D9E-04C6-55F012A234A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2" name="Ellipszis 31">
                <a:extLst>
                  <a:ext uri="{FF2B5EF4-FFF2-40B4-BE49-F238E27FC236}">
                    <a16:creationId xmlns:a16="http://schemas.microsoft.com/office/drawing/2014/main" id="{3C46EBA5-A593-07AF-E85C-BEAB6EAF88D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2" name="Egyenes összekötő 21">
              <a:extLst>
                <a:ext uri="{FF2B5EF4-FFF2-40B4-BE49-F238E27FC236}">
                  <a16:creationId xmlns:a16="http://schemas.microsoft.com/office/drawing/2014/main" id="{7AC314C1-B8D5-F45B-0ACA-186388686D1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3" name="Egyenes összekötő 22">
              <a:extLst>
                <a:ext uri="{FF2B5EF4-FFF2-40B4-BE49-F238E27FC236}">
                  <a16:creationId xmlns:a16="http://schemas.microsoft.com/office/drawing/2014/main" id="{131D7880-AF45-BCEC-F875-4A66ADC36748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3" name="Csoportba foglalás 42">
            <a:extLst>
              <a:ext uri="{FF2B5EF4-FFF2-40B4-BE49-F238E27FC236}">
                <a16:creationId xmlns:a16="http://schemas.microsoft.com/office/drawing/2014/main" id="{88FF2E95-C785-1FBD-49D5-14E284E5A4FD}"/>
              </a:ext>
            </a:extLst>
          </p:cNvPr>
          <p:cNvGrpSpPr/>
          <p:nvPr/>
        </p:nvGrpSpPr>
        <p:grpSpPr>
          <a:xfrm rot="968941"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44" name="Csoportba foglalás 43">
              <a:extLst>
                <a:ext uri="{FF2B5EF4-FFF2-40B4-BE49-F238E27FC236}">
                  <a16:creationId xmlns:a16="http://schemas.microsoft.com/office/drawing/2014/main" id="{309DC422-4496-AB71-DD9B-108258BA3308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86" name="Csoportba foglalás 85">
                <a:extLst>
                  <a:ext uri="{FF2B5EF4-FFF2-40B4-BE49-F238E27FC236}">
                    <a16:creationId xmlns:a16="http://schemas.microsoft.com/office/drawing/2014/main" id="{81328B5C-6E62-F9B1-ABF0-982BCCFD9A3E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89" name="Derékszögű háromszög 88">
                  <a:extLst>
                    <a:ext uri="{FF2B5EF4-FFF2-40B4-BE49-F238E27FC236}">
                      <a16:creationId xmlns:a16="http://schemas.microsoft.com/office/drawing/2014/main" id="{D1EE5236-A4F2-97FB-13C2-F26E232F894B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0" name="Derékszögű háromszög 89">
                  <a:extLst>
                    <a:ext uri="{FF2B5EF4-FFF2-40B4-BE49-F238E27FC236}">
                      <a16:creationId xmlns:a16="http://schemas.microsoft.com/office/drawing/2014/main" id="{2DB92870-ECAC-C4D1-E327-6B7270716C7C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1" name="Téglalap 15">
                  <a:extLst>
                    <a:ext uri="{FF2B5EF4-FFF2-40B4-BE49-F238E27FC236}">
                      <a16:creationId xmlns:a16="http://schemas.microsoft.com/office/drawing/2014/main" id="{77BAE028-BE59-2298-EFA8-9EFF7235D9B2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2" name="Folyamatábra: Tárolt adat 17">
                  <a:extLst>
                    <a:ext uri="{FF2B5EF4-FFF2-40B4-BE49-F238E27FC236}">
                      <a16:creationId xmlns:a16="http://schemas.microsoft.com/office/drawing/2014/main" id="{3A98E9C6-C7ED-6F90-1C8C-84FA623BF3E2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3" name="Derékszögű háromszög 92">
                  <a:extLst>
                    <a:ext uri="{FF2B5EF4-FFF2-40B4-BE49-F238E27FC236}">
                      <a16:creationId xmlns:a16="http://schemas.microsoft.com/office/drawing/2014/main" id="{0BCB6FA6-7951-0A17-D968-117AFB61F348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Romboid 99">
                  <a:extLst>
                    <a:ext uri="{FF2B5EF4-FFF2-40B4-BE49-F238E27FC236}">
                      <a16:creationId xmlns:a16="http://schemas.microsoft.com/office/drawing/2014/main" id="{0388657E-5A26-79C6-DE48-E1D95ED58A0B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1" name="Téglalap 100">
                  <a:extLst>
                    <a:ext uri="{FF2B5EF4-FFF2-40B4-BE49-F238E27FC236}">
                      <a16:creationId xmlns:a16="http://schemas.microsoft.com/office/drawing/2014/main" id="{00F62DE8-23FB-97C4-AAD8-C2925AD3EFC9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Téglalap: lekerekített 101">
                  <a:extLst>
                    <a:ext uri="{FF2B5EF4-FFF2-40B4-BE49-F238E27FC236}">
                      <a16:creationId xmlns:a16="http://schemas.microsoft.com/office/drawing/2014/main" id="{8B0DAC01-A06E-F529-41B5-CD651EC890BF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3" name="Téglalap: lekerekített 102">
                  <a:extLst>
                    <a:ext uri="{FF2B5EF4-FFF2-40B4-BE49-F238E27FC236}">
                      <a16:creationId xmlns:a16="http://schemas.microsoft.com/office/drawing/2014/main" id="{92C1347F-F942-D235-6A24-C4F225291EAC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4" name="Téglalap: lekerekített 103">
                  <a:extLst>
                    <a:ext uri="{FF2B5EF4-FFF2-40B4-BE49-F238E27FC236}">
                      <a16:creationId xmlns:a16="http://schemas.microsoft.com/office/drawing/2014/main" id="{41AFAB0D-A7B2-4224-8788-C1EAB1B3BE91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5" name="Téglalap: lekerekített 104">
                  <a:extLst>
                    <a:ext uri="{FF2B5EF4-FFF2-40B4-BE49-F238E27FC236}">
                      <a16:creationId xmlns:a16="http://schemas.microsoft.com/office/drawing/2014/main" id="{8FFC6BA8-D691-1C7D-6292-59716DC89115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6" name="Téglalap: lekerekített 105">
                  <a:extLst>
                    <a:ext uri="{FF2B5EF4-FFF2-40B4-BE49-F238E27FC236}">
                      <a16:creationId xmlns:a16="http://schemas.microsoft.com/office/drawing/2014/main" id="{A75127E9-69AF-34F7-72D8-52A3B6FB7E11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7" name="Téglalap: lekerekített 106">
                  <a:extLst>
                    <a:ext uri="{FF2B5EF4-FFF2-40B4-BE49-F238E27FC236}">
                      <a16:creationId xmlns:a16="http://schemas.microsoft.com/office/drawing/2014/main" id="{3434F02E-F71D-BB8F-DC6A-DBED4BA85274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87" name="Picture 2" descr="Forráskép megtekintése">
                <a:extLst>
                  <a:ext uri="{FF2B5EF4-FFF2-40B4-BE49-F238E27FC236}">
                    <a16:creationId xmlns:a16="http://schemas.microsoft.com/office/drawing/2014/main" id="{AA4B3F70-796D-14C6-3079-884208BB7D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88" name="Picture 6" descr="Forráskép megtekintése">
                <a:extLst>
                  <a:ext uri="{FF2B5EF4-FFF2-40B4-BE49-F238E27FC236}">
                    <a16:creationId xmlns:a16="http://schemas.microsoft.com/office/drawing/2014/main" id="{67560221-BB6B-9B23-5BB9-9E12C9978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45" name="Csoportba foglalás 44">
              <a:extLst>
                <a:ext uri="{FF2B5EF4-FFF2-40B4-BE49-F238E27FC236}">
                  <a16:creationId xmlns:a16="http://schemas.microsoft.com/office/drawing/2014/main" id="{0A0B6DDE-F6BF-3431-FF3F-D119D7A4E55D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74" name="Csoportba foglalás 73">
                <a:extLst>
                  <a:ext uri="{FF2B5EF4-FFF2-40B4-BE49-F238E27FC236}">
                    <a16:creationId xmlns:a16="http://schemas.microsoft.com/office/drawing/2014/main" id="{7D5622D8-6F2E-8B84-4597-2E1578A4928D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77" name="Henger 76">
                  <a:extLst>
                    <a:ext uri="{FF2B5EF4-FFF2-40B4-BE49-F238E27FC236}">
                      <a16:creationId xmlns:a16="http://schemas.microsoft.com/office/drawing/2014/main" id="{10F84482-C498-5291-892E-05DEBD8B5CD8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Ellipszis 77">
                  <a:extLst>
                    <a:ext uri="{FF2B5EF4-FFF2-40B4-BE49-F238E27FC236}">
                      <a16:creationId xmlns:a16="http://schemas.microsoft.com/office/drawing/2014/main" id="{CDBD5D13-1D93-65AF-76FF-78F8739EF06D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9" name="Téglalap 78">
                  <a:extLst>
                    <a:ext uri="{FF2B5EF4-FFF2-40B4-BE49-F238E27FC236}">
                      <a16:creationId xmlns:a16="http://schemas.microsoft.com/office/drawing/2014/main" id="{7710A6E2-1D2F-4A50-3CAC-12BA5F1E45DC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0" name="Ellipszis 79">
                  <a:extLst>
                    <a:ext uri="{FF2B5EF4-FFF2-40B4-BE49-F238E27FC236}">
                      <a16:creationId xmlns:a16="http://schemas.microsoft.com/office/drawing/2014/main" id="{AFCE73A4-4116-D36E-023C-F0677C816054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1" name="Egyenes összekötő 80">
                  <a:extLst>
                    <a:ext uri="{FF2B5EF4-FFF2-40B4-BE49-F238E27FC236}">
                      <a16:creationId xmlns:a16="http://schemas.microsoft.com/office/drawing/2014/main" id="{126976D2-8018-4E38-3797-EDF109D978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Egyenes összekötő 81">
                  <a:extLst>
                    <a:ext uri="{FF2B5EF4-FFF2-40B4-BE49-F238E27FC236}">
                      <a16:creationId xmlns:a16="http://schemas.microsoft.com/office/drawing/2014/main" id="{15153241-DCCF-52C2-4178-22E3A791A7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Egyenes összekötő 82">
                  <a:extLst>
                    <a:ext uri="{FF2B5EF4-FFF2-40B4-BE49-F238E27FC236}">
                      <a16:creationId xmlns:a16="http://schemas.microsoft.com/office/drawing/2014/main" id="{56C3F44C-236C-A786-B5CF-498E29965D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Egyenes összekötő 83">
                  <a:extLst>
                    <a:ext uri="{FF2B5EF4-FFF2-40B4-BE49-F238E27FC236}">
                      <a16:creationId xmlns:a16="http://schemas.microsoft.com/office/drawing/2014/main" id="{6ADFEC0D-53E6-C69A-4A9D-EBD110F499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85" name="Ellipszis 84">
                  <a:extLst>
                    <a:ext uri="{FF2B5EF4-FFF2-40B4-BE49-F238E27FC236}">
                      <a16:creationId xmlns:a16="http://schemas.microsoft.com/office/drawing/2014/main" id="{03FBE8A5-1323-4127-3A96-F0FD9EA8A626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75" name="Egyenes összekötő 74">
                <a:extLst>
                  <a:ext uri="{FF2B5EF4-FFF2-40B4-BE49-F238E27FC236}">
                    <a16:creationId xmlns:a16="http://schemas.microsoft.com/office/drawing/2014/main" id="{520D3D20-6A1A-F33D-EBEB-46FEB1C0EE4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D917F0F1-9602-D510-A7CD-43342105E4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46" name="Csoportba foglalás 45">
              <a:extLst>
                <a:ext uri="{FF2B5EF4-FFF2-40B4-BE49-F238E27FC236}">
                  <a16:creationId xmlns:a16="http://schemas.microsoft.com/office/drawing/2014/main" id="{85F9A6A0-DCD2-09B4-4455-E430CBACB145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64" name="Henger 63">
                <a:extLst>
                  <a:ext uri="{FF2B5EF4-FFF2-40B4-BE49-F238E27FC236}">
                    <a16:creationId xmlns:a16="http://schemas.microsoft.com/office/drawing/2014/main" id="{61AA949A-EFA9-683A-DA75-61BA2BB7344C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5" name="Csoportba foglalás 64">
                <a:extLst>
                  <a:ext uri="{FF2B5EF4-FFF2-40B4-BE49-F238E27FC236}">
                    <a16:creationId xmlns:a16="http://schemas.microsoft.com/office/drawing/2014/main" id="{B6695E35-375C-EE5F-D452-7F609BC515E6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67" name="Ellipszis 66">
                  <a:extLst>
                    <a:ext uri="{FF2B5EF4-FFF2-40B4-BE49-F238E27FC236}">
                      <a16:creationId xmlns:a16="http://schemas.microsoft.com/office/drawing/2014/main" id="{1761ED7A-5160-1616-C4C0-1C87694F26A6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Ellipszis 67">
                  <a:extLst>
                    <a:ext uri="{FF2B5EF4-FFF2-40B4-BE49-F238E27FC236}">
                      <a16:creationId xmlns:a16="http://schemas.microsoft.com/office/drawing/2014/main" id="{EE5B0E1A-3228-A33F-27D7-83DDAE442A1B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319B631C-D7C8-75A1-E004-0BE4B34DF3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534A0F8D-428E-DBA1-C8A9-9B3FB84DD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0E33D870-7325-5B37-E7A5-D743DBBEA9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Egyenes összekötő 71">
                  <a:extLst>
                    <a:ext uri="{FF2B5EF4-FFF2-40B4-BE49-F238E27FC236}">
                      <a16:creationId xmlns:a16="http://schemas.microsoft.com/office/drawing/2014/main" id="{35874600-F320-E4BC-7F87-0C996595FD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F3D62BB3-0BA8-1606-89EF-9377AEE672C3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66" name="Téglalap 65">
                <a:extLst>
                  <a:ext uri="{FF2B5EF4-FFF2-40B4-BE49-F238E27FC236}">
                    <a16:creationId xmlns:a16="http://schemas.microsoft.com/office/drawing/2014/main" id="{938F9AEB-87B1-E82F-777A-8ECBA440E1FF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47" name="Csoportba foglalás 46">
              <a:extLst>
                <a:ext uri="{FF2B5EF4-FFF2-40B4-BE49-F238E27FC236}">
                  <a16:creationId xmlns:a16="http://schemas.microsoft.com/office/drawing/2014/main" id="{65689ED1-F5BE-D84A-E239-E39780428A9D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48" name="Csoportba foglalás 47">
                <a:extLst>
                  <a:ext uri="{FF2B5EF4-FFF2-40B4-BE49-F238E27FC236}">
                    <a16:creationId xmlns:a16="http://schemas.microsoft.com/office/drawing/2014/main" id="{AFD874ED-22B9-A1F4-DAC7-4F6412769D5F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56" name="Henger 55">
                  <a:extLst>
                    <a:ext uri="{FF2B5EF4-FFF2-40B4-BE49-F238E27FC236}">
                      <a16:creationId xmlns:a16="http://schemas.microsoft.com/office/drawing/2014/main" id="{2AB1665E-7F07-946C-A929-12906F2A262C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7" name="Ellipszis 56">
                  <a:extLst>
                    <a:ext uri="{FF2B5EF4-FFF2-40B4-BE49-F238E27FC236}">
                      <a16:creationId xmlns:a16="http://schemas.microsoft.com/office/drawing/2014/main" id="{CCED0EA1-2903-EE1D-7182-D672D7A2D3A0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8" name="Ív 57">
                  <a:extLst>
                    <a:ext uri="{FF2B5EF4-FFF2-40B4-BE49-F238E27FC236}">
                      <a16:creationId xmlns:a16="http://schemas.microsoft.com/office/drawing/2014/main" id="{35F365DE-E2AE-245E-7307-CEFCA2564A02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59" name="Picture 2" descr="Forráskép megtekintése">
                  <a:extLst>
                    <a:ext uri="{FF2B5EF4-FFF2-40B4-BE49-F238E27FC236}">
                      <a16:creationId xmlns:a16="http://schemas.microsoft.com/office/drawing/2014/main" id="{89376066-8725-2E11-7138-2A1511F30F0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0" name="Téglalap 59">
                  <a:extLst>
                    <a:ext uri="{FF2B5EF4-FFF2-40B4-BE49-F238E27FC236}">
                      <a16:creationId xmlns:a16="http://schemas.microsoft.com/office/drawing/2014/main" id="{731087EC-032B-FB8D-AA8F-521AE9005F05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1" name="Csillag: 4 ágú 60">
                  <a:extLst>
                    <a:ext uri="{FF2B5EF4-FFF2-40B4-BE49-F238E27FC236}">
                      <a16:creationId xmlns:a16="http://schemas.microsoft.com/office/drawing/2014/main" id="{DF78205B-665B-FF50-08A9-10EEF9B97E7E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Szabadkézi sokszög: alakzat 61">
                  <a:extLst>
                    <a:ext uri="{FF2B5EF4-FFF2-40B4-BE49-F238E27FC236}">
                      <a16:creationId xmlns:a16="http://schemas.microsoft.com/office/drawing/2014/main" id="{42AD10BF-5535-C4C2-4005-2F3C900EBF1A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D5D945E5-AEC4-2418-FC30-654310615ABE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9" name="Ellipszis 48">
                <a:extLst>
                  <a:ext uri="{FF2B5EF4-FFF2-40B4-BE49-F238E27FC236}">
                    <a16:creationId xmlns:a16="http://schemas.microsoft.com/office/drawing/2014/main" id="{D93D2CB6-641C-8C2F-4E5A-6F5FD4B3516F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0" name="Ellipszis 49">
                <a:extLst>
                  <a:ext uri="{FF2B5EF4-FFF2-40B4-BE49-F238E27FC236}">
                    <a16:creationId xmlns:a16="http://schemas.microsoft.com/office/drawing/2014/main" id="{7F1CD305-56FB-2283-8EB5-58E59DFABD30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1" name="Egyenes összekötő 50">
                <a:extLst>
                  <a:ext uri="{FF2B5EF4-FFF2-40B4-BE49-F238E27FC236}">
                    <a16:creationId xmlns:a16="http://schemas.microsoft.com/office/drawing/2014/main" id="{4BDF61E1-692F-F63E-7AB3-16D20EF19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2" name="Ellipszis 51">
                <a:extLst>
                  <a:ext uri="{FF2B5EF4-FFF2-40B4-BE49-F238E27FC236}">
                    <a16:creationId xmlns:a16="http://schemas.microsoft.com/office/drawing/2014/main" id="{1E18F683-D3EE-3D99-C137-5BA9F89A0338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3" name="Ellipszis 52">
                <a:extLst>
                  <a:ext uri="{FF2B5EF4-FFF2-40B4-BE49-F238E27FC236}">
                    <a16:creationId xmlns:a16="http://schemas.microsoft.com/office/drawing/2014/main" id="{7BFD54C2-99D8-80A0-A39D-AC58FA0983CB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54" name="Kép 53">
                <a:extLst>
                  <a:ext uri="{FF2B5EF4-FFF2-40B4-BE49-F238E27FC236}">
                    <a16:creationId xmlns:a16="http://schemas.microsoft.com/office/drawing/2014/main" id="{F9AC57D7-0102-C68D-534B-B74D108092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55" name="Egyenes összekötő 54">
                <a:extLst>
                  <a:ext uri="{FF2B5EF4-FFF2-40B4-BE49-F238E27FC236}">
                    <a16:creationId xmlns:a16="http://schemas.microsoft.com/office/drawing/2014/main" id="{13358282-FF26-063D-3BFC-5B75605D92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9" name="Felhő 108">
            <a:extLst>
              <a:ext uri="{FF2B5EF4-FFF2-40B4-BE49-F238E27FC236}">
                <a16:creationId xmlns:a16="http://schemas.microsoft.com/office/drawing/2014/main" id="{A233F7C7-B512-A25E-C6F9-2EF69E3972B4}"/>
              </a:ext>
            </a:extLst>
          </p:cNvPr>
          <p:cNvSpPr/>
          <p:nvPr/>
        </p:nvSpPr>
        <p:spPr>
          <a:xfrm>
            <a:off x="3723077" y="570038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Felhő 109">
            <a:extLst>
              <a:ext uri="{FF2B5EF4-FFF2-40B4-BE49-F238E27FC236}">
                <a16:creationId xmlns:a16="http://schemas.microsoft.com/office/drawing/2014/main" id="{C852B90B-A431-6E93-0F5F-BEDD4D99DA83}"/>
              </a:ext>
            </a:extLst>
          </p:cNvPr>
          <p:cNvSpPr/>
          <p:nvPr/>
        </p:nvSpPr>
        <p:spPr>
          <a:xfrm>
            <a:off x="4190777" y="2002764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Felhő 110">
            <a:extLst>
              <a:ext uri="{FF2B5EF4-FFF2-40B4-BE49-F238E27FC236}">
                <a16:creationId xmlns:a16="http://schemas.microsoft.com/office/drawing/2014/main" id="{FC46B09F-F16F-5112-6E5F-1F09BA3E2AAE}"/>
              </a:ext>
            </a:extLst>
          </p:cNvPr>
          <p:cNvSpPr/>
          <p:nvPr/>
        </p:nvSpPr>
        <p:spPr>
          <a:xfrm>
            <a:off x="6206078" y="1074586"/>
            <a:ext cx="2376367" cy="139333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Felhő 111">
            <a:extLst>
              <a:ext uri="{FF2B5EF4-FFF2-40B4-BE49-F238E27FC236}">
                <a16:creationId xmlns:a16="http://schemas.microsoft.com/office/drawing/2014/main" id="{273D9E23-2250-2FFC-5AF6-403CF147C6A7}"/>
              </a:ext>
            </a:extLst>
          </p:cNvPr>
          <p:cNvSpPr/>
          <p:nvPr/>
        </p:nvSpPr>
        <p:spPr>
          <a:xfrm>
            <a:off x="2508014" y="2103829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Felhő 112">
            <a:extLst>
              <a:ext uri="{FF2B5EF4-FFF2-40B4-BE49-F238E27FC236}">
                <a16:creationId xmlns:a16="http://schemas.microsoft.com/office/drawing/2014/main" id="{DFF056E3-FE71-248E-57D8-4AC1CD6501ED}"/>
              </a:ext>
            </a:extLst>
          </p:cNvPr>
          <p:cNvSpPr/>
          <p:nvPr/>
        </p:nvSpPr>
        <p:spPr>
          <a:xfrm>
            <a:off x="1275521" y="987677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Téglalap 119">
            <a:extLst>
              <a:ext uri="{FF2B5EF4-FFF2-40B4-BE49-F238E27FC236}">
                <a16:creationId xmlns:a16="http://schemas.microsoft.com/office/drawing/2014/main" id="{5C3ABD6B-1FC6-36AC-883D-CF9575E23DC7}"/>
              </a:ext>
            </a:extLst>
          </p:cNvPr>
          <p:cNvSpPr/>
          <p:nvPr/>
        </p:nvSpPr>
        <p:spPr>
          <a:xfrm>
            <a:off x="0" y="6411364"/>
            <a:ext cx="7061200" cy="446636"/>
          </a:xfrm>
          <a:custGeom>
            <a:avLst/>
            <a:gdLst>
              <a:gd name="connsiteX0" fmla="*/ 0 w 5461000"/>
              <a:gd name="connsiteY0" fmla="*/ 0 h 446636"/>
              <a:gd name="connsiteX1" fmla="*/ 5461000 w 5461000"/>
              <a:gd name="connsiteY1" fmla="*/ 0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0 h 446636"/>
              <a:gd name="connsiteX1" fmla="*/ 5461000 w 5461000"/>
              <a:gd name="connsiteY1" fmla="*/ 446636 h 446636"/>
              <a:gd name="connsiteX2" fmla="*/ 0 w 5461000"/>
              <a:gd name="connsiteY2" fmla="*/ 446636 h 446636"/>
              <a:gd name="connsiteX3" fmla="*/ 0 w 5461000"/>
              <a:gd name="connsiteY3" fmla="*/ 0 h 446636"/>
              <a:gd name="connsiteX0" fmla="*/ 0 w 5461000"/>
              <a:gd name="connsiteY0" fmla="*/ 0 h 446636"/>
              <a:gd name="connsiteX1" fmla="*/ 1689100 w 5461000"/>
              <a:gd name="connsiteY1" fmla="*/ 1291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124864 h 571500"/>
              <a:gd name="connsiteX1" fmla="*/ 2286000 w 5461000"/>
              <a:gd name="connsiteY1" fmla="*/ 0 h 571500"/>
              <a:gd name="connsiteX2" fmla="*/ 5461000 w 5461000"/>
              <a:gd name="connsiteY2" fmla="*/ 571500 h 571500"/>
              <a:gd name="connsiteX3" fmla="*/ 0 w 5461000"/>
              <a:gd name="connsiteY3" fmla="*/ 571500 h 571500"/>
              <a:gd name="connsiteX4" fmla="*/ 0 w 5461000"/>
              <a:gd name="connsiteY4" fmla="*/ 124864 h 571500"/>
              <a:gd name="connsiteX0" fmla="*/ 0 w 5461000"/>
              <a:gd name="connsiteY0" fmla="*/ 0 h 446636"/>
              <a:gd name="connsiteX1" fmla="*/ 3352800 w 5461000"/>
              <a:gd name="connsiteY1" fmla="*/ 656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61000" h="446636">
                <a:moveTo>
                  <a:pt x="0" y="0"/>
                </a:moveTo>
                <a:lnTo>
                  <a:pt x="3352800" y="65636"/>
                </a:lnTo>
                <a:lnTo>
                  <a:pt x="5461000" y="446636"/>
                </a:lnTo>
                <a:lnTo>
                  <a:pt x="0" y="446636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26" name="Csoportba foglalás 125">
            <a:extLst>
              <a:ext uri="{FF2B5EF4-FFF2-40B4-BE49-F238E27FC236}">
                <a16:creationId xmlns:a16="http://schemas.microsoft.com/office/drawing/2014/main" id="{1B88FCBB-2927-9DF3-6CCF-13027F0DB90A}"/>
              </a:ext>
            </a:extLst>
          </p:cNvPr>
          <p:cNvGrpSpPr/>
          <p:nvPr/>
        </p:nvGrpSpPr>
        <p:grpSpPr>
          <a:xfrm>
            <a:off x="241300" y="6499196"/>
            <a:ext cx="241300" cy="461472"/>
            <a:chOff x="546100" y="6180628"/>
            <a:chExt cx="241300" cy="461472"/>
          </a:xfrm>
        </p:grpSpPr>
        <p:sp>
          <p:nvSpPr>
            <p:cNvPr id="127" name="Téglalap 126">
              <a:extLst>
                <a:ext uri="{FF2B5EF4-FFF2-40B4-BE49-F238E27FC236}">
                  <a16:creationId xmlns:a16="http://schemas.microsoft.com/office/drawing/2014/main" id="{96603A4E-9793-A5C7-1E2A-07A91F424AB2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Háromszög 127">
              <a:extLst>
                <a:ext uri="{FF2B5EF4-FFF2-40B4-BE49-F238E27FC236}">
                  <a16:creationId xmlns:a16="http://schemas.microsoft.com/office/drawing/2014/main" id="{8559C374-8D78-BE92-FB33-12E0CCF61D2C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29" name="Csoportba foglalás 128">
            <a:extLst>
              <a:ext uri="{FF2B5EF4-FFF2-40B4-BE49-F238E27FC236}">
                <a16:creationId xmlns:a16="http://schemas.microsoft.com/office/drawing/2014/main" id="{FD2AB21A-93D8-9122-7459-E642FD136441}"/>
              </a:ext>
            </a:extLst>
          </p:cNvPr>
          <p:cNvGrpSpPr/>
          <p:nvPr/>
        </p:nvGrpSpPr>
        <p:grpSpPr>
          <a:xfrm>
            <a:off x="-120650" y="6153092"/>
            <a:ext cx="241300" cy="461472"/>
            <a:chOff x="546100" y="6180628"/>
            <a:chExt cx="241300" cy="461472"/>
          </a:xfrm>
        </p:grpSpPr>
        <p:sp>
          <p:nvSpPr>
            <p:cNvPr id="130" name="Téglalap 129">
              <a:extLst>
                <a:ext uri="{FF2B5EF4-FFF2-40B4-BE49-F238E27FC236}">
                  <a16:creationId xmlns:a16="http://schemas.microsoft.com/office/drawing/2014/main" id="{6A6047D1-B904-4245-BD74-D4C933A41E92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Háromszög 130">
              <a:extLst>
                <a:ext uri="{FF2B5EF4-FFF2-40B4-BE49-F238E27FC236}">
                  <a16:creationId xmlns:a16="http://schemas.microsoft.com/office/drawing/2014/main" id="{9217A6AE-55BD-0B71-B0FA-3D4B5F87F509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08" name="Felhő 107">
            <a:extLst>
              <a:ext uri="{FF2B5EF4-FFF2-40B4-BE49-F238E27FC236}">
                <a16:creationId xmlns:a16="http://schemas.microsoft.com/office/drawing/2014/main" id="{CDB4BEF1-00B2-4F00-89D0-A23F80EC0861}"/>
              </a:ext>
            </a:extLst>
          </p:cNvPr>
          <p:cNvSpPr/>
          <p:nvPr/>
        </p:nvSpPr>
        <p:spPr>
          <a:xfrm>
            <a:off x="2846711" y="2638579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Felhő 131">
            <a:extLst>
              <a:ext uri="{FF2B5EF4-FFF2-40B4-BE49-F238E27FC236}">
                <a16:creationId xmlns:a16="http://schemas.microsoft.com/office/drawing/2014/main" id="{3755B5C3-4393-4B43-9AD0-A73339623268}"/>
              </a:ext>
            </a:extLst>
          </p:cNvPr>
          <p:cNvSpPr/>
          <p:nvPr/>
        </p:nvSpPr>
        <p:spPr>
          <a:xfrm>
            <a:off x="399155" y="3056218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Felhő 132">
            <a:extLst>
              <a:ext uri="{FF2B5EF4-FFF2-40B4-BE49-F238E27FC236}">
                <a16:creationId xmlns:a16="http://schemas.microsoft.com/office/drawing/2014/main" id="{4D66FB48-A0AA-4289-BA69-F6559BD5D1CB}"/>
              </a:ext>
            </a:extLst>
          </p:cNvPr>
          <p:cNvSpPr/>
          <p:nvPr/>
        </p:nvSpPr>
        <p:spPr>
          <a:xfrm>
            <a:off x="5067280" y="3045787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25359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Csoportba foglalás 5">
            <a:extLst>
              <a:ext uri="{FF2B5EF4-FFF2-40B4-BE49-F238E27FC236}">
                <a16:creationId xmlns:a16="http://schemas.microsoft.com/office/drawing/2014/main" id="{10E92174-2219-BE8A-C2C8-AF3C6414B2F6}"/>
              </a:ext>
            </a:extLst>
          </p:cNvPr>
          <p:cNvGrpSpPr/>
          <p:nvPr/>
        </p:nvGrpSpPr>
        <p:grpSpPr>
          <a:xfrm>
            <a:off x="6397530" y="1201857"/>
            <a:ext cx="1922054" cy="1744418"/>
            <a:chOff x="6154860" y="5305327"/>
            <a:chExt cx="1922054" cy="1744418"/>
          </a:xfrm>
        </p:grpSpPr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20E6DA24-3AA2-75FF-579D-CAADCAE19C29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1" name="Ellipszis 10">
                <a:extLst>
                  <a:ext uri="{FF2B5EF4-FFF2-40B4-BE49-F238E27FC236}">
                    <a16:creationId xmlns:a16="http://schemas.microsoft.com/office/drawing/2014/main" id="{D1C219E2-5657-CE72-245F-487F251101AB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09165896-6790-5F2C-7322-C73E06D39E6A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59C29F4D-43D7-F1E6-2FC6-6FBB5311547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C67D758D-1290-F148-0E87-B6407B6D0DF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417098F1-EE46-C0DB-9676-91B4DC8FD3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36DBBA35-B628-153B-3FB9-F78CF07715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CF8AAA1C-EF0E-0F3A-32BC-4C84D2160B6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442CE913-1DB8-E8A8-4009-97D002472352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0" name="Egyenes összekötő 9">
              <a:extLst>
                <a:ext uri="{FF2B5EF4-FFF2-40B4-BE49-F238E27FC236}">
                  <a16:creationId xmlns:a16="http://schemas.microsoft.com/office/drawing/2014/main" id="{EFDC1D25-E132-2EC8-301D-D321D894CC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9A40C1C7-E223-3A1E-5461-530F3E7C6140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9" name="Csoportba foglalás 18">
              <a:extLst>
                <a:ext uri="{FF2B5EF4-FFF2-40B4-BE49-F238E27FC236}">
                  <a16:creationId xmlns:a16="http://schemas.microsoft.com/office/drawing/2014/main" id="{5930FABF-90B1-D461-F811-2C64249B89F4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2" name="Henger 21">
                <a:extLst>
                  <a:ext uri="{FF2B5EF4-FFF2-40B4-BE49-F238E27FC236}">
                    <a16:creationId xmlns:a16="http://schemas.microsoft.com/office/drawing/2014/main" id="{69C646B4-729E-5B72-58A5-F5D9174E398C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" name="Ellipszis 22">
                <a:extLst>
                  <a:ext uri="{FF2B5EF4-FFF2-40B4-BE49-F238E27FC236}">
                    <a16:creationId xmlns:a16="http://schemas.microsoft.com/office/drawing/2014/main" id="{21599B6B-8D18-70A5-A388-526CFD82B31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4" name="Téglalap 23">
                <a:extLst>
                  <a:ext uri="{FF2B5EF4-FFF2-40B4-BE49-F238E27FC236}">
                    <a16:creationId xmlns:a16="http://schemas.microsoft.com/office/drawing/2014/main" id="{913D70E4-2526-DAD8-2477-3FBE195A89D2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5" name="Ellipszis 24">
                <a:extLst>
                  <a:ext uri="{FF2B5EF4-FFF2-40B4-BE49-F238E27FC236}">
                    <a16:creationId xmlns:a16="http://schemas.microsoft.com/office/drawing/2014/main" id="{115FCBB7-BCF0-ADAD-C711-18F24010871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E3918A1E-B32D-5DF1-366B-23F5D08F3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" name="Egyenes összekötő 26">
                <a:extLst>
                  <a:ext uri="{FF2B5EF4-FFF2-40B4-BE49-F238E27FC236}">
                    <a16:creationId xmlns:a16="http://schemas.microsoft.com/office/drawing/2014/main" id="{405B3413-5600-346A-591D-49735363314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414AA56F-8A8C-AE59-9E24-5955865D05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DBDE805E-8AE4-4BA6-F01D-DCBDAD8CCA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0" name="Ellipszis 29">
                <a:extLst>
                  <a:ext uri="{FF2B5EF4-FFF2-40B4-BE49-F238E27FC236}">
                    <a16:creationId xmlns:a16="http://schemas.microsoft.com/office/drawing/2014/main" id="{EBA87404-0CBD-55C4-5CB6-FFBB8D105D5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0" name="Egyenes összekötő 19">
              <a:extLst>
                <a:ext uri="{FF2B5EF4-FFF2-40B4-BE49-F238E27FC236}">
                  <a16:creationId xmlns:a16="http://schemas.microsoft.com/office/drawing/2014/main" id="{586F777F-3A23-02F7-5701-7F4BFCEC208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1" name="Egyenes összekötő 20">
              <a:extLst>
                <a:ext uri="{FF2B5EF4-FFF2-40B4-BE49-F238E27FC236}">
                  <a16:creationId xmlns:a16="http://schemas.microsoft.com/office/drawing/2014/main" id="{45026F28-CB0D-BB57-3BE1-E2552F5C12FD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31" name="Csoportba foglalás 30">
            <a:extLst>
              <a:ext uri="{FF2B5EF4-FFF2-40B4-BE49-F238E27FC236}">
                <a16:creationId xmlns:a16="http://schemas.microsoft.com/office/drawing/2014/main" id="{3356E4BE-9016-7D24-B466-0B9F15EFC633}"/>
              </a:ext>
            </a:extLst>
          </p:cNvPr>
          <p:cNvGrpSpPr/>
          <p:nvPr/>
        </p:nvGrpSpPr>
        <p:grpSpPr>
          <a:xfrm rot="968941"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1D4C2DC4-EACA-1342-F13A-7C61172D672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4" name="Csoportba foglalás 73">
                <a:extLst>
                  <a:ext uri="{FF2B5EF4-FFF2-40B4-BE49-F238E27FC236}">
                    <a16:creationId xmlns:a16="http://schemas.microsoft.com/office/drawing/2014/main" id="{03672EC0-1D7F-DBBD-B355-E2993520382B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546571A2-757A-8DEB-7998-60FF50C40EE8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2785D979-5F25-4133-C686-2DE90919F2B2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15">
                  <a:extLst>
                    <a:ext uri="{FF2B5EF4-FFF2-40B4-BE49-F238E27FC236}">
                      <a16:creationId xmlns:a16="http://schemas.microsoft.com/office/drawing/2014/main" id="{F8CACEB6-A5E3-78A4-D672-30C75EF036CA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0" name="Folyamatábra: Tárolt adat 17">
                  <a:extLst>
                    <a:ext uri="{FF2B5EF4-FFF2-40B4-BE49-F238E27FC236}">
                      <a16:creationId xmlns:a16="http://schemas.microsoft.com/office/drawing/2014/main" id="{FE4A8388-CEF0-5EC0-0BA2-176731C1A691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Derékszögű háromszög 80">
                  <a:extLst>
                    <a:ext uri="{FF2B5EF4-FFF2-40B4-BE49-F238E27FC236}">
                      <a16:creationId xmlns:a16="http://schemas.microsoft.com/office/drawing/2014/main" id="{AEB53306-0093-21A2-489E-D55A14A32B65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Romboid 81">
                  <a:extLst>
                    <a:ext uri="{FF2B5EF4-FFF2-40B4-BE49-F238E27FC236}">
                      <a16:creationId xmlns:a16="http://schemas.microsoft.com/office/drawing/2014/main" id="{FD6B0357-950E-80EB-BEDF-E7EFE0A7740F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 82">
                  <a:extLst>
                    <a:ext uri="{FF2B5EF4-FFF2-40B4-BE49-F238E27FC236}">
                      <a16:creationId xmlns:a16="http://schemas.microsoft.com/office/drawing/2014/main" id="{C9367407-DDC3-DDC2-5AC3-61FB9E1A9D70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A6A98A05-B3BE-8101-C894-AC5A697BC03A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461850EE-DDCE-63E1-E267-1B09332167B9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71F315E6-2648-4AEC-B139-289B17A318FA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Téglalap: lekerekített 86">
                  <a:extLst>
                    <a:ext uri="{FF2B5EF4-FFF2-40B4-BE49-F238E27FC236}">
                      <a16:creationId xmlns:a16="http://schemas.microsoft.com/office/drawing/2014/main" id="{E673E239-F160-C2D2-59F2-8180EF5FA1E2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Téglalap: lekerekített 87">
                  <a:extLst>
                    <a:ext uri="{FF2B5EF4-FFF2-40B4-BE49-F238E27FC236}">
                      <a16:creationId xmlns:a16="http://schemas.microsoft.com/office/drawing/2014/main" id="{16BA0AD8-0B3F-DF92-6C57-CE1FF4FA2FC7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9" name="Téglalap: lekerekített 88">
                  <a:extLst>
                    <a:ext uri="{FF2B5EF4-FFF2-40B4-BE49-F238E27FC236}">
                      <a16:creationId xmlns:a16="http://schemas.microsoft.com/office/drawing/2014/main" id="{E43E00A0-384A-B437-A217-C0C2E6161F36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5" name="Picture 2" descr="Forráskép megtekintése">
                <a:extLst>
                  <a:ext uri="{FF2B5EF4-FFF2-40B4-BE49-F238E27FC236}">
                    <a16:creationId xmlns:a16="http://schemas.microsoft.com/office/drawing/2014/main" id="{763B91F4-7F77-DA7B-C561-EBAC64044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6" name="Picture 6" descr="Forráskép megtekintése">
                <a:extLst>
                  <a:ext uri="{FF2B5EF4-FFF2-40B4-BE49-F238E27FC236}">
                    <a16:creationId xmlns:a16="http://schemas.microsoft.com/office/drawing/2014/main" id="{20C29B4B-4E0A-4C85-CB6A-7095ADB541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C9A2E785-F358-9331-8AE6-4CE5E5563B70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62" name="Csoportba foglalás 61">
                <a:extLst>
                  <a:ext uri="{FF2B5EF4-FFF2-40B4-BE49-F238E27FC236}">
                    <a16:creationId xmlns:a16="http://schemas.microsoft.com/office/drawing/2014/main" id="{D79919FB-9646-F94B-BB20-14AA393E609E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5" name="Henger 64">
                  <a:extLst>
                    <a:ext uri="{FF2B5EF4-FFF2-40B4-BE49-F238E27FC236}">
                      <a16:creationId xmlns:a16="http://schemas.microsoft.com/office/drawing/2014/main" id="{53CA1D99-B8A2-BDA0-B82A-E18C0F009DAF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6" name="Ellipszis 65">
                  <a:extLst>
                    <a:ext uri="{FF2B5EF4-FFF2-40B4-BE49-F238E27FC236}">
                      <a16:creationId xmlns:a16="http://schemas.microsoft.com/office/drawing/2014/main" id="{1FDA4F99-B8E9-62A7-7C2D-E202320C8BC7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Téglalap 66">
                  <a:extLst>
                    <a:ext uri="{FF2B5EF4-FFF2-40B4-BE49-F238E27FC236}">
                      <a16:creationId xmlns:a16="http://schemas.microsoft.com/office/drawing/2014/main" id="{F1A31F41-A84F-0C7E-78A7-16FB068D8DD8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8" name="Ellipszis 67">
                  <a:extLst>
                    <a:ext uri="{FF2B5EF4-FFF2-40B4-BE49-F238E27FC236}">
                      <a16:creationId xmlns:a16="http://schemas.microsoft.com/office/drawing/2014/main" id="{8C85357F-E23C-A73E-2260-73DEB7CDB36B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A3FE6F30-DC06-7C86-3F03-10147D142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C037F077-6996-2B38-4BF7-A204C39CDB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51A94DA7-7490-D3C0-CB48-C3CE344111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Egyenes összekötő 71">
                  <a:extLst>
                    <a:ext uri="{FF2B5EF4-FFF2-40B4-BE49-F238E27FC236}">
                      <a16:creationId xmlns:a16="http://schemas.microsoft.com/office/drawing/2014/main" id="{B130FA93-3044-4A34-5944-A68D543320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42229A4F-BAD7-8A08-0455-B594D2B003EC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DBB8509F-146C-5106-5E72-CDAC5383221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4" name="Egyenes összekötő 63">
                <a:extLst>
                  <a:ext uri="{FF2B5EF4-FFF2-40B4-BE49-F238E27FC236}">
                    <a16:creationId xmlns:a16="http://schemas.microsoft.com/office/drawing/2014/main" id="{A8CA95F8-5BE2-3DD7-0532-1B2389DDD9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4" name="Csoportba foglalás 33">
              <a:extLst>
                <a:ext uri="{FF2B5EF4-FFF2-40B4-BE49-F238E27FC236}">
                  <a16:creationId xmlns:a16="http://schemas.microsoft.com/office/drawing/2014/main" id="{2F3FA085-8F64-5097-B95B-D44A22B267DC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52" name="Henger 51">
                <a:extLst>
                  <a:ext uri="{FF2B5EF4-FFF2-40B4-BE49-F238E27FC236}">
                    <a16:creationId xmlns:a16="http://schemas.microsoft.com/office/drawing/2014/main" id="{15A66B8F-629D-45D2-79A2-B8195E30A66C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3" name="Csoportba foglalás 52">
                <a:extLst>
                  <a:ext uri="{FF2B5EF4-FFF2-40B4-BE49-F238E27FC236}">
                    <a16:creationId xmlns:a16="http://schemas.microsoft.com/office/drawing/2014/main" id="{8EEC3888-E087-CCFB-A719-15644F272AC2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5" name="Ellipszis 54">
                  <a:extLst>
                    <a:ext uri="{FF2B5EF4-FFF2-40B4-BE49-F238E27FC236}">
                      <a16:creationId xmlns:a16="http://schemas.microsoft.com/office/drawing/2014/main" id="{F8B33A33-FA3F-3F7C-3D60-91670C06D85D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6" name="Ellipszis 55">
                  <a:extLst>
                    <a:ext uri="{FF2B5EF4-FFF2-40B4-BE49-F238E27FC236}">
                      <a16:creationId xmlns:a16="http://schemas.microsoft.com/office/drawing/2014/main" id="{C4F41BE0-F795-3373-093B-5E01A143929A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43C2816E-4729-E0DD-9EC8-404225E778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A15409B2-0794-7FAC-C2B2-2D985B3CCB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Egyenes összekötő 58">
                  <a:extLst>
                    <a:ext uri="{FF2B5EF4-FFF2-40B4-BE49-F238E27FC236}">
                      <a16:creationId xmlns:a16="http://schemas.microsoft.com/office/drawing/2014/main" id="{A6628BA7-CA24-3D4A-305C-A16F864011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Egyenes összekötő 59">
                  <a:extLst>
                    <a:ext uri="{FF2B5EF4-FFF2-40B4-BE49-F238E27FC236}">
                      <a16:creationId xmlns:a16="http://schemas.microsoft.com/office/drawing/2014/main" id="{5D360AE6-3C4D-080C-945A-014C71B42D9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1" name="Ellipszis 60">
                  <a:extLst>
                    <a:ext uri="{FF2B5EF4-FFF2-40B4-BE49-F238E27FC236}">
                      <a16:creationId xmlns:a16="http://schemas.microsoft.com/office/drawing/2014/main" id="{563EF64B-38A3-2AEF-2D96-E0A839AF03D3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4" name="Téglalap 53">
                <a:extLst>
                  <a:ext uri="{FF2B5EF4-FFF2-40B4-BE49-F238E27FC236}">
                    <a16:creationId xmlns:a16="http://schemas.microsoft.com/office/drawing/2014/main" id="{D2AEE8D8-AA9C-781C-19B1-93CB71579C53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5" name="Csoportba foglalás 34">
              <a:extLst>
                <a:ext uri="{FF2B5EF4-FFF2-40B4-BE49-F238E27FC236}">
                  <a16:creationId xmlns:a16="http://schemas.microsoft.com/office/drawing/2014/main" id="{D78D1C2C-158B-4294-E57D-49A8AFE4DB59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6" name="Csoportba foglalás 35">
                <a:extLst>
                  <a:ext uri="{FF2B5EF4-FFF2-40B4-BE49-F238E27FC236}">
                    <a16:creationId xmlns:a16="http://schemas.microsoft.com/office/drawing/2014/main" id="{E7A8B94A-B04D-6A81-50B4-F511073A371E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4" name="Henger 43">
                  <a:extLst>
                    <a:ext uri="{FF2B5EF4-FFF2-40B4-BE49-F238E27FC236}">
                      <a16:creationId xmlns:a16="http://schemas.microsoft.com/office/drawing/2014/main" id="{7360D0ED-9B85-BBF7-3B5D-83CC69339F97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5" name="Ellipszis 44">
                  <a:extLst>
                    <a:ext uri="{FF2B5EF4-FFF2-40B4-BE49-F238E27FC236}">
                      <a16:creationId xmlns:a16="http://schemas.microsoft.com/office/drawing/2014/main" id="{62306CF6-77AA-B67C-DF18-452A5BC8F065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231DF8CC-7B55-B454-4FBA-9383D28A02E8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7" name="Picture 2" descr="Forráskép megtekintése">
                  <a:extLst>
                    <a:ext uri="{FF2B5EF4-FFF2-40B4-BE49-F238E27FC236}">
                      <a16:creationId xmlns:a16="http://schemas.microsoft.com/office/drawing/2014/main" id="{CC7FDDBC-EDF7-F490-C0E7-A1AFF14DF12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8" name="Téglalap 47">
                  <a:extLst>
                    <a:ext uri="{FF2B5EF4-FFF2-40B4-BE49-F238E27FC236}">
                      <a16:creationId xmlns:a16="http://schemas.microsoft.com/office/drawing/2014/main" id="{FA04366A-9864-7359-EC22-0CA1857BF1F2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9" name="Csillag: 4 ágú 48">
                  <a:extLst>
                    <a:ext uri="{FF2B5EF4-FFF2-40B4-BE49-F238E27FC236}">
                      <a16:creationId xmlns:a16="http://schemas.microsoft.com/office/drawing/2014/main" id="{D21B7FCF-33A7-45DC-E4A6-D2EC7533DE42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Szabadkézi sokszög: alakzat 49">
                  <a:extLst>
                    <a:ext uri="{FF2B5EF4-FFF2-40B4-BE49-F238E27FC236}">
                      <a16:creationId xmlns:a16="http://schemas.microsoft.com/office/drawing/2014/main" id="{970A97AC-ED56-DA00-198C-F4E93D4CA020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32EB2012-4E68-5374-A5DC-35B29999ED5F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5B823DA0-34BC-9665-CB8D-75B0E94BCDF6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03E89C6A-5CF7-BE1D-85F0-A6636DD207CA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567D2003-290C-6B85-4289-40DBDE37164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0" name="Ellipszis 39">
                <a:extLst>
                  <a:ext uri="{FF2B5EF4-FFF2-40B4-BE49-F238E27FC236}">
                    <a16:creationId xmlns:a16="http://schemas.microsoft.com/office/drawing/2014/main" id="{C68D7A15-352F-FDC3-16DE-13F72432EC77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Ellipszis 40">
                <a:extLst>
                  <a:ext uri="{FF2B5EF4-FFF2-40B4-BE49-F238E27FC236}">
                    <a16:creationId xmlns:a16="http://schemas.microsoft.com/office/drawing/2014/main" id="{91FB9362-D396-0273-9A5E-9DD6B80D72A3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42" name="Kép 41">
                <a:extLst>
                  <a:ext uri="{FF2B5EF4-FFF2-40B4-BE49-F238E27FC236}">
                    <a16:creationId xmlns:a16="http://schemas.microsoft.com/office/drawing/2014/main" id="{626E8226-7954-5A62-5BE2-2CF9FE3C0E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3" name="Egyenes összekötő 42">
                <a:extLst>
                  <a:ext uri="{FF2B5EF4-FFF2-40B4-BE49-F238E27FC236}">
                    <a16:creationId xmlns:a16="http://schemas.microsoft.com/office/drawing/2014/main" id="{41D54AFF-1D7F-44AA-9347-C1FF283E370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90" name="Felhő 89">
            <a:extLst>
              <a:ext uri="{FF2B5EF4-FFF2-40B4-BE49-F238E27FC236}">
                <a16:creationId xmlns:a16="http://schemas.microsoft.com/office/drawing/2014/main" id="{6475632F-6E0A-942D-8BE8-17E331D84737}"/>
              </a:ext>
            </a:extLst>
          </p:cNvPr>
          <p:cNvSpPr/>
          <p:nvPr/>
        </p:nvSpPr>
        <p:spPr>
          <a:xfrm>
            <a:off x="4307277" y="570038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Felhő 90">
            <a:extLst>
              <a:ext uri="{FF2B5EF4-FFF2-40B4-BE49-F238E27FC236}">
                <a16:creationId xmlns:a16="http://schemas.microsoft.com/office/drawing/2014/main" id="{BC21888C-2B23-9C43-4C1E-0193E43C2E3B}"/>
              </a:ext>
            </a:extLst>
          </p:cNvPr>
          <p:cNvSpPr/>
          <p:nvPr/>
        </p:nvSpPr>
        <p:spPr>
          <a:xfrm>
            <a:off x="4482877" y="2002764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Felhő 91">
            <a:extLst>
              <a:ext uri="{FF2B5EF4-FFF2-40B4-BE49-F238E27FC236}">
                <a16:creationId xmlns:a16="http://schemas.microsoft.com/office/drawing/2014/main" id="{E10C8BB1-FFE7-2601-60A4-607A15933854}"/>
              </a:ext>
            </a:extLst>
          </p:cNvPr>
          <p:cNvSpPr/>
          <p:nvPr/>
        </p:nvSpPr>
        <p:spPr>
          <a:xfrm>
            <a:off x="6206078" y="1074586"/>
            <a:ext cx="2376367" cy="139333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Felhő 92">
            <a:extLst>
              <a:ext uri="{FF2B5EF4-FFF2-40B4-BE49-F238E27FC236}">
                <a16:creationId xmlns:a16="http://schemas.microsoft.com/office/drawing/2014/main" id="{03F0B475-3BE8-8F43-27C3-221078320C1F}"/>
              </a:ext>
            </a:extLst>
          </p:cNvPr>
          <p:cNvSpPr/>
          <p:nvPr/>
        </p:nvSpPr>
        <p:spPr>
          <a:xfrm>
            <a:off x="2850914" y="1849829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Felhő 93">
            <a:extLst>
              <a:ext uri="{FF2B5EF4-FFF2-40B4-BE49-F238E27FC236}">
                <a16:creationId xmlns:a16="http://schemas.microsoft.com/office/drawing/2014/main" id="{7E38B08D-A7A2-ECDE-4CA9-5F33EE2981B5}"/>
              </a:ext>
            </a:extLst>
          </p:cNvPr>
          <p:cNvSpPr/>
          <p:nvPr/>
        </p:nvSpPr>
        <p:spPr>
          <a:xfrm>
            <a:off x="1275521" y="1051177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Téglalap 119">
            <a:extLst>
              <a:ext uri="{FF2B5EF4-FFF2-40B4-BE49-F238E27FC236}">
                <a16:creationId xmlns:a16="http://schemas.microsoft.com/office/drawing/2014/main" id="{FADE2DD7-C42A-6F34-EAF0-18AA007A75EA}"/>
              </a:ext>
            </a:extLst>
          </p:cNvPr>
          <p:cNvSpPr/>
          <p:nvPr/>
        </p:nvSpPr>
        <p:spPr>
          <a:xfrm>
            <a:off x="0" y="6411364"/>
            <a:ext cx="9690100" cy="446636"/>
          </a:xfrm>
          <a:custGeom>
            <a:avLst/>
            <a:gdLst>
              <a:gd name="connsiteX0" fmla="*/ 0 w 5461000"/>
              <a:gd name="connsiteY0" fmla="*/ 0 h 446636"/>
              <a:gd name="connsiteX1" fmla="*/ 5461000 w 5461000"/>
              <a:gd name="connsiteY1" fmla="*/ 0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0 h 446636"/>
              <a:gd name="connsiteX1" fmla="*/ 5461000 w 5461000"/>
              <a:gd name="connsiteY1" fmla="*/ 446636 h 446636"/>
              <a:gd name="connsiteX2" fmla="*/ 0 w 5461000"/>
              <a:gd name="connsiteY2" fmla="*/ 446636 h 446636"/>
              <a:gd name="connsiteX3" fmla="*/ 0 w 5461000"/>
              <a:gd name="connsiteY3" fmla="*/ 0 h 446636"/>
              <a:gd name="connsiteX0" fmla="*/ 0 w 5461000"/>
              <a:gd name="connsiteY0" fmla="*/ 0 h 446636"/>
              <a:gd name="connsiteX1" fmla="*/ 1689100 w 5461000"/>
              <a:gd name="connsiteY1" fmla="*/ 1291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124864 h 571500"/>
              <a:gd name="connsiteX1" fmla="*/ 2286000 w 5461000"/>
              <a:gd name="connsiteY1" fmla="*/ 0 h 571500"/>
              <a:gd name="connsiteX2" fmla="*/ 5461000 w 5461000"/>
              <a:gd name="connsiteY2" fmla="*/ 571500 h 571500"/>
              <a:gd name="connsiteX3" fmla="*/ 0 w 5461000"/>
              <a:gd name="connsiteY3" fmla="*/ 571500 h 571500"/>
              <a:gd name="connsiteX4" fmla="*/ 0 w 5461000"/>
              <a:gd name="connsiteY4" fmla="*/ 124864 h 571500"/>
              <a:gd name="connsiteX0" fmla="*/ 0 w 5461000"/>
              <a:gd name="connsiteY0" fmla="*/ 0 h 446636"/>
              <a:gd name="connsiteX1" fmla="*/ 3352800 w 5461000"/>
              <a:gd name="connsiteY1" fmla="*/ 656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61000" h="446636">
                <a:moveTo>
                  <a:pt x="0" y="0"/>
                </a:moveTo>
                <a:lnTo>
                  <a:pt x="3352800" y="65636"/>
                </a:lnTo>
                <a:lnTo>
                  <a:pt x="5461000" y="446636"/>
                </a:lnTo>
                <a:lnTo>
                  <a:pt x="0" y="446636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Felhő 95">
            <a:extLst>
              <a:ext uri="{FF2B5EF4-FFF2-40B4-BE49-F238E27FC236}">
                <a16:creationId xmlns:a16="http://schemas.microsoft.com/office/drawing/2014/main" id="{146D4900-AE53-48BE-2198-3B301E1D1114}"/>
              </a:ext>
            </a:extLst>
          </p:cNvPr>
          <p:cNvSpPr/>
          <p:nvPr/>
        </p:nvSpPr>
        <p:spPr>
          <a:xfrm>
            <a:off x="10084232" y="1771253"/>
            <a:ext cx="1819113" cy="177277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Felhő 96">
            <a:extLst>
              <a:ext uri="{FF2B5EF4-FFF2-40B4-BE49-F238E27FC236}">
                <a16:creationId xmlns:a16="http://schemas.microsoft.com/office/drawing/2014/main" id="{590CF4B5-4881-5D99-6250-73CB0BE877C9}"/>
              </a:ext>
            </a:extLst>
          </p:cNvPr>
          <p:cNvSpPr/>
          <p:nvPr/>
        </p:nvSpPr>
        <p:spPr>
          <a:xfrm>
            <a:off x="9128352" y="515229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1" name="Csoportba foglalás 100">
            <a:extLst>
              <a:ext uri="{FF2B5EF4-FFF2-40B4-BE49-F238E27FC236}">
                <a16:creationId xmlns:a16="http://schemas.microsoft.com/office/drawing/2014/main" id="{2CCAA2D3-9B2E-3B54-A5A9-8E3FA0761708}"/>
              </a:ext>
            </a:extLst>
          </p:cNvPr>
          <p:cNvGrpSpPr/>
          <p:nvPr/>
        </p:nvGrpSpPr>
        <p:grpSpPr>
          <a:xfrm>
            <a:off x="519871" y="6139858"/>
            <a:ext cx="241300" cy="461472"/>
            <a:chOff x="546100" y="6180628"/>
            <a:chExt cx="241300" cy="461472"/>
          </a:xfrm>
        </p:grpSpPr>
        <p:sp>
          <p:nvSpPr>
            <p:cNvPr id="102" name="Téglalap 101">
              <a:extLst>
                <a:ext uri="{FF2B5EF4-FFF2-40B4-BE49-F238E27FC236}">
                  <a16:creationId xmlns:a16="http://schemas.microsoft.com/office/drawing/2014/main" id="{EA8A3234-E5AD-A500-A21D-4DDAA351A357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3" name="Háromszög 102">
              <a:extLst>
                <a:ext uri="{FF2B5EF4-FFF2-40B4-BE49-F238E27FC236}">
                  <a16:creationId xmlns:a16="http://schemas.microsoft.com/office/drawing/2014/main" id="{85D19DCA-3005-2EFB-EE50-9F81B3BD5973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4" name="Csoportba foglalás 103">
            <a:extLst>
              <a:ext uri="{FF2B5EF4-FFF2-40B4-BE49-F238E27FC236}">
                <a16:creationId xmlns:a16="http://schemas.microsoft.com/office/drawing/2014/main" id="{ADF65E17-8CE2-C20E-B1EA-A0CD76D5A461}"/>
              </a:ext>
            </a:extLst>
          </p:cNvPr>
          <p:cNvGrpSpPr/>
          <p:nvPr/>
        </p:nvGrpSpPr>
        <p:grpSpPr>
          <a:xfrm>
            <a:off x="-62671" y="6485962"/>
            <a:ext cx="241300" cy="461472"/>
            <a:chOff x="546100" y="6180628"/>
            <a:chExt cx="241300" cy="461472"/>
          </a:xfrm>
        </p:grpSpPr>
        <p:sp>
          <p:nvSpPr>
            <p:cNvPr id="105" name="Téglalap 104">
              <a:extLst>
                <a:ext uri="{FF2B5EF4-FFF2-40B4-BE49-F238E27FC236}">
                  <a16:creationId xmlns:a16="http://schemas.microsoft.com/office/drawing/2014/main" id="{2DD2055A-34E3-1B15-5497-BAE500995662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6" name="Háromszög 105">
              <a:extLst>
                <a:ext uri="{FF2B5EF4-FFF2-40B4-BE49-F238E27FC236}">
                  <a16:creationId xmlns:a16="http://schemas.microsoft.com/office/drawing/2014/main" id="{8ECD538F-9202-5299-B618-282BBDB3FBF1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7" name="Csoportba foglalás 106">
            <a:extLst>
              <a:ext uri="{FF2B5EF4-FFF2-40B4-BE49-F238E27FC236}">
                <a16:creationId xmlns:a16="http://schemas.microsoft.com/office/drawing/2014/main" id="{B661E2A6-90EC-E9D4-B8C3-2150BE59478D}"/>
              </a:ext>
            </a:extLst>
          </p:cNvPr>
          <p:cNvGrpSpPr/>
          <p:nvPr/>
        </p:nvGrpSpPr>
        <p:grpSpPr>
          <a:xfrm>
            <a:off x="809804" y="6601330"/>
            <a:ext cx="241300" cy="461472"/>
            <a:chOff x="546100" y="6180628"/>
            <a:chExt cx="241300" cy="461472"/>
          </a:xfrm>
        </p:grpSpPr>
        <p:sp>
          <p:nvSpPr>
            <p:cNvPr id="108" name="Téglalap 107">
              <a:extLst>
                <a:ext uri="{FF2B5EF4-FFF2-40B4-BE49-F238E27FC236}">
                  <a16:creationId xmlns:a16="http://schemas.microsoft.com/office/drawing/2014/main" id="{67231D0A-D074-463A-56D9-64F467FB9C21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9" name="Háromszög 108">
              <a:extLst>
                <a:ext uri="{FF2B5EF4-FFF2-40B4-BE49-F238E27FC236}">
                  <a16:creationId xmlns:a16="http://schemas.microsoft.com/office/drawing/2014/main" id="{496FFAD8-98C7-D5C2-A754-1CB768F52456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10" name="Csoportba foglalás 109">
            <a:extLst>
              <a:ext uri="{FF2B5EF4-FFF2-40B4-BE49-F238E27FC236}">
                <a16:creationId xmlns:a16="http://schemas.microsoft.com/office/drawing/2014/main" id="{81C3D230-5F35-CCB9-C97F-523E0E7CD7FD}"/>
              </a:ext>
            </a:extLst>
          </p:cNvPr>
          <p:cNvGrpSpPr/>
          <p:nvPr/>
        </p:nvGrpSpPr>
        <p:grpSpPr>
          <a:xfrm>
            <a:off x="2246242" y="6526732"/>
            <a:ext cx="241300" cy="461472"/>
            <a:chOff x="546100" y="6180628"/>
            <a:chExt cx="241300" cy="461472"/>
          </a:xfrm>
        </p:grpSpPr>
        <p:sp>
          <p:nvSpPr>
            <p:cNvPr id="111" name="Téglalap 110">
              <a:extLst>
                <a:ext uri="{FF2B5EF4-FFF2-40B4-BE49-F238E27FC236}">
                  <a16:creationId xmlns:a16="http://schemas.microsoft.com/office/drawing/2014/main" id="{3009C459-7363-2E4E-292B-6B6C2FF3A17C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2" name="Háromszög 111">
              <a:extLst>
                <a:ext uri="{FF2B5EF4-FFF2-40B4-BE49-F238E27FC236}">
                  <a16:creationId xmlns:a16="http://schemas.microsoft.com/office/drawing/2014/main" id="{6D6F8EDB-9505-26A0-D7D4-70DE11701BFC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3196383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23C6F111-59A1-2E6D-202D-F3B5B1CD11EB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8B56A353-A449-C5A5-3403-1BDD451F5160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EDBBC291-4384-7291-7052-0450550E0BF8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10EE0F61-97A5-0FE7-1392-1DF21A8F2026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FB94E8F7-407A-9220-4942-FCCC51B7CD8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4AA5A8AE-CB4F-DC70-F826-0ED088A069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2E95BC9E-1384-2427-7A58-EB3A443A7D4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2C05C1CC-2BBD-1833-1D98-B9F2549794B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AA1AF4E1-7793-1FF8-9248-DEE9AF1F01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A82D16F0-EDC8-1A72-C6F7-A8613DA252F2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76A62AC4-3D12-5E6A-A360-574A2F9C01F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4" name="Csoportba foglalás 13">
            <a:extLst>
              <a:ext uri="{FF2B5EF4-FFF2-40B4-BE49-F238E27FC236}">
                <a16:creationId xmlns:a16="http://schemas.microsoft.com/office/drawing/2014/main" id="{6C891A33-2FC2-99E9-F256-16994D736D74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5" name="Csoportba foglalás 14">
              <a:extLst>
                <a:ext uri="{FF2B5EF4-FFF2-40B4-BE49-F238E27FC236}">
                  <a16:creationId xmlns:a16="http://schemas.microsoft.com/office/drawing/2014/main" id="{9C36C7DC-F978-E083-1161-0086C0ECE6D7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8" name="Henger 17">
                <a:extLst>
                  <a:ext uri="{FF2B5EF4-FFF2-40B4-BE49-F238E27FC236}">
                    <a16:creationId xmlns:a16="http://schemas.microsoft.com/office/drawing/2014/main" id="{521E65BE-162A-3D66-E23E-0B8C55CC9CC7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" name="Ellipszis 18">
                <a:extLst>
                  <a:ext uri="{FF2B5EF4-FFF2-40B4-BE49-F238E27FC236}">
                    <a16:creationId xmlns:a16="http://schemas.microsoft.com/office/drawing/2014/main" id="{8C8A0787-6B6C-1FB8-C0B2-A980FC9F7D5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0" name="Téglalap 19">
                <a:extLst>
                  <a:ext uri="{FF2B5EF4-FFF2-40B4-BE49-F238E27FC236}">
                    <a16:creationId xmlns:a16="http://schemas.microsoft.com/office/drawing/2014/main" id="{F66CFDF9-C2BD-782F-F4CE-DDB0A0C5376F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Ellipszis 20">
                <a:extLst>
                  <a:ext uri="{FF2B5EF4-FFF2-40B4-BE49-F238E27FC236}">
                    <a16:creationId xmlns:a16="http://schemas.microsoft.com/office/drawing/2014/main" id="{136C6006-579E-43AA-2037-5A8957FAF63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2" name="Egyenes összekötő 21">
                <a:extLst>
                  <a:ext uri="{FF2B5EF4-FFF2-40B4-BE49-F238E27FC236}">
                    <a16:creationId xmlns:a16="http://schemas.microsoft.com/office/drawing/2014/main" id="{7F3EEDEE-64C0-D494-14DA-8AE13BC74B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CBD51B9F-E51F-7AEC-2393-5DB0B3E299E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DB8C25E5-6A3E-8F46-E923-DC7DAE43D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C40E17BB-1B22-45FA-4940-EA38D134FDB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F09700B7-DD6B-D1EF-FEBF-B46DEECBF74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6" name="Egyenes összekötő 15">
              <a:extLst>
                <a:ext uri="{FF2B5EF4-FFF2-40B4-BE49-F238E27FC236}">
                  <a16:creationId xmlns:a16="http://schemas.microsoft.com/office/drawing/2014/main" id="{6EE9E768-9DCF-592E-7F72-EBDEB6C87A1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88085960-5DED-2AB6-BC1B-FBF3729F78E7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018451E5-C2DE-53B1-9AD6-A82DA8EA4876}"/>
              </a:ext>
            </a:extLst>
          </p:cNvPr>
          <p:cNvGrpSpPr/>
          <p:nvPr/>
        </p:nvGrpSpPr>
        <p:grpSpPr>
          <a:xfrm rot="800885"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2E7D707C-28B0-D0A6-CE22-8957EE8D0A48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0" name="Csoportba foglalás 69">
                <a:extLst>
                  <a:ext uri="{FF2B5EF4-FFF2-40B4-BE49-F238E27FC236}">
                    <a16:creationId xmlns:a16="http://schemas.microsoft.com/office/drawing/2014/main" id="{5878E4B8-80D6-5B69-8272-92D7FDF89CDB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3" name="Derékszögű háromszög 72">
                  <a:extLst>
                    <a:ext uri="{FF2B5EF4-FFF2-40B4-BE49-F238E27FC236}">
                      <a16:creationId xmlns:a16="http://schemas.microsoft.com/office/drawing/2014/main" id="{611717AC-3118-CB62-5BAC-D64D646DBAA6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498731F8-23EE-810A-9629-21426B086E2C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 15">
                  <a:extLst>
                    <a:ext uri="{FF2B5EF4-FFF2-40B4-BE49-F238E27FC236}">
                      <a16:creationId xmlns:a16="http://schemas.microsoft.com/office/drawing/2014/main" id="{5C50474E-7B2E-4A08-1CCB-7D444021E91E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6" name="Folyamatábra: Tárolt adat 17">
                  <a:extLst>
                    <a:ext uri="{FF2B5EF4-FFF2-40B4-BE49-F238E27FC236}">
                      <a16:creationId xmlns:a16="http://schemas.microsoft.com/office/drawing/2014/main" id="{B6D63788-9CB5-3C0A-D7D8-CBCB3F96CBAE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F71E5D32-38FE-A0BC-C3DA-67D86D1587BA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Romboid 77">
                  <a:extLst>
                    <a:ext uri="{FF2B5EF4-FFF2-40B4-BE49-F238E27FC236}">
                      <a16:creationId xmlns:a16="http://schemas.microsoft.com/office/drawing/2014/main" id="{89BC6A42-C8E1-0306-B50E-9F7B045310D4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78">
                  <a:extLst>
                    <a:ext uri="{FF2B5EF4-FFF2-40B4-BE49-F238E27FC236}">
                      <a16:creationId xmlns:a16="http://schemas.microsoft.com/office/drawing/2014/main" id="{61727CE8-7B88-DC20-41A9-501528A05508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: lekerekített 79">
                  <a:extLst>
                    <a:ext uri="{FF2B5EF4-FFF2-40B4-BE49-F238E27FC236}">
                      <a16:creationId xmlns:a16="http://schemas.microsoft.com/office/drawing/2014/main" id="{6EE10A73-715B-F172-B9B8-F9F2D5A76B62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07D18D38-8182-3274-1F4A-3DF546BA9EBE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8DB4DABE-CF85-C1D8-C933-075A339857F5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BB9E26E1-EE80-D094-2C79-8C041A8EEA61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DA8199B0-65EC-B9D6-3B34-A0A83D618408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8B17E128-7301-7BE6-7997-4378C9A1AC3F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1" name="Picture 2" descr="Forráskép megtekintése">
                <a:extLst>
                  <a:ext uri="{FF2B5EF4-FFF2-40B4-BE49-F238E27FC236}">
                    <a16:creationId xmlns:a16="http://schemas.microsoft.com/office/drawing/2014/main" id="{F9C88E5A-E8A8-E022-5D2B-7FB51C5E9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2" name="Picture 6" descr="Forráskép megtekintése">
                <a:extLst>
                  <a:ext uri="{FF2B5EF4-FFF2-40B4-BE49-F238E27FC236}">
                    <a16:creationId xmlns:a16="http://schemas.microsoft.com/office/drawing/2014/main" id="{50E5433D-42B7-A8AC-1E16-103EE1A48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041B87BE-0415-5D52-D237-B14669D7EBA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8" name="Csoportba foglalás 57">
                <a:extLst>
                  <a:ext uri="{FF2B5EF4-FFF2-40B4-BE49-F238E27FC236}">
                    <a16:creationId xmlns:a16="http://schemas.microsoft.com/office/drawing/2014/main" id="{C741F713-9A07-9A26-E1CC-C5483C408B8D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1" name="Henger 60">
                  <a:extLst>
                    <a:ext uri="{FF2B5EF4-FFF2-40B4-BE49-F238E27FC236}">
                      <a16:creationId xmlns:a16="http://schemas.microsoft.com/office/drawing/2014/main" id="{5DA811DE-C145-8E33-7369-E864ED829323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Ellipszis 61">
                  <a:extLst>
                    <a:ext uri="{FF2B5EF4-FFF2-40B4-BE49-F238E27FC236}">
                      <a16:creationId xmlns:a16="http://schemas.microsoft.com/office/drawing/2014/main" id="{BBE49747-84BE-80BE-1DEC-8F863B0B49E7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3" name="Téglalap 62">
                  <a:extLst>
                    <a:ext uri="{FF2B5EF4-FFF2-40B4-BE49-F238E27FC236}">
                      <a16:creationId xmlns:a16="http://schemas.microsoft.com/office/drawing/2014/main" id="{E12D1BC6-21D3-60D9-12B4-06057829CAC1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Ellipszis 63">
                  <a:extLst>
                    <a:ext uri="{FF2B5EF4-FFF2-40B4-BE49-F238E27FC236}">
                      <a16:creationId xmlns:a16="http://schemas.microsoft.com/office/drawing/2014/main" id="{03DE6186-F58B-81F0-FA8F-EA0A347054BF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5" name="Egyenes összekötő 64">
                  <a:extLst>
                    <a:ext uri="{FF2B5EF4-FFF2-40B4-BE49-F238E27FC236}">
                      <a16:creationId xmlns:a16="http://schemas.microsoft.com/office/drawing/2014/main" id="{BA1FAC84-3B2A-561F-A86C-C39BB72B0D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26983475-5260-DCE8-D53B-43CD3DD1A0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E1168437-FA26-C8E5-9B81-E8082E2E16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5BC7F5D2-C032-C826-61C5-3874FD9F40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D34D7918-DD25-CE94-2791-964B19F31592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59" name="Egyenes összekötő 58">
                <a:extLst>
                  <a:ext uri="{FF2B5EF4-FFF2-40B4-BE49-F238E27FC236}">
                    <a16:creationId xmlns:a16="http://schemas.microsoft.com/office/drawing/2014/main" id="{1AA312F6-4E3E-7DE4-54E9-AFFEB6E2280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C2845949-CB58-E800-BD22-C459E57B7C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8FB588FE-F064-669F-1331-2D03C52D80AC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8" name="Henger 47">
                <a:extLst>
                  <a:ext uri="{FF2B5EF4-FFF2-40B4-BE49-F238E27FC236}">
                    <a16:creationId xmlns:a16="http://schemas.microsoft.com/office/drawing/2014/main" id="{C2244530-A9AB-13D3-8E6F-486831098731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9" name="Csoportba foglalás 48">
                <a:extLst>
                  <a:ext uri="{FF2B5EF4-FFF2-40B4-BE49-F238E27FC236}">
                    <a16:creationId xmlns:a16="http://schemas.microsoft.com/office/drawing/2014/main" id="{27212CF7-0E73-67AF-BF71-73B69F49887A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4D880F84-C611-3670-5336-09942C7061FD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AD89DB15-C472-BD30-AA55-F22F4F625053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3" name="Egyenes összekötő 52">
                  <a:extLst>
                    <a:ext uri="{FF2B5EF4-FFF2-40B4-BE49-F238E27FC236}">
                      <a16:creationId xmlns:a16="http://schemas.microsoft.com/office/drawing/2014/main" id="{7A5BA386-A41C-D542-CCDB-5AECE38D1F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59C4CB83-F036-591A-01CF-87B080BEF3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32ABBDC9-26F0-0BF1-C082-516F85B071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19DCA209-481D-35F7-8FF1-845DAA3E64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7" name="Ellipszis 56">
                  <a:extLst>
                    <a:ext uri="{FF2B5EF4-FFF2-40B4-BE49-F238E27FC236}">
                      <a16:creationId xmlns:a16="http://schemas.microsoft.com/office/drawing/2014/main" id="{C089A526-A844-704E-C0AE-B078455A5A76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0" name="Téglalap 49">
                <a:extLst>
                  <a:ext uri="{FF2B5EF4-FFF2-40B4-BE49-F238E27FC236}">
                    <a16:creationId xmlns:a16="http://schemas.microsoft.com/office/drawing/2014/main" id="{D6DAC61C-AA8E-BA0A-F153-FF4ED19C5CCD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DCDC80AF-3310-4B8F-6A01-EE2CFBA59B61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FA49F8B9-CBCD-9BD0-4EDD-5C8193D0E950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0" name="Henger 39">
                  <a:extLst>
                    <a:ext uri="{FF2B5EF4-FFF2-40B4-BE49-F238E27FC236}">
                      <a16:creationId xmlns:a16="http://schemas.microsoft.com/office/drawing/2014/main" id="{99456CA1-3B79-EA0F-2DB8-1E4EBC4B79BC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720EB19C-6C0D-3B86-181B-5E821FAAE08E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2" name="Ív 41">
                  <a:extLst>
                    <a:ext uri="{FF2B5EF4-FFF2-40B4-BE49-F238E27FC236}">
                      <a16:creationId xmlns:a16="http://schemas.microsoft.com/office/drawing/2014/main" id="{26F675C9-1EE3-38C0-E042-38A038250E9D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3" name="Picture 2" descr="Forráskép megtekintése">
                  <a:extLst>
                    <a:ext uri="{FF2B5EF4-FFF2-40B4-BE49-F238E27FC236}">
                      <a16:creationId xmlns:a16="http://schemas.microsoft.com/office/drawing/2014/main" id="{047022A0-42AE-E090-FA21-3FB700A79B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4" name="Téglalap 43">
                  <a:extLst>
                    <a:ext uri="{FF2B5EF4-FFF2-40B4-BE49-F238E27FC236}">
                      <a16:creationId xmlns:a16="http://schemas.microsoft.com/office/drawing/2014/main" id="{011EDA90-3B6F-A831-DCFF-3ECF3311320C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Csillag: 4 ágú 44">
                  <a:extLst>
                    <a:ext uri="{FF2B5EF4-FFF2-40B4-BE49-F238E27FC236}">
                      <a16:creationId xmlns:a16="http://schemas.microsoft.com/office/drawing/2014/main" id="{3B344D9A-7C94-86BE-6833-F448486471A2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7041AE2D-8F79-3FDF-BA52-CA95D986ABFD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20D60B40-88EC-771F-D6D9-702A4014EE6E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3" name="Ellipszis 32">
                <a:extLst>
                  <a:ext uri="{FF2B5EF4-FFF2-40B4-BE49-F238E27FC236}">
                    <a16:creationId xmlns:a16="http://schemas.microsoft.com/office/drawing/2014/main" id="{03BCB20A-8279-6A67-03E1-780FA6B26EC1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381C17E8-8C6A-0BDB-1952-BC48785B8210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5" name="Egyenes összekötő 34">
                <a:extLst>
                  <a:ext uri="{FF2B5EF4-FFF2-40B4-BE49-F238E27FC236}">
                    <a16:creationId xmlns:a16="http://schemas.microsoft.com/office/drawing/2014/main" id="{85E5BD73-3697-6AE0-AD0C-84380D1AC33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0398DE5E-366D-D931-F8FF-E63ECA03BB38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69F1FAB4-58BA-63BB-AE58-4429D8A9A610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8" name="Kép 37">
                <a:extLst>
                  <a:ext uri="{FF2B5EF4-FFF2-40B4-BE49-F238E27FC236}">
                    <a16:creationId xmlns:a16="http://schemas.microsoft.com/office/drawing/2014/main" id="{2D445AF1-6AB7-E8C3-260C-1EBB0D86D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1412A19F-C677-15C9-67A1-6A53962C36F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Felhő 85">
            <a:extLst>
              <a:ext uri="{FF2B5EF4-FFF2-40B4-BE49-F238E27FC236}">
                <a16:creationId xmlns:a16="http://schemas.microsoft.com/office/drawing/2014/main" id="{69652A46-6D2D-1ABE-C59D-9A80E36EB257}"/>
              </a:ext>
            </a:extLst>
          </p:cNvPr>
          <p:cNvSpPr/>
          <p:nvPr/>
        </p:nvSpPr>
        <p:spPr>
          <a:xfrm>
            <a:off x="5422120" y="395145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Felhő 86">
            <a:extLst>
              <a:ext uri="{FF2B5EF4-FFF2-40B4-BE49-F238E27FC236}">
                <a16:creationId xmlns:a16="http://schemas.microsoft.com/office/drawing/2014/main" id="{2DE8277F-40FB-9136-F8DB-1835F9AA9CAD}"/>
              </a:ext>
            </a:extLst>
          </p:cNvPr>
          <p:cNvSpPr/>
          <p:nvPr/>
        </p:nvSpPr>
        <p:spPr>
          <a:xfrm>
            <a:off x="5006953" y="1912269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Felhő 87">
            <a:extLst>
              <a:ext uri="{FF2B5EF4-FFF2-40B4-BE49-F238E27FC236}">
                <a16:creationId xmlns:a16="http://schemas.microsoft.com/office/drawing/2014/main" id="{18FCA1E2-2182-622E-3858-03CEE0DF20C6}"/>
              </a:ext>
            </a:extLst>
          </p:cNvPr>
          <p:cNvSpPr/>
          <p:nvPr/>
        </p:nvSpPr>
        <p:spPr>
          <a:xfrm>
            <a:off x="6945019" y="997255"/>
            <a:ext cx="2376367" cy="139333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Felhő 88">
            <a:extLst>
              <a:ext uri="{FF2B5EF4-FFF2-40B4-BE49-F238E27FC236}">
                <a16:creationId xmlns:a16="http://schemas.microsoft.com/office/drawing/2014/main" id="{20AA42AF-88BF-F4BB-FEC7-8E5E18884CB8}"/>
              </a:ext>
            </a:extLst>
          </p:cNvPr>
          <p:cNvSpPr/>
          <p:nvPr/>
        </p:nvSpPr>
        <p:spPr>
          <a:xfrm>
            <a:off x="3942978" y="1725813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Felhő 89">
            <a:extLst>
              <a:ext uri="{FF2B5EF4-FFF2-40B4-BE49-F238E27FC236}">
                <a16:creationId xmlns:a16="http://schemas.microsoft.com/office/drawing/2014/main" id="{A649891F-84E4-4DD6-854A-E9361C3708BC}"/>
              </a:ext>
            </a:extLst>
          </p:cNvPr>
          <p:cNvSpPr/>
          <p:nvPr/>
        </p:nvSpPr>
        <p:spPr>
          <a:xfrm>
            <a:off x="2305350" y="661425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Téglalap 119">
            <a:extLst>
              <a:ext uri="{FF2B5EF4-FFF2-40B4-BE49-F238E27FC236}">
                <a16:creationId xmlns:a16="http://schemas.microsoft.com/office/drawing/2014/main" id="{FF43ED13-0570-8AB9-EFA9-9C54154F3B6C}"/>
              </a:ext>
            </a:extLst>
          </p:cNvPr>
          <p:cNvSpPr/>
          <p:nvPr/>
        </p:nvSpPr>
        <p:spPr>
          <a:xfrm>
            <a:off x="0" y="6411364"/>
            <a:ext cx="12839700" cy="446636"/>
          </a:xfrm>
          <a:custGeom>
            <a:avLst/>
            <a:gdLst>
              <a:gd name="connsiteX0" fmla="*/ 0 w 5461000"/>
              <a:gd name="connsiteY0" fmla="*/ 0 h 446636"/>
              <a:gd name="connsiteX1" fmla="*/ 5461000 w 5461000"/>
              <a:gd name="connsiteY1" fmla="*/ 0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0 h 446636"/>
              <a:gd name="connsiteX1" fmla="*/ 5461000 w 5461000"/>
              <a:gd name="connsiteY1" fmla="*/ 446636 h 446636"/>
              <a:gd name="connsiteX2" fmla="*/ 0 w 5461000"/>
              <a:gd name="connsiteY2" fmla="*/ 446636 h 446636"/>
              <a:gd name="connsiteX3" fmla="*/ 0 w 5461000"/>
              <a:gd name="connsiteY3" fmla="*/ 0 h 446636"/>
              <a:gd name="connsiteX0" fmla="*/ 0 w 5461000"/>
              <a:gd name="connsiteY0" fmla="*/ 0 h 446636"/>
              <a:gd name="connsiteX1" fmla="*/ 1689100 w 5461000"/>
              <a:gd name="connsiteY1" fmla="*/ 1291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124864 h 571500"/>
              <a:gd name="connsiteX1" fmla="*/ 2286000 w 5461000"/>
              <a:gd name="connsiteY1" fmla="*/ 0 h 571500"/>
              <a:gd name="connsiteX2" fmla="*/ 5461000 w 5461000"/>
              <a:gd name="connsiteY2" fmla="*/ 571500 h 571500"/>
              <a:gd name="connsiteX3" fmla="*/ 0 w 5461000"/>
              <a:gd name="connsiteY3" fmla="*/ 571500 h 571500"/>
              <a:gd name="connsiteX4" fmla="*/ 0 w 5461000"/>
              <a:gd name="connsiteY4" fmla="*/ 124864 h 571500"/>
              <a:gd name="connsiteX0" fmla="*/ 0 w 5461000"/>
              <a:gd name="connsiteY0" fmla="*/ 0 h 446636"/>
              <a:gd name="connsiteX1" fmla="*/ 3352800 w 5461000"/>
              <a:gd name="connsiteY1" fmla="*/ 656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61000" h="446636">
                <a:moveTo>
                  <a:pt x="0" y="0"/>
                </a:moveTo>
                <a:lnTo>
                  <a:pt x="3352800" y="65636"/>
                </a:lnTo>
                <a:lnTo>
                  <a:pt x="5461000" y="446636"/>
                </a:lnTo>
                <a:lnTo>
                  <a:pt x="0" y="446636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Felhő 91">
            <a:extLst>
              <a:ext uri="{FF2B5EF4-FFF2-40B4-BE49-F238E27FC236}">
                <a16:creationId xmlns:a16="http://schemas.microsoft.com/office/drawing/2014/main" id="{425D45E5-DB5D-500F-2C43-FE3EF507ECB7}"/>
              </a:ext>
            </a:extLst>
          </p:cNvPr>
          <p:cNvSpPr/>
          <p:nvPr/>
        </p:nvSpPr>
        <p:spPr>
          <a:xfrm>
            <a:off x="10603185" y="2152012"/>
            <a:ext cx="1819113" cy="177277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Felhő 92">
            <a:extLst>
              <a:ext uri="{FF2B5EF4-FFF2-40B4-BE49-F238E27FC236}">
                <a16:creationId xmlns:a16="http://schemas.microsoft.com/office/drawing/2014/main" id="{CC0EB79F-96B0-21CA-02D0-1B45CFD9E6BD}"/>
              </a:ext>
            </a:extLst>
          </p:cNvPr>
          <p:cNvSpPr/>
          <p:nvPr/>
        </p:nvSpPr>
        <p:spPr>
          <a:xfrm>
            <a:off x="10171171" y="570038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4" name="Csoportba foglalás 93">
            <a:extLst>
              <a:ext uri="{FF2B5EF4-FFF2-40B4-BE49-F238E27FC236}">
                <a16:creationId xmlns:a16="http://schemas.microsoft.com/office/drawing/2014/main" id="{316101BC-8948-326E-FC08-81983014A4E3}"/>
              </a:ext>
            </a:extLst>
          </p:cNvPr>
          <p:cNvGrpSpPr/>
          <p:nvPr/>
        </p:nvGrpSpPr>
        <p:grpSpPr>
          <a:xfrm>
            <a:off x="1421571" y="6228758"/>
            <a:ext cx="241300" cy="461472"/>
            <a:chOff x="546100" y="6180628"/>
            <a:chExt cx="241300" cy="461472"/>
          </a:xfrm>
        </p:grpSpPr>
        <p:sp>
          <p:nvSpPr>
            <p:cNvPr id="95" name="Téglalap 94">
              <a:extLst>
                <a:ext uri="{FF2B5EF4-FFF2-40B4-BE49-F238E27FC236}">
                  <a16:creationId xmlns:a16="http://schemas.microsoft.com/office/drawing/2014/main" id="{CF21DC1A-CD49-149B-7164-058EB756BD2D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6" name="Háromszög 95">
              <a:extLst>
                <a:ext uri="{FF2B5EF4-FFF2-40B4-BE49-F238E27FC236}">
                  <a16:creationId xmlns:a16="http://schemas.microsoft.com/office/drawing/2014/main" id="{2B67D416-0E9C-C086-117E-A2C83879A1CD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7" name="Csoportba foglalás 96">
            <a:extLst>
              <a:ext uri="{FF2B5EF4-FFF2-40B4-BE49-F238E27FC236}">
                <a16:creationId xmlns:a16="http://schemas.microsoft.com/office/drawing/2014/main" id="{56DE80A8-1551-F595-47FB-4C02A2BA1F4C}"/>
              </a:ext>
            </a:extLst>
          </p:cNvPr>
          <p:cNvGrpSpPr/>
          <p:nvPr/>
        </p:nvGrpSpPr>
        <p:grpSpPr>
          <a:xfrm>
            <a:off x="661229" y="6485962"/>
            <a:ext cx="241300" cy="461472"/>
            <a:chOff x="546100" y="6180628"/>
            <a:chExt cx="241300" cy="461472"/>
          </a:xfrm>
        </p:grpSpPr>
        <p:sp>
          <p:nvSpPr>
            <p:cNvPr id="98" name="Téglalap 97">
              <a:extLst>
                <a:ext uri="{FF2B5EF4-FFF2-40B4-BE49-F238E27FC236}">
                  <a16:creationId xmlns:a16="http://schemas.microsoft.com/office/drawing/2014/main" id="{0A08C24A-1307-EC62-68CD-E3E6C8F33895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9" name="Háromszög 98">
              <a:extLst>
                <a:ext uri="{FF2B5EF4-FFF2-40B4-BE49-F238E27FC236}">
                  <a16:creationId xmlns:a16="http://schemas.microsoft.com/office/drawing/2014/main" id="{8D0B3EA0-BCD5-18A8-354E-36B69A69195A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0" name="Csoportba foglalás 99">
            <a:extLst>
              <a:ext uri="{FF2B5EF4-FFF2-40B4-BE49-F238E27FC236}">
                <a16:creationId xmlns:a16="http://schemas.microsoft.com/office/drawing/2014/main" id="{9D48D610-E96B-6F4B-CB29-DD4ED5EDE67F}"/>
              </a:ext>
            </a:extLst>
          </p:cNvPr>
          <p:cNvGrpSpPr/>
          <p:nvPr/>
        </p:nvGrpSpPr>
        <p:grpSpPr>
          <a:xfrm>
            <a:off x="1711504" y="6512430"/>
            <a:ext cx="241300" cy="461472"/>
            <a:chOff x="546100" y="6180628"/>
            <a:chExt cx="241300" cy="461472"/>
          </a:xfrm>
        </p:grpSpPr>
        <p:sp>
          <p:nvSpPr>
            <p:cNvPr id="101" name="Téglalap 100">
              <a:extLst>
                <a:ext uri="{FF2B5EF4-FFF2-40B4-BE49-F238E27FC236}">
                  <a16:creationId xmlns:a16="http://schemas.microsoft.com/office/drawing/2014/main" id="{59C63D78-497C-3CB3-8A1D-CAABC338359D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2" name="Háromszög 101">
              <a:extLst>
                <a:ext uri="{FF2B5EF4-FFF2-40B4-BE49-F238E27FC236}">
                  <a16:creationId xmlns:a16="http://schemas.microsoft.com/office/drawing/2014/main" id="{31155564-CC50-8D2E-04FE-FE98E2E24FC3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3" name="Csoportba foglalás 102">
            <a:extLst>
              <a:ext uri="{FF2B5EF4-FFF2-40B4-BE49-F238E27FC236}">
                <a16:creationId xmlns:a16="http://schemas.microsoft.com/office/drawing/2014/main" id="{4B7216B0-0551-7891-F9A2-A6CB115D6C11}"/>
              </a:ext>
            </a:extLst>
          </p:cNvPr>
          <p:cNvGrpSpPr/>
          <p:nvPr/>
        </p:nvGrpSpPr>
        <p:grpSpPr>
          <a:xfrm>
            <a:off x="3084442" y="6425132"/>
            <a:ext cx="241300" cy="461472"/>
            <a:chOff x="546100" y="6180628"/>
            <a:chExt cx="241300" cy="461472"/>
          </a:xfrm>
        </p:grpSpPr>
        <p:sp>
          <p:nvSpPr>
            <p:cNvPr id="104" name="Téglalap 103">
              <a:extLst>
                <a:ext uri="{FF2B5EF4-FFF2-40B4-BE49-F238E27FC236}">
                  <a16:creationId xmlns:a16="http://schemas.microsoft.com/office/drawing/2014/main" id="{C2DFB074-8685-F9E3-6687-5ECB4DBD01BF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5" name="Háromszög 104">
              <a:extLst>
                <a:ext uri="{FF2B5EF4-FFF2-40B4-BE49-F238E27FC236}">
                  <a16:creationId xmlns:a16="http://schemas.microsoft.com/office/drawing/2014/main" id="{3BCC8809-7FD0-D30E-02BD-E0B3384B0F55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06" name="Felhő 105">
            <a:extLst>
              <a:ext uri="{FF2B5EF4-FFF2-40B4-BE49-F238E27FC236}">
                <a16:creationId xmlns:a16="http://schemas.microsoft.com/office/drawing/2014/main" id="{B4886281-1953-1624-9EE4-1AC496911B35}"/>
              </a:ext>
            </a:extLst>
          </p:cNvPr>
          <p:cNvSpPr/>
          <p:nvPr/>
        </p:nvSpPr>
        <p:spPr>
          <a:xfrm>
            <a:off x="488700" y="2483774"/>
            <a:ext cx="2134153" cy="1457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9" name="Csoportba foglalás 108">
            <a:extLst>
              <a:ext uri="{FF2B5EF4-FFF2-40B4-BE49-F238E27FC236}">
                <a16:creationId xmlns:a16="http://schemas.microsoft.com/office/drawing/2014/main" id="{4035DC46-B92A-F031-D21E-C47A7A7058D1}"/>
              </a:ext>
            </a:extLst>
          </p:cNvPr>
          <p:cNvGrpSpPr/>
          <p:nvPr/>
        </p:nvGrpSpPr>
        <p:grpSpPr>
          <a:xfrm>
            <a:off x="2352" y="6210033"/>
            <a:ext cx="289933" cy="445835"/>
            <a:chOff x="2352" y="6210033"/>
            <a:chExt cx="289933" cy="445835"/>
          </a:xfrm>
        </p:grpSpPr>
        <p:sp>
          <p:nvSpPr>
            <p:cNvPr id="107" name="Téglalap 106">
              <a:extLst>
                <a:ext uri="{FF2B5EF4-FFF2-40B4-BE49-F238E27FC236}">
                  <a16:creationId xmlns:a16="http://schemas.microsoft.com/office/drawing/2014/main" id="{7F6C0442-9CE6-E217-ECEB-C3DB3B39C0D3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8" name="Felhő 107">
              <a:extLst>
                <a:ext uri="{FF2B5EF4-FFF2-40B4-BE49-F238E27FC236}">
                  <a16:creationId xmlns:a16="http://schemas.microsoft.com/office/drawing/2014/main" id="{64C3A059-7BAA-790B-FE1F-3F6C766AA234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4064692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1B7F7CBB-28C3-91E6-680E-64C9D60BD1B2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2687370D-FAD4-0743-C44B-0474321C8796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F611183E-CC3F-2AF5-8835-2A9BEEAECEF1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EF5DE401-51B0-D643-35A9-9ABF39C632AD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3DE9B1B0-7665-25E8-E427-21B0DB4D8A4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FBA275BA-217F-4099-7C7E-E2E3169038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373B46B3-A4F5-8AB7-C313-EE7366F5906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AB4520D6-AD6C-0776-AC08-6B1DD76FB9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5A256ECA-8667-2E82-DFF0-274FD819ADF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4D55ED5A-E3C9-DB40-BA09-35CA32CE4EEC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C658CEC6-2650-0202-21A9-BC9109AE06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4" name="Csoportba foglalás 13">
            <a:extLst>
              <a:ext uri="{FF2B5EF4-FFF2-40B4-BE49-F238E27FC236}">
                <a16:creationId xmlns:a16="http://schemas.microsoft.com/office/drawing/2014/main" id="{0A707A9D-CEED-073B-91BE-AE5DCE16B29E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5" name="Csoportba foglalás 14">
              <a:extLst>
                <a:ext uri="{FF2B5EF4-FFF2-40B4-BE49-F238E27FC236}">
                  <a16:creationId xmlns:a16="http://schemas.microsoft.com/office/drawing/2014/main" id="{0C41EFEB-C397-6B95-6438-ED21A2825627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8" name="Henger 17">
                <a:extLst>
                  <a:ext uri="{FF2B5EF4-FFF2-40B4-BE49-F238E27FC236}">
                    <a16:creationId xmlns:a16="http://schemas.microsoft.com/office/drawing/2014/main" id="{A3515D8E-F0BE-6E77-BD94-D57D9679066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" name="Ellipszis 18">
                <a:extLst>
                  <a:ext uri="{FF2B5EF4-FFF2-40B4-BE49-F238E27FC236}">
                    <a16:creationId xmlns:a16="http://schemas.microsoft.com/office/drawing/2014/main" id="{70941639-E871-652B-62F5-B4E262F2F86F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0" name="Téglalap 19">
                <a:extLst>
                  <a:ext uri="{FF2B5EF4-FFF2-40B4-BE49-F238E27FC236}">
                    <a16:creationId xmlns:a16="http://schemas.microsoft.com/office/drawing/2014/main" id="{D08DAF47-D4CD-361C-EF90-31C68F1C64E6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Ellipszis 20">
                <a:extLst>
                  <a:ext uri="{FF2B5EF4-FFF2-40B4-BE49-F238E27FC236}">
                    <a16:creationId xmlns:a16="http://schemas.microsoft.com/office/drawing/2014/main" id="{A98B657B-CBFF-99A4-56CD-5C752A05C00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2" name="Egyenes összekötő 21">
                <a:extLst>
                  <a:ext uri="{FF2B5EF4-FFF2-40B4-BE49-F238E27FC236}">
                    <a16:creationId xmlns:a16="http://schemas.microsoft.com/office/drawing/2014/main" id="{296969AF-435E-97FE-6A7D-C35A22AB45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B39ED17C-8014-FC5D-A4E0-79324DB308C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23EA5C05-7FF7-95CE-7408-31E1DDBB3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7C48E030-D062-FFC9-FDD5-CF1DABF2BD2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899D76B5-0D0F-B35E-EA35-D0CD960AA5C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6" name="Egyenes összekötő 15">
              <a:extLst>
                <a:ext uri="{FF2B5EF4-FFF2-40B4-BE49-F238E27FC236}">
                  <a16:creationId xmlns:a16="http://schemas.microsoft.com/office/drawing/2014/main" id="{384806FB-263F-5A37-7163-8F0BC5EFCE2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02C22BD6-2598-A46A-0AC2-49145895F0E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57FCB81E-0221-769F-78D2-ACD016336E71}"/>
              </a:ext>
            </a:extLst>
          </p:cNvPr>
          <p:cNvGrpSpPr/>
          <p:nvPr/>
        </p:nvGrpSpPr>
        <p:grpSpPr>
          <a:xfrm rot="441209"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EB804AB7-DA46-09F8-A6EE-3B736B1B1414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0" name="Csoportba foglalás 69">
                <a:extLst>
                  <a:ext uri="{FF2B5EF4-FFF2-40B4-BE49-F238E27FC236}">
                    <a16:creationId xmlns:a16="http://schemas.microsoft.com/office/drawing/2014/main" id="{25615C49-7359-48C5-0D97-330D9EB3AC20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3" name="Derékszögű háromszög 72">
                  <a:extLst>
                    <a:ext uri="{FF2B5EF4-FFF2-40B4-BE49-F238E27FC236}">
                      <a16:creationId xmlns:a16="http://schemas.microsoft.com/office/drawing/2014/main" id="{9DEC5A16-70F7-5668-A61C-953C4F541597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65FFD25E-C297-36B9-FB52-6A50A4527157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 15">
                  <a:extLst>
                    <a:ext uri="{FF2B5EF4-FFF2-40B4-BE49-F238E27FC236}">
                      <a16:creationId xmlns:a16="http://schemas.microsoft.com/office/drawing/2014/main" id="{DE41983C-E209-829B-7CDD-FF43B144E35C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6" name="Folyamatábra: Tárolt adat 17">
                  <a:extLst>
                    <a:ext uri="{FF2B5EF4-FFF2-40B4-BE49-F238E27FC236}">
                      <a16:creationId xmlns:a16="http://schemas.microsoft.com/office/drawing/2014/main" id="{F8E7ABD6-570A-8E37-B012-249CB16D9BF9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574B01DD-527A-14CA-9A87-3DA642BD16C7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Romboid 77">
                  <a:extLst>
                    <a:ext uri="{FF2B5EF4-FFF2-40B4-BE49-F238E27FC236}">
                      <a16:creationId xmlns:a16="http://schemas.microsoft.com/office/drawing/2014/main" id="{BF19DA9A-A025-7AD8-D911-1230BB9BDF18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78">
                  <a:extLst>
                    <a:ext uri="{FF2B5EF4-FFF2-40B4-BE49-F238E27FC236}">
                      <a16:creationId xmlns:a16="http://schemas.microsoft.com/office/drawing/2014/main" id="{38A9B6A1-FB26-C21E-A899-6A366360D2AD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: lekerekített 79">
                  <a:extLst>
                    <a:ext uri="{FF2B5EF4-FFF2-40B4-BE49-F238E27FC236}">
                      <a16:creationId xmlns:a16="http://schemas.microsoft.com/office/drawing/2014/main" id="{78327F5B-853F-16C1-37CF-F3A997E6C4FE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7F64B8FA-B76B-C104-3C1E-F2497BB6CA7D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115332C2-6AA7-ACD3-EAEC-6E143378C0EA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0AA812EF-311B-9642-8508-872884A4B831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05C6F40D-8E99-859C-E787-EB06B1A17089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F19E785B-450C-C588-C0ED-1AFEECA6449A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1" name="Picture 2" descr="Forráskép megtekintése">
                <a:extLst>
                  <a:ext uri="{FF2B5EF4-FFF2-40B4-BE49-F238E27FC236}">
                    <a16:creationId xmlns:a16="http://schemas.microsoft.com/office/drawing/2014/main" id="{90F21B0B-85FA-D402-4F0E-264A89CDD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2" name="Picture 6" descr="Forráskép megtekintése">
                <a:extLst>
                  <a:ext uri="{FF2B5EF4-FFF2-40B4-BE49-F238E27FC236}">
                    <a16:creationId xmlns:a16="http://schemas.microsoft.com/office/drawing/2014/main" id="{36F61465-39DC-36D7-412B-156F0E368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F10CCD85-42FB-676B-C2D4-6769C542903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8" name="Csoportba foglalás 57">
                <a:extLst>
                  <a:ext uri="{FF2B5EF4-FFF2-40B4-BE49-F238E27FC236}">
                    <a16:creationId xmlns:a16="http://schemas.microsoft.com/office/drawing/2014/main" id="{B00A0E23-7665-3A0B-4F55-3B3C0BE14ADB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1" name="Henger 60">
                  <a:extLst>
                    <a:ext uri="{FF2B5EF4-FFF2-40B4-BE49-F238E27FC236}">
                      <a16:creationId xmlns:a16="http://schemas.microsoft.com/office/drawing/2014/main" id="{D3EEF968-4758-B635-8AE6-45F862C091B8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Ellipszis 61">
                  <a:extLst>
                    <a:ext uri="{FF2B5EF4-FFF2-40B4-BE49-F238E27FC236}">
                      <a16:creationId xmlns:a16="http://schemas.microsoft.com/office/drawing/2014/main" id="{61ACDE53-4D93-C698-A767-638A5ED12A6B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3" name="Téglalap 62">
                  <a:extLst>
                    <a:ext uri="{FF2B5EF4-FFF2-40B4-BE49-F238E27FC236}">
                      <a16:creationId xmlns:a16="http://schemas.microsoft.com/office/drawing/2014/main" id="{A098755A-CC60-72C9-CEA9-AEAF86521A32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Ellipszis 63">
                  <a:extLst>
                    <a:ext uri="{FF2B5EF4-FFF2-40B4-BE49-F238E27FC236}">
                      <a16:creationId xmlns:a16="http://schemas.microsoft.com/office/drawing/2014/main" id="{EC1A2419-031F-5475-3056-F6A8B78C5CB5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5" name="Egyenes összekötő 64">
                  <a:extLst>
                    <a:ext uri="{FF2B5EF4-FFF2-40B4-BE49-F238E27FC236}">
                      <a16:creationId xmlns:a16="http://schemas.microsoft.com/office/drawing/2014/main" id="{E853EB76-8CBA-4510-B319-5866A8E0230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F2892FBD-FB21-91D9-5F60-F0C5BFC2DE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DD3938C8-9D4B-F00F-1A07-3E2A96580E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ACD72484-EBC1-2CEB-E46D-94AD74B3F8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27AD377C-4C6D-3F03-496B-B8B6EF853F21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59" name="Egyenes összekötő 58">
                <a:extLst>
                  <a:ext uri="{FF2B5EF4-FFF2-40B4-BE49-F238E27FC236}">
                    <a16:creationId xmlns:a16="http://schemas.microsoft.com/office/drawing/2014/main" id="{A696D99F-680D-1257-4EC1-72718D4897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49D4D4A3-3ADF-C6C9-28DD-2E592D839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A5B3E42B-1EB8-83EA-3943-0E0E7628122A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8" name="Henger 47">
                <a:extLst>
                  <a:ext uri="{FF2B5EF4-FFF2-40B4-BE49-F238E27FC236}">
                    <a16:creationId xmlns:a16="http://schemas.microsoft.com/office/drawing/2014/main" id="{69742D11-8E16-1250-4788-2401B0477EEB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9" name="Csoportba foglalás 48">
                <a:extLst>
                  <a:ext uri="{FF2B5EF4-FFF2-40B4-BE49-F238E27FC236}">
                    <a16:creationId xmlns:a16="http://schemas.microsoft.com/office/drawing/2014/main" id="{4A7018E3-5D69-6496-240F-4598ACFEE078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21AA4212-064D-96BB-BF54-BA4A2B72866A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7D93F0BB-69EC-2D12-14DD-B1B1D6AB13DF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3" name="Egyenes összekötő 52">
                  <a:extLst>
                    <a:ext uri="{FF2B5EF4-FFF2-40B4-BE49-F238E27FC236}">
                      <a16:creationId xmlns:a16="http://schemas.microsoft.com/office/drawing/2014/main" id="{C01B3A4B-2E2C-1F18-624E-7303A325DC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99BD3A43-55C8-E1DC-00EF-A251AF3FCE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A589F227-8E38-3A4B-00FD-7B0211947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B3376A7F-31A1-D09D-54BC-716120383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7" name="Ellipszis 56">
                  <a:extLst>
                    <a:ext uri="{FF2B5EF4-FFF2-40B4-BE49-F238E27FC236}">
                      <a16:creationId xmlns:a16="http://schemas.microsoft.com/office/drawing/2014/main" id="{F242DFDE-2347-0892-BB0C-DE1776287D92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0" name="Téglalap 49">
                <a:extLst>
                  <a:ext uri="{FF2B5EF4-FFF2-40B4-BE49-F238E27FC236}">
                    <a16:creationId xmlns:a16="http://schemas.microsoft.com/office/drawing/2014/main" id="{E7C84119-CA1B-0A2C-0A78-E7283EEBAAB9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1964B01F-B5AF-8D6B-DFDA-C4C2205FA5BB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BFAF38C5-2D23-133F-1D3A-FF404D9B2887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0" name="Henger 39">
                  <a:extLst>
                    <a:ext uri="{FF2B5EF4-FFF2-40B4-BE49-F238E27FC236}">
                      <a16:creationId xmlns:a16="http://schemas.microsoft.com/office/drawing/2014/main" id="{910BBA71-FE06-01D4-AC35-DD58FAD9483E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11A6B0B8-F9CD-BDF9-9E0D-6A451AA93A6E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2" name="Ív 41">
                  <a:extLst>
                    <a:ext uri="{FF2B5EF4-FFF2-40B4-BE49-F238E27FC236}">
                      <a16:creationId xmlns:a16="http://schemas.microsoft.com/office/drawing/2014/main" id="{748CC119-CFBE-376D-F853-A4A72BAD1276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3" name="Picture 2" descr="Forráskép megtekintése">
                  <a:extLst>
                    <a:ext uri="{FF2B5EF4-FFF2-40B4-BE49-F238E27FC236}">
                      <a16:creationId xmlns:a16="http://schemas.microsoft.com/office/drawing/2014/main" id="{5B6F061B-7064-DF0B-FAFA-EC0BF6F7211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4" name="Téglalap 43">
                  <a:extLst>
                    <a:ext uri="{FF2B5EF4-FFF2-40B4-BE49-F238E27FC236}">
                      <a16:creationId xmlns:a16="http://schemas.microsoft.com/office/drawing/2014/main" id="{686BC61C-BF3C-54C3-013C-3EDE6FD97CCC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Csillag: 4 ágú 44">
                  <a:extLst>
                    <a:ext uri="{FF2B5EF4-FFF2-40B4-BE49-F238E27FC236}">
                      <a16:creationId xmlns:a16="http://schemas.microsoft.com/office/drawing/2014/main" id="{0FED0F6F-4FF6-F9A7-A5CA-C79945A78636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21545C54-0DA7-BE11-F9D1-72CE8EBDBAB4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048F774F-CC6D-8CCE-E37E-8DDB358D4168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3" name="Ellipszis 32">
                <a:extLst>
                  <a:ext uri="{FF2B5EF4-FFF2-40B4-BE49-F238E27FC236}">
                    <a16:creationId xmlns:a16="http://schemas.microsoft.com/office/drawing/2014/main" id="{F84CF03F-0117-6481-E88D-0300153B987F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3EBFE037-FA69-5B3E-2563-ACCA1539CEED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5" name="Egyenes összekötő 34">
                <a:extLst>
                  <a:ext uri="{FF2B5EF4-FFF2-40B4-BE49-F238E27FC236}">
                    <a16:creationId xmlns:a16="http://schemas.microsoft.com/office/drawing/2014/main" id="{62949205-D605-A280-ECDC-DE66FFAAC8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A518CE2B-B613-60DE-0DAD-26253A2E4D44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23A4EE02-8946-924E-DD97-E39F3349FA4C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8" name="Kép 37">
                <a:extLst>
                  <a:ext uri="{FF2B5EF4-FFF2-40B4-BE49-F238E27FC236}">
                    <a16:creationId xmlns:a16="http://schemas.microsoft.com/office/drawing/2014/main" id="{ACA8F978-7C6B-31DA-CDBE-72745267B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C0E5AF19-4968-A910-9D9A-220C81A425B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Felhő 85">
            <a:extLst>
              <a:ext uri="{FF2B5EF4-FFF2-40B4-BE49-F238E27FC236}">
                <a16:creationId xmlns:a16="http://schemas.microsoft.com/office/drawing/2014/main" id="{3269ED5B-808C-C734-5D49-78C08F3D9C4A}"/>
              </a:ext>
            </a:extLst>
          </p:cNvPr>
          <p:cNvSpPr/>
          <p:nvPr/>
        </p:nvSpPr>
        <p:spPr>
          <a:xfrm>
            <a:off x="6082520" y="395145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Felhő 86">
            <a:extLst>
              <a:ext uri="{FF2B5EF4-FFF2-40B4-BE49-F238E27FC236}">
                <a16:creationId xmlns:a16="http://schemas.microsoft.com/office/drawing/2014/main" id="{F59A1E18-5FC3-9DB8-3EC5-D7957D11DA25}"/>
              </a:ext>
            </a:extLst>
          </p:cNvPr>
          <p:cNvSpPr/>
          <p:nvPr/>
        </p:nvSpPr>
        <p:spPr>
          <a:xfrm>
            <a:off x="5464153" y="1912269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Felhő 87">
            <a:extLst>
              <a:ext uri="{FF2B5EF4-FFF2-40B4-BE49-F238E27FC236}">
                <a16:creationId xmlns:a16="http://schemas.microsoft.com/office/drawing/2014/main" id="{07E39FC4-7C2B-5632-59E0-44537ED018C1}"/>
              </a:ext>
            </a:extLst>
          </p:cNvPr>
          <p:cNvSpPr/>
          <p:nvPr/>
        </p:nvSpPr>
        <p:spPr>
          <a:xfrm>
            <a:off x="7757819" y="1086155"/>
            <a:ext cx="2376367" cy="139333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Felhő 88">
            <a:extLst>
              <a:ext uri="{FF2B5EF4-FFF2-40B4-BE49-F238E27FC236}">
                <a16:creationId xmlns:a16="http://schemas.microsoft.com/office/drawing/2014/main" id="{8BA35AEF-FE37-41FA-5662-319E922D02DB}"/>
              </a:ext>
            </a:extLst>
          </p:cNvPr>
          <p:cNvSpPr/>
          <p:nvPr/>
        </p:nvSpPr>
        <p:spPr>
          <a:xfrm>
            <a:off x="4603378" y="1649613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Felhő 89">
            <a:extLst>
              <a:ext uri="{FF2B5EF4-FFF2-40B4-BE49-F238E27FC236}">
                <a16:creationId xmlns:a16="http://schemas.microsoft.com/office/drawing/2014/main" id="{E3140BEA-AA55-FA6C-51A7-D8DB6E6157CE}"/>
              </a:ext>
            </a:extLst>
          </p:cNvPr>
          <p:cNvSpPr/>
          <p:nvPr/>
        </p:nvSpPr>
        <p:spPr>
          <a:xfrm>
            <a:off x="3080050" y="318525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Téglalap 119">
            <a:extLst>
              <a:ext uri="{FF2B5EF4-FFF2-40B4-BE49-F238E27FC236}">
                <a16:creationId xmlns:a16="http://schemas.microsoft.com/office/drawing/2014/main" id="{6A1D228D-6A42-6774-3A06-F6C259D722D8}"/>
              </a:ext>
            </a:extLst>
          </p:cNvPr>
          <p:cNvSpPr/>
          <p:nvPr/>
        </p:nvSpPr>
        <p:spPr>
          <a:xfrm>
            <a:off x="0" y="6411364"/>
            <a:ext cx="12839700" cy="446636"/>
          </a:xfrm>
          <a:custGeom>
            <a:avLst/>
            <a:gdLst>
              <a:gd name="connsiteX0" fmla="*/ 0 w 5461000"/>
              <a:gd name="connsiteY0" fmla="*/ 0 h 446636"/>
              <a:gd name="connsiteX1" fmla="*/ 5461000 w 5461000"/>
              <a:gd name="connsiteY1" fmla="*/ 0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0 h 446636"/>
              <a:gd name="connsiteX1" fmla="*/ 5461000 w 5461000"/>
              <a:gd name="connsiteY1" fmla="*/ 446636 h 446636"/>
              <a:gd name="connsiteX2" fmla="*/ 0 w 5461000"/>
              <a:gd name="connsiteY2" fmla="*/ 446636 h 446636"/>
              <a:gd name="connsiteX3" fmla="*/ 0 w 5461000"/>
              <a:gd name="connsiteY3" fmla="*/ 0 h 446636"/>
              <a:gd name="connsiteX0" fmla="*/ 0 w 5461000"/>
              <a:gd name="connsiteY0" fmla="*/ 0 h 446636"/>
              <a:gd name="connsiteX1" fmla="*/ 1689100 w 5461000"/>
              <a:gd name="connsiteY1" fmla="*/ 1291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124864 h 571500"/>
              <a:gd name="connsiteX1" fmla="*/ 2286000 w 5461000"/>
              <a:gd name="connsiteY1" fmla="*/ 0 h 571500"/>
              <a:gd name="connsiteX2" fmla="*/ 5461000 w 5461000"/>
              <a:gd name="connsiteY2" fmla="*/ 571500 h 571500"/>
              <a:gd name="connsiteX3" fmla="*/ 0 w 5461000"/>
              <a:gd name="connsiteY3" fmla="*/ 571500 h 571500"/>
              <a:gd name="connsiteX4" fmla="*/ 0 w 5461000"/>
              <a:gd name="connsiteY4" fmla="*/ 124864 h 571500"/>
              <a:gd name="connsiteX0" fmla="*/ 0 w 5461000"/>
              <a:gd name="connsiteY0" fmla="*/ 0 h 446636"/>
              <a:gd name="connsiteX1" fmla="*/ 3352800 w 5461000"/>
              <a:gd name="connsiteY1" fmla="*/ 656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61000" h="446636">
                <a:moveTo>
                  <a:pt x="0" y="0"/>
                </a:moveTo>
                <a:lnTo>
                  <a:pt x="3352800" y="65636"/>
                </a:lnTo>
                <a:lnTo>
                  <a:pt x="5461000" y="446636"/>
                </a:lnTo>
                <a:lnTo>
                  <a:pt x="0" y="446636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Felhő 91">
            <a:extLst>
              <a:ext uri="{FF2B5EF4-FFF2-40B4-BE49-F238E27FC236}">
                <a16:creationId xmlns:a16="http://schemas.microsoft.com/office/drawing/2014/main" id="{FB6A56EF-BB39-47B6-D8CE-2D8438218821}"/>
              </a:ext>
            </a:extLst>
          </p:cNvPr>
          <p:cNvSpPr/>
          <p:nvPr/>
        </p:nvSpPr>
        <p:spPr>
          <a:xfrm>
            <a:off x="10628585" y="2266312"/>
            <a:ext cx="1819113" cy="177277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Felhő 92">
            <a:extLst>
              <a:ext uri="{FF2B5EF4-FFF2-40B4-BE49-F238E27FC236}">
                <a16:creationId xmlns:a16="http://schemas.microsoft.com/office/drawing/2014/main" id="{EEE7A6BD-9510-D5D5-5EEC-42D7B8DFF1D9}"/>
              </a:ext>
            </a:extLst>
          </p:cNvPr>
          <p:cNvSpPr/>
          <p:nvPr/>
        </p:nvSpPr>
        <p:spPr>
          <a:xfrm>
            <a:off x="10844271" y="392238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4" name="Csoportba foglalás 93">
            <a:extLst>
              <a:ext uri="{FF2B5EF4-FFF2-40B4-BE49-F238E27FC236}">
                <a16:creationId xmlns:a16="http://schemas.microsoft.com/office/drawing/2014/main" id="{98738B6D-3EB6-9DA7-7592-E5C656572AEA}"/>
              </a:ext>
            </a:extLst>
          </p:cNvPr>
          <p:cNvGrpSpPr/>
          <p:nvPr/>
        </p:nvGrpSpPr>
        <p:grpSpPr>
          <a:xfrm>
            <a:off x="2996371" y="6228758"/>
            <a:ext cx="241300" cy="461472"/>
            <a:chOff x="546100" y="6180628"/>
            <a:chExt cx="241300" cy="461472"/>
          </a:xfrm>
        </p:grpSpPr>
        <p:sp>
          <p:nvSpPr>
            <p:cNvPr id="95" name="Téglalap 94">
              <a:extLst>
                <a:ext uri="{FF2B5EF4-FFF2-40B4-BE49-F238E27FC236}">
                  <a16:creationId xmlns:a16="http://schemas.microsoft.com/office/drawing/2014/main" id="{707FBBBD-AB52-82A3-C841-2576E4873CCA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6" name="Háromszög 95">
              <a:extLst>
                <a:ext uri="{FF2B5EF4-FFF2-40B4-BE49-F238E27FC236}">
                  <a16:creationId xmlns:a16="http://schemas.microsoft.com/office/drawing/2014/main" id="{B99B5292-1719-02C0-40AD-B22D4570F868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7" name="Csoportba foglalás 96">
            <a:extLst>
              <a:ext uri="{FF2B5EF4-FFF2-40B4-BE49-F238E27FC236}">
                <a16:creationId xmlns:a16="http://schemas.microsoft.com/office/drawing/2014/main" id="{354BC811-E2E0-5DA3-0DCF-61B8E0A10AC9}"/>
              </a:ext>
            </a:extLst>
          </p:cNvPr>
          <p:cNvGrpSpPr/>
          <p:nvPr/>
        </p:nvGrpSpPr>
        <p:grpSpPr>
          <a:xfrm>
            <a:off x="2388429" y="6485962"/>
            <a:ext cx="241300" cy="461472"/>
            <a:chOff x="546100" y="6180628"/>
            <a:chExt cx="241300" cy="461472"/>
          </a:xfrm>
        </p:grpSpPr>
        <p:sp>
          <p:nvSpPr>
            <p:cNvPr id="98" name="Téglalap 97">
              <a:extLst>
                <a:ext uri="{FF2B5EF4-FFF2-40B4-BE49-F238E27FC236}">
                  <a16:creationId xmlns:a16="http://schemas.microsoft.com/office/drawing/2014/main" id="{A83503AC-805C-724D-92DB-6C4E3406C53D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9" name="Háromszög 98">
              <a:extLst>
                <a:ext uri="{FF2B5EF4-FFF2-40B4-BE49-F238E27FC236}">
                  <a16:creationId xmlns:a16="http://schemas.microsoft.com/office/drawing/2014/main" id="{DD7D0C95-0FB6-0AB7-63FF-68F6FC885D91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0" name="Csoportba foglalás 99">
            <a:extLst>
              <a:ext uri="{FF2B5EF4-FFF2-40B4-BE49-F238E27FC236}">
                <a16:creationId xmlns:a16="http://schemas.microsoft.com/office/drawing/2014/main" id="{2DBB8BBC-7C89-FF15-D695-E31D66D98227}"/>
              </a:ext>
            </a:extLst>
          </p:cNvPr>
          <p:cNvGrpSpPr/>
          <p:nvPr/>
        </p:nvGrpSpPr>
        <p:grpSpPr>
          <a:xfrm>
            <a:off x="3794304" y="6512430"/>
            <a:ext cx="241300" cy="461472"/>
            <a:chOff x="546100" y="6180628"/>
            <a:chExt cx="241300" cy="461472"/>
          </a:xfrm>
        </p:grpSpPr>
        <p:sp>
          <p:nvSpPr>
            <p:cNvPr id="101" name="Téglalap 100">
              <a:extLst>
                <a:ext uri="{FF2B5EF4-FFF2-40B4-BE49-F238E27FC236}">
                  <a16:creationId xmlns:a16="http://schemas.microsoft.com/office/drawing/2014/main" id="{D735F207-C5D6-D611-746E-90C7C45DF94A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2" name="Háromszög 101">
              <a:extLst>
                <a:ext uri="{FF2B5EF4-FFF2-40B4-BE49-F238E27FC236}">
                  <a16:creationId xmlns:a16="http://schemas.microsoft.com/office/drawing/2014/main" id="{4A1AEAC9-73AC-C79F-6C3B-4CF984AE9B17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03" name="Csoportba foglalás 102">
            <a:extLst>
              <a:ext uri="{FF2B5EF4-FFF2-40B4-BE49-F238E27FC236}">
                <a16:creationId xmlns:a16="http://schemas.microsoft.com/office/drawing/2014/main" id="{BA659722-B248-EBF6-E2B8-00C261C35336}"/>
              </a:ext>
            </a:extLst>
          </p:cNvPr>
          <p:cNvGrpSpPr/>
          <p:nvPr/>
        </p:nvGrpSpPr>
        <p:grpSpPr>
          <a:xfrm>
            <a:off x="4798942" y="6425132"/>
            <a:ext cx="241300" cy="461472"/>
            <a:chOff x="546100" y="6180628"/>
            <a:chExt cx="241300" cy="461472"/>
          </a:xfrm>
        </p:grpSpPr>
        <p:sp>
          <p:nvSpPr>
            <p:cNvPr id="104" name="Téglalap 103">
              <a:extLst>
                <a:ext uri="{FF2B5EF4-FFF2-40B4-BE49-F238E27FC236}">
                  <a16:creationId xmlns:a16="http://schemas.microsoft.com/office/drawing/2014/main" id="{E85951FF-92E2-9515-7DC2-F12ABCA21418}"/>
                </a:ext>
              </a:extLst>
            </p:cNvPr>
            <p:cNvSpPr/>
            <p:nvPr/>
          </p:nvSpPr>
          <p:spPr>
            <a:xfrm>
              <a:off x="546100" y="6411364"/>
              <a:ext cx="241300" cy="230736"/>
            </a:xfrm>
            <a:prstGeom prst="rect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5" name="Háromszög 104">
              <a:extLst>
                <a:ext uri="{FF2B5EF4-FFF2-40B4-BE49-F238E27FC236}">
                  <a16:creationId xmlns:a16="http://schemas.microsoft.com/office/drawing/2014/main" id="{17BF162A-2EF0-8D95-6C2D-D1F618F7D47A}"/>
                </a:ext>
              </a:extLst>
            </p:cNvPr>
            <p:cNvSpPr/>
            <p:nvPr/>
          </p:nvSpPr>
          <p:spPr>
            <a:xfrm>
              <a:off x="546100" y="6180628"/>
              <a:ext cx="241300" cy="230736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106" name="Felhő 105">
            <a:extLst>
              <a:ext uri="{FF2B5EF4-FFF2-40B4-BE49-F238E27FC236}">
                <a16:creationId xmlns:a16="http://schemas.microsoft.com/office/drawing/2014/main" id="{3789DAA8-2D38-6B12-3CFE-A236E227E872}"/>
              </a:ext>
            </a:extLst>
          </p:cNvPr>
          <p:cNvSpPr/>
          <p:nvPr/>
        </p:nvSpPr>
        <p:spPr>
          <a:xfrm>
            <a:off x="1390400" y="2483774"/>
            <a:ext cx="2134153" cy="1457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07" name="Csoportba foglalás 106">
            <a:extLst>
              <a:ext uri="{FF2B5EF4-FFF2-40B4-BE49-F238E27FC236}">
                <a16:creationId xmlns:a16="http://schemas.microsoft.com/office/drawing/2014/main" id="{48C41B19-B14A-076E-7851-226067772037}"/>
              </a:ext>
            </a:extLst>
          </p:cNvPr>
          <p:cNvGrpSpPr/>
          <p:nvPr/>
        </p:nvGrpSpPr>
        <p:grpSpPr>
          <a:xfrm>
            <a:off x="992952" y="6210033"/>
            <a:ext cx="289933" cy="445835"/>
            <a:chOff x="2352" y="6210033"/>
            <a:chExt cx="289933" cy="445835"/>
          </a:xfrm>
        </p:grpSpPr>
        <p:sp>
          <p:nvSpPr>
            <p:cNvPr id="108" name="Téglalap 107">
              <a:extLst>
                <a:ext uri="{FF2B5EF4-FFF2-40B4-BE49-F238E27FC236}">
                  <a16:creationId xmlns:a16="http://schemas.microsoft.com/office/drawing/2014/main" id="{68B1D784-AD53-FADC-2F66-58610F75E253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09" name="Felhő 108">
              <a:extLst>
                <a:ext uri="{FF2B5EF4-FFF2-40B4-BE49-F238E27FC236}">
                  <a16:creationId xmlns:a16="http://schemas.microsoft.com/office/drawing/2014/main" id="{6B63FBF6-653A-B97A-824E-E59C4B8A5E90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10" name="Csoportba foglalás 109">
            <a:extLst>
              <a:ext uri="{FF2B5EF4-FFF2-40B4-BE49-F238E27FC236}">
                <a16:creationId xmlns:a16="http://schemas.microsoft.com/office/drawing/2014/main" id="{33AC6666-D03B-F559-03E8-F7ED60C7B9E9}"/>
              </a:ext>
            </a:extLst>
          </p:cNvPr>
          <p:cNvGrpSpPr/>
          <p:nvPr/>
        </p:nvGrpSpPr>
        <p:grpSpPr>
          <a:xfrm>
            <a:off x="716935" y="6361632"/>
            <a:ext cx="289933" cy="445835"/>
            <a:chOff x="2352" y="6210033"/>
            <a:chExt cx="289933" cy="445835"/>
          </a:xfrm>
        </p:grpSpPr>
        <p:sp>
          <p:nvSpPr>
            <p:cNvPr id="111" name="Téglalap 110">
              <a:extLst>
                <a:ext uri="{FF2B5EF4-FFF2-40B4-BE49-F238E27FC236}">
                  <a16:creationId xmlns:a16="http://schemas.microsoft.com/office/drawing/2014/main" id="{CAF45ABA-B0DE-916B-DBDE-570C7792E2E4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2" name="Felhő 111">
              <a:extLst>
                <a:ext uri="{FF2B5EF4-FFF2-40B4-BE49-F238E27FC236}">
                  <a16:creationId xmlns:a16="http://schemas.microsoft.com/office/drawing/2014/main" id="{6AD026F0-EE5D-0CBC-EFD8-75225C8EECEF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13" name="Csoportba foglalás 112">
            <a:extLst>
              <a:ext uri="{FF2B5EF4-FFF2-40B4-BE49-F238E27FC236}">
                <a16:creationId xmlns:a16="http://schemas.microsoft.com/office/drawing/2014/main" id="{2165A62C-E8BD-DB25-CB51-42811AB2AD1E}"/>
              </a:ext>
            </a:extLst>
          </p:cNvPr>
          <p:cNvGrpSpPr/>
          <p:nvPr/>
        </p:nvGrpSpPr>
        <p:grpSpPr>
          <a:xfrm>
            <a:off x="423612" y="6233965"/>
            <a:ext cx="289933" cy="445835"/>
            <a:chOff x="2352" y="6210033"/>
            <a:chExt cx="289933" cy="445835"/>
          </a:xfrm>
        </p:grpSpPr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A9E3253C-EC16-B906-9730-722FE9D9ED59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Felhő 114">
              <a:extLst>
                <a:ext uri="{FF2B5EF4-FFF2-40B4-BE49-F238E27FC236}">
                  <a16:creationId xmlns:a16="http://schemas.microsoft.com/office/drawing/2014/main" id="{26EB9D16-71AD-6605-36B5-E6F955825D36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16" name="Csoportba foglalás 115">
            <a:extLst>
              <a:ext uri="{FF2B5EF4-FFF2-40B4-BE49-F238E27FC236}">
                <a16:creationId xmlns:a16="http://schemas.microsoft.com/office/drawing/2014/main" id="{B459FEDB-5A15-2ED2-3D3F-B1C102585A51}"/>
              </a:ext>
            </a:extLst>
          </p:cNvPr>
          <p:cNvGrpSpPr/>
          <p:nvPr/>
        </p:nvGrpSpPr>
        <p:grpSpPr>
          <a:xfrm>
            <a:off x="1007710" y="6374675"/>
            <a:ext cx="289933" cy="445835"/>
            <a:chOff x="2352" y="6210033"/>
            <a:chExt cx="289933" cy="445835"/>
          </a:xfrm>
        </p:grpSpPr>
        <p:sp>
          <p:nvSpPr>
            <p:cNvPr id="117" name="Téglalap 116">
              <a:extLst>
                <a:ext uri="{FF2B5EF4-FFF2-40B4-BE49-F238E27FC236}">
                  <a16:creationId xmlns:a16="http://schemas.microsoft.com/office/drawing/2014/main" id="{464FFBEC-AE26-A9C8-2EF3-139A82FC6CFE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Felhő 117">
              <a:extLst>
                <a:ext uri="{FF2B5EF4-FFF2-40B4-BE49-F238E27FC236}">
                  <a16:creationId xmlns:a16="http://schemas.microsoft.com/office/drawing/2014/main" id="{A9F85A15-37FD-7498-D7C3-FB609CB9B4B8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19" name="Csoportba foglalás 118">
            <a:extLst>
              <a:ext uri="{FF2B5EF4-FFF2-40B4-BE49-F238E27FC236}">
                <a16:creationId xmlns:a16="http://schemas.microsoft.com/office/drawing/2014/main" id="{A87E031F-F7D5-9A8C-7B94-1ECAA87C842A}"/>
              </a:ext>
            </a:extLst>
          </p:cNvPr>
          <p:cNvGrpSpPr/>
          <p:nvPr/>
        </p:nvGrpSpPr>
        <p:grpSpPr>
          <a:xfrm>
            <a:off x="1350664" y="6170102"/>
            <a:ext cx="289933" cy="445835"/>
            <a:chOff x="2352" y="6210033"/>
            <a:chExt cx="289933" cy="445835"/>
          </a:xfrm>
        </p:grpSpPr>
        <p:sp>
          <p:nvSpPr>
            <p:cNvPr id="120" name="Téglalap 119">
              <a:extLst>
                <a:ext uri="{FF2B5EF4-FFF2-40B4-BE49-F238E27FC236}">
                  <a16:creationId xmlns:a16="http://schemas.microsoft.com/office/drawing/2014/main" id="{7591DC7A-736A-88A1-EB2E-BF6509F43243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Felhő 120">
              <a:extLst>
                <a:ext uri="{FF2B5EF4-FFF2-40B4-BE49-F238E27FC236}">
                  <a16:creationId xmlns:a16="http://schemas.microsoft.com/office/drawing/2014/main" id="{4816FDE3-D8D1-288B-C392-530C3CFBD22C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22" name="Csoportba foglalás 121">
            <a:extLst>
              <a:ext uri="{FF2B5EF4-FFF2-40B4-BE49-F238E27FC236}">
                <a16:creationId xmlns:a16="http://schemas.microsoft.com/office/drawing/2014/main" id="{1B1ECF85-6968-286A-05B2-BB0FBFD9233B}"/>
              </a:ext>
            </a:extLst>
          </p:cNvPr>
          <p:cNvGrpSpPr/>
          <p:nvPr/>
        </p:nvGrpSpPr>
        <p:grpSpPr>
          <a:xfrm>
            <a:off x="118580" y="6470917"/>
            <a:ext cx="289933" cy="445835"/>
            <a:chOff x="2352" y="6210033"/>
            <a:chExt cx="289933" cy="445835"/>
          </a:xfrm>
        </p:grpSpPr>
        <p:sp>
          <p:nvSpPr>
            <p:cNvPr id="123" name="Téglalap 122">
              <a:extLst>
                <a:ext uri="{FF2B5EF4-FFF2-40B4-BE49-F238E27FC236}">
                  <a16:creationId xmlns:a16="http://schemas.microsoft.com/office/drawing/2014/main" id="{4CAAEEF5-103D-7F97-42A1-7C31DCA0D334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Felhő 123">
              <a:extLst>
                <a:ext uri="{FF2B5EF4-FFF2-40B4-BE49-F238E27FC236}">
                  <a16:creationId xmlns:a16="http://schemas.microsoft.com/office/drawing/2014/main" id="{F36C5C64-D17F-4440-D152-F34EE08FE9F9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25" name="Csoportba foglalás 124">
            <a:extLst>
              <a:ext uri="{FF2B5EF4-FFF2-40B4-BE49-F238E27FC236}">
                <a16:creationId xmlns:a16="http://schemas.microsoft.com/office/drawing/2014/main" id="{FA5720F1-283C-8D9D-EC7B-0274DAE7ABFF}"/>
              </a:ext>
            </a:extLst>
          </p:cNvPr>
          <p:cNvGrpSpPr/>
          <p:nvPr/>
        </p:nvGrpSpPr>
        <p:grpSpPr>
          <a:xfrm>
            <a:off x="17216" y="6081774"/>
            <a:ext cx="289933" cy="445835"/>
            <a:chOff x="2352" y="6210033"/>
            <a:chExt cx="289933" cy="445835"/>
          </a:xfrm>
        </p:grpSpPr>
        <p:sp>
          <p:nvSpPr>
            <p:cNvPr id="126" name="Téglalap 125">
              <a:extLst>
                <a:ext uri="{FF2B5EF4-FFF2-40B4-BE49-F238E27FC236}">
                  <a16:creationId xmlns:a16="http://schemas.microsoft.com/office/drawing/2014/main" id="{1B1E6E74-2F88-5A83-BD65-4D0119B21C2C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Felhő 126">
              <a:extLst>
                <a:ext uri="{FF2B5EF4-FFF2-40B4-BE49-F238E27FC236}">
                  <a16:creationId xmlns:a16="http://schemas.microsoft.com/office/drawing/2014/main" id="{51160CB8-6B10-5A54-69A3-6B611B186534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919156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70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A111FF5D-6B25-27CB-89AA-42F97A031C02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A9610DDA-098E-9589-78A9-CD6CCA63B908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AE62C53A-3091-C8FD-A8FB-229C6BB2CDEB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1A7B74CD-CC05-62FB-088B-19540CAE46EE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F20B97A0-60A4-C5EB-A4C5-F145523F42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87874C42-0404-BFF8-3A6A-9963527A08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7BB8EA72-3870-04F2-F972-38EF0158908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864946D7-5192-C915-E2F0-4E199325345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6260ED5A-9790-4057-D834-3738CEA4A0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67FD2C02-BFD7-5796-BFF9-FAF9F45BB94F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C2C20B1A-5648-EC0F-8669-D296733526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4" name="Csoportba foglalás 13">
            <a:extLst>
              <a:ext uri="{FF2B5EF4-FFF2-40B4-BE49-F238E27FC236}">
                <a16:creationId xmlns:a16="http://schemas.microsoft.com/office/drawing/2014/main" id="{CEAC2B91-7E97-F501-B1F3-B619268AAFD5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5" name="Csoportba foglalás 14">
              <a:extLst>
                <a:ext uri="{FF2B5EF4-FFF2-40B4-BE49-F238E27FC236}">
                  <a16:creationId xmlns:a16="http://schemas.microsoft.com/office/drawing/2014/main" id="{F547EAE8-2056-5B6C-1968-9E3C27DAE1BE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8" name="Henger 17">
                <a:extLst>
                  <a:ext uri="{FF2B5EF4-FFF2-40B4-BE49-F238E27FC236}">
                    <a16:creationId xmlns:a16="http://schemas.microsoft.com/office/drawing/2014/main" id="{E2AE8567-1E09-EB96-9D5B-0463C431672A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" name="Ellipszis 18">
                <a:extLst>
                  <a:ext uri="{FF2B5EF4-FFF2-40B4-BE49-F238E27FC236}">
                    <a16:creationId xmlns:a16="http://schemas.microsoft.com/office/drawing/2014/main" id="{B960A554-1885-8E0D-D293-8257AF30B72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0" name="Téglalap 19">
                <a:extLst>
                  <a:ext uri="{FF2B5EF4-FFF2-40B4-BE49-F238E27FC236}">
                    <a16:creationId xmlns:a16="http://schemas.microsoft.com/office/drawing/2014/main" id="{8E4C9594-74A5-8937-12EF-7A97D327465E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Ellipszis 20">
                <a:extLst>
                  <a:ext uri="{FF2B5EF4-FFF2-40B4-BE49-F238E27FC236}">
                    <a16:creationId xmlns:a16="http://schemas.microsoft.com/office/drawing/2014/main" id="{ED2AD329-AB6F-CB35-8A05-98BF6A6F34C2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2" name="Egyenes összekötő 21">
                <a:extLst>
                  <a:ext uri="{FF2B5EF4-FFF2-40B4-BE49-F238E27FC236}">
                    <a16:creationId xmlns:a16="http://schemas.microsoft.com/office/drawing/2014/main" id="{7884287C-F830-9042-9883-14BB67BCE2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DCA07D43-F2FA-1CCE-34A1-FA2AAD740FC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CB8FE4F9-7CE9-0DA4-77AD-7C78994D04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DB05B1DC-6A9A-6150-5E71-6A14E1BDF4D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E312F275-141D-BE64-3DEC-6C7D3C4ABFB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6" name="Egyenes összekötő 15">
              <a:extLst>
                <a:ext uri="{FF2B5EF4-FFF2-40B4-BE49-F238E27FC236}">
                  <a16:creationId xmlns:a16="http://schemas.microsoft.com/office/drawing/2014/main" id="{1F95DD00-A2AC-0AA7-B30E-648CD22476F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D7888AE9-820C-9AB4-0457-480CDC47A82F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E999EC6E-2306-8554-891C-C564C91D3379}"/>
              </a:ext>
            </a:extLst>
          </p:cNvPr>
          <p:cNvGrpSpPr/>
          <p:nvPr/>
        </p:nvGrpSpPr>
        <p:grpSpPr>
          <a:xfrm rot="169282"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0C2D8D53-3F5D-681F-82DF-546DD0C366E5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0" name="Csoportba foglalás 69">
                <a:extLst>
                  <a:ext uri="{FF2B5EF4-FFF2-40B4-BE49-F238E27FC236}">
                    <a16:creationId xmlns:a16="http://schemas.microsoft.com/office/drawing/2014/main" id="{471F7EFA-E48B-00AA-1B68-A43BE688ECFD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3" name="Derékszögű háromszög 72">
                  <a:extLst>
                    <a:ext uri="{FF2B5EF4-FFF2-40B4-BE49-F238E27FC236}">
                      <a16:creationId xmlns:a16="http://schemas.microsoft.com/office/drawing/2014/main" id="{0236B652-055E-6F79-C7FD-FB0F79ADDB6F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88C39036-E02F-6F6C-5B4B-9DE8EB52EE8A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 15">
                  <a:extLst>
                    <a:ext uri="{FF2B5EF4-FFF2-40B4-BE49-F238E27FC236}">
                      <a16:creationId xmlns:a16="http://schemas.microsoft.com/office/drawing/2014/main" id="{D090D053-58C7-B924-A897-C3DC518E9DB7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6" name="Folyamatábra: Tárolt adat 17">
                  <a:extLst>
                    <a:ext uri="{FF2B5EF4-FFF2-40B4-BE49-F238E27FC236}">
                      <a16:creationId xmlns:a16="http://schemas.microsoft.com/office/drawing/2014/main" id="{A12F8558-A9F1-0C14-43AC-BBB5B8F05E51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0500ADAB-243E-90CD-E37F-ECC4C9DD0424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Romboid 77">
                  <a:extLst>
                    <a:ext uri="{FF2B5EF4-FFF2-40B4-BE49-F238E27FC236}">
                      <a16:creationId xmlns:a16="http://schemas.microsoft.com/office/drawing/2014/main" id="{169FE257-BA51-1699-3456-B46B4A49F3CE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78">
                  <a:extLst>
                    <a:ext uri="{FF2B5EF4-FFF2-40B4-BE49-F238E27FC236}">
                      <a16:creationId xmlns:a16="http://schemas.microsoft.com/office/drawing/2014/main" id="{E5917142-3D70-D34A-7423-980042310ADB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: lekerekített 79">
                  <a:extLst>
                    <a:ext uri="{FF2B5EF4-FFF2-40B4-BE49-F238E27FC236}">
                      <a16:creationId xmlns:a16="http://schemas.microsoft.com/office/drawing/2014/main" id="{19437C76-960C-3CB3-6679-2BED16ABE02D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B1C863F8-F0C1-F60A-8BF1-1E8C975529C5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C9CD02AE-F78C-C953-3725-FA57E9E93AA4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0D65A9EB-B852-7CB7-BC3F-D6AE04957A5C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4A4EF7E3-505C-EEEA-4884-2C94A0561CC6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B269CAA8-9D45-8374-5710-921105C74517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1" name="Picture 2" descr="Forráskép megtekintése">
                <a:extLst>
                  <a:ext uri="{FF2B5EF4-FFF2-40B4-BE49-F238E27FC236}">
                    <a16:creationId xmlns:a16="http://schemas.microsoft.com/office/drawing/2014/main" id="{65783215-7146-E90E-D66A-495ED9C26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2" name="Picture 6" descr="Forráskép megtekintése">
                <a:extLst>
                  <a:ext uri="{FF2B5EF4-FFF2-40B4-BE49-F238E27FC236}">
                    <a16:creationId xmlns:a16="http://schemas.microsoft.com/office/drawing/2014/main" id="{6E43B312-08D4-5713-8F89-4B540E70E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E30E23B6-DF7B-F38D-ED38-E09A0C75600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8" name="Csoportba foglalás 57">
                <a:extLst>
                  <a:ext uri="{FF2B5EF4-FFF2-40B4-BE49-F238E27FC236}">
                    <a16:creationId xmlns:a16="http://schemas.microsoft.com/office/drawing/2014/main" id="{13988A73-A74A-AFD5-2801-10D0AA3B8078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1" name="Henger 60">
                  <a:extLst>
                    <a:ext uri="{FF2B5EF4-FFF2-40B4-BE49-F238E27FC236}">
                      <a16:creationId xmlns:a16="http://schemas.microsoft.com/office/drawing/2014/main" id="{060FFB65-078C-E410-50F6-8005D4F05F54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Ellipszis 61">
                  <a:extLst>
                    <a:ext uri="{FF2B5EF4-FFF2-40B4-BE49-F238E27FC236}">
                      <a16:creationId xmlns:a16="http://schemas.microsoft.com/office/drawing/2014/main" id="{CC57D784-50AE-AC63-BF4E-4AD7A44A4C9C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3" name="Téglalap 62">
                  <a:extLst>
                    <a:ext uri="{FF2B5EF4-FFF2-40B4-BE49-F238E27FC236}">
                      <a16:creationId xmlns:a16="http://schemas.microsoft.com/office/drawing/2014/main" id="{B2BF7599-12FC-7514-6FA4-19B57F02CCEE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Ellipszis 63">
                  <a:extLst>
                    <a:ext uri="{FF2B5EF4-FFF2-40B4-BE49-F238E27FC236}">
                      <a16:creationId xmlns:a16="http://schemas.microsoft.com/office/drawing/2014/main" id="{ACCB8CA3-703B-9427-F2DC-D87A2B778C17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5" name="Egyenes összekötő 64">
                  <a:extLst>
                    <a:ext uri="{FF2B5EF4-FFF2-40B4-BE49-F238E27FC236}">
                      <a16:creationId xmlns:a16="http://schemas.microsoft.com/office/drawing/2014/main" id="{E4768694-5298-414E-58A2-91DF5F7795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AAD1B0FB-922B-7F43-6E56-A3375ADBDD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7CA49977-857D-399F-C2D0-3D6B360355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6E326A0E-4315-38F5-6021-884FC5C80F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658270D4-FE96-81DB-2B9D-6704B43A50F1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59" name="Egyenes összekötő 58">
                <a:extLst>
                  <a:ext uri="{FF2B5EF4-FFF2-40B4-BE49-F238E27FC236}">
                    <a16:creationId xmlns:a16="http://schemas.microsoft.com/office/drawing/2014/main" id="{52AEACD5-F4F8-17D2-08D3-60DE57D892F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2433D640-1FD7-50B4-56CA-B7D3283563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19430670-A769-4ABF-A8C5-27423E29B555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8" name="Henger 47">
                <a:extLst>
                  <a:ext uri="{FF2B5EF4-FFF2-40B4-BE49-F238E27FC236}">
                    <a16:creationId xmlns:a16="http://schemas.microsoft.com/office/drawing/2014/main" id="{AECFC7C5-4D5D-0B01-B134-5AA1EC1DEC46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9" name="Csoportba foglalás 48">
                <a:extLst>
                  <a:ext uri="{FF2B5EF4-FFF2-40B4-BE49-F238E27FC236}">
                    <a16:creationId xmlns:a16="http://schemas.microsoft.com/office/drawing/2014/main" id="{7C4193D2-F54D-2C7A-0B59-F4E39B385B4D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16275556-98DF-3AD9-8CFB-F005D21BBAAD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1D3C66D4-0261-1334-C0BC-863939732E90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3" name="Egyenes összekötő 52">
                  <a:extLst>
                    <a:ext uri="{FF2B5EF4-FFF2-40B4-BE49-F238E27FC236}">
                      <a16:creationId xmlns:a16="http://schemas.microsoft.com/office/drawing/2014/main" id="{42944B98-4690-4C45-EDC4-8C676EC8B4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00218880-60C8-59C7-9BF4-757F6E0180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3FEC66FC-D802-5FCB-0F07-6CC43B5DEF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AD66AB26-CF1F-AED2-536C-F4CCCE1D67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7" name="Ellipszis 56">
                  <a:extLst>
                    <a:ext uri="{FF2B5EF4-FFF2-40B4-BE49-F238E27FC236}">
                      <a16:creationId xmlns:a16="http://schemas.microsoft.com/office/drawing/2014/main" id="{A61D051D-51A4-56E5-DE70-13CF48C5C989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0" name="Téglalap 49">
                <a:extLst>
                  <a:ext uri="{FF2B5EF4-FFF2-40B4-BE49-F238E27FC236}">
                    <a16:creationId xmlns:a16="http://schemas.microsoft.com/office/drawing/2014/main" id="{EA6E6939-F3DA-A50E-B382-39B7E2CF031E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8E062139-42DA-17DD-1FF5-2CBF408872A7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6DFE4B95-965E-BE36-E800-0930B5324A5A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0" name="Henger 39">
                  <a:extLst>
                    <a:ext uri="{FF2B5EF4-FFF2-40B4-BE49-F238E27FC236}">
                      <a16:creationId xmlns:a16="http://schemas.microsoft.com/office/drawing/2014/main" id="{3EFCB4DD-9C96-41EA-6009-0BBE8B2718A9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C9CA87DF-7862-1FFE-4F5B-16BBA668D965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2" name="Ív 41">
                  <a:extLst>
                    <a:ext uri="{FF2B5EF4-FFF2-40B4-BE49-F238E27FC236}">
                      <a16:creationId xmlns:a16="http://schemas.microsoft.com/office/drawing/2014/main" id="{CF4FA285-6537-56FF-030C-C544935CF27D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3" name="Picture 2" descr="Forráskép megtekintése">
                  <a:extLst>
                    <a:ext uri="{FF2B5EF4-FFF2-40B4-BE49-F238E27FC236}">
                      <a16:creationId xmlns:a16="http://schemas.microsoft.com/office/drawing/2014/main" id="{00DDDDB0-14C8-9155-6403-D83222C2953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4" name="Téglalap 43">
                  <a:extLst>
                    <a:ext uri="{FF2B5EF4-FFF2-40B4-BE49-F238E27FC236}">
                      <a16:creationId xmlns:a16="http://schemas.microsoft.com/office/drawing/2014/main" id="{1BAC6A5C-118D-416D-8F48-710A5D20F820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Csillag: 4 ágú 44">
                  <a:extLst>
                    <a:ext uri="{FF2B5EF4-FFF2-40B4-BE49-F238E27FC236}">
                      <a16:creationId xmlns:a16="http://schemas.microsoft.com/office/drawing/2014/main" id="{EC7628A2-7483-A285-7116-1C85C2500EC9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41A5049F-C7C0-B294-FB80-068E821BC6BA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347D3E41-CDBB-5AD1-775F-E4000C5C3373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3" name="Ellipszis 32">
                <a:extLst>
                  <a:ext uri="{FF2B5EF4-FFF2-40B4-BE49-F238E27FC236}">
                    <a16:creationId xmlns:a16="http://schemas.microsoft.com/office/drawing/2014/main" id="{2B2CD181-2F9E-1EC9-AA8F-DC9071F66991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3AE50EBB-8FB7-07D3-86CC-C4FB30D96E1C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5" name="Egyenes összekötő 34">
                <a:extLst>
                  <a:ext uri="{FF2B5EF4-FFF2-40B4-BE49-F238E27FC236}">
                    <a16:creationId xmlns:a16="http://schemas.microsoft.com/office/drawing/2014/main" id="{03267BF6-7B0E-AD56-0F1C-691E5D18C2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10BF05CC-ED6D-4E19-02AC-D641A417BAD4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0A1F916A-4830-3C56-D34F-51AD514BDF4C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8" name="Kép 37">
                <a:extLst>
                  <a:ext uri="{FF2B5EF4-FFF2-40B4-BE49-F238E27FC236}">
                    <a16:creationId xmlns:a16="http://schemas.microsoft.com/office/drawing/2014/main" id="{5B99C8DB-CFA6-B459-410D-4C2A05793B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D189FABD-8168-69A1-332A-AAA24145C93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Felhő 85">
            <a:extLst>
              <a:ext uri="{FF2B5EF4-FFF2-40B4-BE49-F238E27FC236}">
                <a16:creationId xmlns:a16="http://schemas.microsoft.com/office/drawing/2014/main" id="{3D1C6C78-80A0-3F47-EE04-72E622008C42}"/>
              </a:ext>
            </a:extLst>
          </p:cNvPr>
          <p:cNvSpPr/>
          <p:nvPr/>
        </p:nvSpPr>
        <p:spPr>
          <a:xfrm>
            <a:off x="6539720" y="395145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Felhő 86">
            <a:extLst>
              <a:ext uri="{FF2B5EF4-FFF2-40B4-BE49-F238E27FC236}">
                <a16:creationId xmlns:a16="http://schemas.microsoft.com/office/drawing/2014/main" id="{70662B1C-1F30-CF69-837F-86CAABFE0771}"/>
              </a:ext>
            </a:extLst>
          </p:cNvPr>
          <p:cNvSpPr/>
          <p:nvPr/>
        </p:nvSpPr>
        <p:spPr>
          <a:xfrm>
            <a:off x="5984853" y="1912269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Felhő 87">
            <a:extLst>
              <a:ext uri="{FF2B5EF4-FFF2-40B4-BE49-F238E27FC236}">
                <a16:creationId xmlns:a16="http://schemas.microsoft.com/office/drawing/2014/main" id="{C33C4131-6265-6EF2-2F61-0C3C86380187}"/>
              </a:ext>
            </a:extLst>
          </p:cNvPr>
          <p:cNvSpPr/>
          <p:nvPr/>
        </p:nvSpPr>
        <p:spPr>
          <a:xfrm>
            <a:off x="8405519" y="1086155"/>
            <a:ext cx="2376367" cy="139333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Felhő 88">
            <a:extLst>
              <a:ext uri="{FF2B5EF4-FFF2-40B4-BE49-F238E27FC236}">
                <a16:creationId xmlns:a16="http://schemas.microsoft.com/office/drawing/2014/main" id="{E6C2B681-5BB2-11C1-8278-5FBB84A985B5}"/>
              </a:ext>
            </a:extLst>
          </p:cNvPr>
          <p:cNvSpPr/>
          <p:nvPr/>
        </p:nvSpPr>
        <p:spPr>
          <a:xfrm>
            <a:off x="4946278" y="1649613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Felhő 89">
            <a:extLst>
              <a:ext uri="{FF2B5EF4-FFF2-40B4-BE49-F238E27FC236}">
                <a16:creationId xmlns:a16="http://schemas.microsoft.com/office/drawing/2014/main" id="{501B11D0-2703-266D-473D-2647B75BC658}"/>
              </a:ext>
            </a:extLst>
          </p:cNvPr>
          <p:cNvSpPr/>
          <p:nvPr/>
        </p:nvSpPr>
        <p:spPr>
          <a:xfrm>
            <a:off x="3600750" y="318525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Téglalap 119">
            <a:extLst>
              <a:ext uri="{FF2B5EF4-FFF2-40B4-BE49-F238E27FC236}">
                <a16:creationId xmlns:a16="http://schemas.microsoft.com/office/drawing/2014/main" id="{33798E48-B77E-CEA0-634B-19E99D9948FC}"/>
              </a:ext>
            </a:extLst>
          </p:cNvPr>
          <p:cNvSpPr/>
          <p:nvPr/>
        </p:nvSpPr>
        <p:spPr>
          <a:xfrm>
            <a:off x="0" y="6411364"/>
            <a:ext cx="14681200" cy="446636"/>
          </a:xfrm>
          <a:custGeom>
            <a:avLst/>
            <a:gdLst>
              <a:gd name="connsiteX0" fmla="*/ 0 w 5461000"/>
              <a:gd name="connsiteY0" fmla="*/ 0 h 446636"/>
              <a:gd name="connsiteX1" fmla="*/ 5461000 w 5461000"/>
              <a:gd name="connsiteY1" fmla="*/ 0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0 h 446636"/>
              <a:gd name="connsiteX1" fmla="*/ 5461000 w 5461000"/>
              <a:gd name="connsiteY1" fmla="*/ 446636 h 446636"/>
              <a:gd name="connsiteX2" fmla="*/ 0 w 5461000"/>
              <a:gd name="connsiteY2" fmla="*/ 446636 h 446636"/>
              <a:gd name="connsiteX3" fmla="*/ 0 w 5461000"/>
              <a:gd name="connsiteY3" fmla="*/ 0 h 446636"/>
              <a:gd name="connsiteX0" fmla="*/ 0 w 5461000"/>
              <a:gd name="connsiteY0" fmla="*/ 0 h 446636"/>
              <a:gd name="connsiteX1" fmla="*/ 1689100 w 5461000"/>
              <a:gd name="connsiteY1" fmla="*/ 1291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124864 h 571500"/>
              <a:gd name="connsiteX1" fmla="*/ 2286000 w 5461000"/>
              <a:gd name="connsiteY1" fmla="*/ 0 h 571500"/>
              <a:gd name="connsiteX2" fmla="*/ 5461000 w 5461000"/>
              <a:gd name="connsiteY2" fmla="*/ 571500 h 571500"/>
              <a:gd name="connsiteX3" fmla="*/ 0 w 5461000"/>
              <a:gd name="connsiteY3" fmla="*/ 571500 h 571500"/>
              <a:gd name="connsiteX4" fmla="*/ 0 w 5461000"/>
              <a:gd name="connsiteY4" fmla="*/ 124864 h 571500"/>
              <a:gd name="connsiteX0" fmla="*/ 0 w 5461000"/>
              <a:gd name="connsiteY0" fmla="*/ 0 h 446636"/>
              <a:gd name="connsiteX1" fmla="*/ 3352800 w 5461000"/>
              <a:gd name="connsiteY1" fmla="*/ 656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61000" h="446636">
                <a:moveTo>
                  <a:pt x="0" y="0"/>
                </a:moveTo>
                <a:lnTo>
                  <a:pt x="3352800" y="65636"/>
                </a:lnTo>
                <a:lnTo>
                  <a:pt x="5461000" y="446636"/>
                </a:lnTo>
                <a:lnTo>
                  <a:pt x="0" y="446636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Felhő 91">
            <a:extLst>
              <a:ext uri="{FF2B5EF4-FFF2-40B4-BE49-F238E27FC236}">
                <a16:creationId xmlns:a16="http://schemas.microsoft.com/office/drawing/2014/main" id="{9AC4EAA1-FC27-5AB3-F9D8-148BAA2A2C60}"/>
              </a:ext>
            </a:extLst>
          </p:cNvPr>
          <p:cNvSpPr/>
          <p:nvPr/>
        </p:nvSpPr>
        <p:spPr>
          <a:xfrm>
            <a:off x="11149285" y="2520312"/>
            <a:ext cx="1819113" cy="177277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Felhő 92">
            <a:extLst>
              <a:ext uri="{FF2B5EF4-FFF2-40B4-BE49-F238E27FC236}">
                <a16:creationId xmlns:a16="http://schemas.microsoft.com/office/drawing/2014/main" id="{505B1F41-8937-A4DA-BE08-64D70B29A91A}"/>
              </a:ext>
            </a:extLst>
          </p:cNvPr>
          <p:cNvSpPr/>
          <p:nvPr/>
        </p:nvSpPr>
        <p:spPr>
          <a:xfrm>
            <a:off x="11428471" y="392238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Felhő 105">
            <a:extLst>
              <a:ext uri="{FF2B5EF4-FFF2-40B4-BE49-F238E27FC236}">
                <a16:creationId xmlns:a16="http://schemas.microsoft.com/office/drawing/2014/main" id="{7A20665C-7A64-F9A4-85B7-CE6D25800334}"/>
              </a:ext>
            </a:extLst>
          </p:cNvPr>
          <p:cNvSpPr/>
          <p:nvPr/>
        </p:nvSpPr>
        <p:spPr>
          <a:xfrm>
            <a:off x="2444500" y="2483774"/>
            <a:ext cx="2134153" cy="1457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28" name="Csoportba foglalás 127">
            <a:extLst>
              <a:ext uri="{FF2B5EF4-FFF2-40B4-BE49-F238E27FC236}">
                <a16:creationId xmlns:a16="http://schemas.microsoft.com/office/drawing/2014/main" id="{43D5E6F7-5D2E-7561-95C8-9F6C077453F1}"/>
              </a:ext>
            </a:extLst>
          </p:cNvPr>
          <p:cNvGrpSpPr/>
          <p:nvPr/>
        </p:nvGrpSpPr>
        <p:grpSpPr>
          <a:xfrm>
            <a:off x="1779158" y="6093411"/>
            <a:ext cx="6445662" cy="892128"/>
            <a:chOff x="575780" y="6081774"/>
            <a:chExt cx="6445662" cy="892128"/>
          </a:xfrm>
        </p:grpSpPr>
        <p:grpSp>
          <p:nvGrpSpPr>
            <p:cNvPr id="94" name="Csoportba foglalás 93">
              <a:extLst>
                <a:ext uri="{FF2B5EF4-FFF2-40B4-BE49-F238E27FC236}">
                  <a16:creationId xmlns:a16="http://schemas.microsoft.com/office/drawing/2014/main" id="{0BF74691-E3F6-6B57-FDF8-B25BC7B3915E}"/>
                </a:ext>
              </a:extLst>
            </p:cNvPr>
            <p:cNvGrpSpPr/>
            <p:nvPr/>
          </p:nvGrpSpPr>
          <p:grpSpPr>
            <a:xfrm>
              <a:off x="2996371" y="6228758"/>
              <a:ext cx="241300" cy="461472"/>
              <a:chOff x="546100" y="6180628"/>
              <a:chExt cx="241300" cy="461472"/>
            </a:xfrm>
          </p:grpSpPr>
          <p:sp>
            <p:nvSpPr>
              <p:cNvPr id="95" name="Téglalap 94">
                <a:extLst>
                  <a:ext uri="{FF2B5EF4-FFF2-40B4-BE49-F238E27FC236}">
                    <a16:creationId xmlns:a16="http://schemas.microsoft.com/office/drawing/2014/main" id="{54158DB9-C620-1BB7-E0E1-CEF4D8DBD667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Háromszög 95">
                <a:extLst>
                  <a:ext uri="{FF2B5EF4-FFF2-40B4-BE49-F238E27FC236}">
                    <a16:creationId xmlns:a16="http://schemas.microsoft.com/office/drawing/2014/main" id="{F2972AE8-77EA-E228-E918-D3EF75888519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7" name="Csoportba foglalás 96">
              <a:extLst>
                <a:ext uri="{FF2B5EF4-FFF2-40B4-BE49-F238E27FC236}">
                  <a16:creationId xmlns:a16="http://schemas.microsoft.com/office/drawing/2014/main" id="{62F24158-C1F4-A3C0-B5A7-BCE0ECE0DD49}"/>
                </a:ext>
              </a:extLst>
            </p:cNvPr>
            <p:cNvGrpSpPr/>
            <p:nvPr/>
          </p:nvGrpSpPr>
          <p:grpSpPr>
            <a:xfrm>
              <a:off x="2388429" y="6485962"/>
              <a:ext cx="241300" cy="461472"/>
              <a:chOff x="546100" y="6180628"/>
              <a:chExt cx="241300" cy="461472"/>
            </a:xfrm>
          </p:grpSpPr>
          <p:sp>
            <p:nvSpPr>
              <p:cNvPr id="98" name="Téglalap 97">
                <a:extLst>
                  <a:ext uri="{FF2B5EF4-FFF2-40B4-BE49-F238E27FC236}">
                    <a16:creationId xmlns:a16="http://schemas.microsoft.com/office/drawing/2014/main" id="{460CAD9C-4B86-D69D-296D-A93F3075E425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Háromszög 98">
                <a:extLst>
                  <a:ext uri="{FF2B5EF4-FFF2-40B4-BE49-F238E27FC236}">
                    <a16:creationId xmlns:a16="http://schemas.microsoft.com/office/drawing/2014/main" id="{A1B30C8C-A644-7301-8C0E-C274C9DD43A1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0" name="Csoportba foglalás 99">
              <a:extLst>
                <a:ext uri="{FF2B5EF4-FFF2-40B4-BE49-F238E27FC236}">
                  <a16:creationId xmlns:a16="http://schemas.microsoft.com/office/drawing/2014/main" id="{1BA1DBF5-D157-3431-0379-9AEC75A08F81}"/>
                </a:ext>
              </a:extLst>
            </p:cNvPr>
            <p:cNvGrpSpPr/>
            <p:nvPr/>
          </p:nvGrpSpPr>
          <p:grpSpPr>
            <a:xfrm>
              <a:off x="4315004" y="6512430"/>
              <a:ext cx="241300" cy="461472"/>
              <a:chOff x="546100" y="6180628"/>
              <a:chExt cx="241300" cy="461472"/>
            </a:xfrm>
          </p:grpSpPr>
          <p:sp>
            <p:nvSpPr>
              <p:cNvPr id="101" name="Téglalap 100">
                <a:extLst>
                  <a:ext uri="{FF2B5EF4-FFF2-40B4-BE49-F238E27FC236}">
                    <a16:creationId xmlns:a16="http://schemas.microsoft.com/office/drawing/2014/main" id="{3B65A8A6-F2BC-DBB2-EF01-1B4C503F22C4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Háromszög 101">
                <a:extLst>
                  <a:ext uri="{FF2B5EF4-FFF2-40B4-BE49-F238E27FC236}">
                    <a16:creationId xmlns:a16="http://schemas.microsoft.com/office/drawing/2014/main" id="{570353C6-83C7-3788-88FC-FF1B7F11A125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3" name="Csoportba foglalás 102">
              <a:extLst>
                <a:ext uri="{FF2B5EF4-FFF2-40B4-BE49-F238E27FC236}">
                  <a16:creationId xmlns:a16="http://schemas.microsoft.com/office/drawing/2014/main" id="{9930FB29-6D64-8B13-6492-4C34206381B3}"/>
                </a:ext>
              </a:extLst>
            </p:cNvPr>
            <p:cNvGrpSpPr/>
            <p:nvPr/>
          </p:nvGrpSpPr>
          <p:grpSpPr>
            <a:xfrm>
              <a:off x="6780142" y="6425132"/>
              <a:ext cx="241300" cy="461472"/>
              <a:chOff x="546100" y="6180628"/>
              <a:chExt cx="241300" cy="461472"/>
            </a:xfrm>
          </p:grpSpPr>
          <p:sp>
            <p:nvSpPr>
              <p:cNvPr id="104" name="Téglalap 103">
                <a:extLst>
                  <a:ext uri="{FF2B5EF4-FFF2-40B4-BE49-F238E27FC236}">
                    <a16:creationId xmlns:a16="http://schemas.microsoft.com/office/drawing/2014/main" id="{6FF9150F-19D0-FB84-B28B-C96A5AC956BE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Háromszög 104">
                <a:extLst>
                  <a:ext uri="{FF2B5EF4-FFF2-40B4-BE49-F238E27FC236}">
                    <a16:creationId xmlns:a16="http://schemas.microsoft.com/office/drawing/2014/main" id="{9DB80B0C-E3BA-7BA2-29B9-8DB2BDBE64D4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7" name="Csoportba foglalás 106">
              <a:extLst>
                <a:ext uri="{FF2B5EF4-FFF2-40B4-BE49-F238E27FC236}">
                  <a16:creationId xmlns:a16="http://schemas.microsoft.com/office/drawing/2014/main" id="{1EA8D5B3-D0F4-7F54-87C2-4EBB3D14756D}"/>
                </a:ext>
              </a:extLst>
            </p:cNvPr>
            <p:cNvGrpSpPr/>
            <p:nvPr/>
          </p:nvGrpSpPr>
          <p:grpSpPr>
            <a:xfrm>
              <a:off x="1894652" y="6210033"/>
              <a:ext cx="289933" cy="445835"/>
              <a:chOff x="2352" y="6210033"/>
              <a:chExt cx="289933" cy="445835"/>
            </a:xfrm>
          </p:grpSpPr>
          <p:sp>
            <p:nvSpPr>
              <p:cNvPr id="108" name="Téglalap 107">
                <a:extLst>
                  <a:ext uri="{FF2B5EF4-FFF2-40B4-BE49-F238E27FC236}">
                    <a16:creationId xmlns:a16="http://schemas.microsoft.com/office/drawing/2014/main" id="{CAE15CC8-AF07-7477-D42A-F3668D9280DC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9" name="Felhő 108">
                <a:extLst>
                  <a:ext uri="{FF2B5EF4-FFF2-40B4-BE49-F238E27FC236}">
                    <a16:creationId xmlns:a16="http://schemas.microsoft.com/office/drawing/2014/main" id="{243E0AB9-4F3A-12D1-8D47-674FD15C3444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10" name="Csoportba foglalás 109">
              <a:extLst>
                <a:ext uri="{FF2B5EF4-FFF2-40B4-BE49-F238E27FC236}">
                  <a16:creationId xmlns:a16="http://schemas.microsoft.com/office/drawing/2014/main" id="{1CCBF6CA-0875-80E3-5733-0A07255AFEFE}"/>
                </a:ext>
              </a:extLst>
            </p:cNvPr>
            <p:cNvGrpSpPr/>
            <p:nvPr/>
          </p:nvGrpSpPr>
          <p:grpSpPr>
            <a:xfrm>
              <a:off x="1059835" y="6361632"/>
              <a:ext cx="289933" cy="445835"/>
              <a:chOff x="2352" y="6210033"/>
              <a:chExt cx="289933" cy="445835"/>
            </a:xfrm>
          </p:grpSpPr>
          <p:sp>
            <p:nvSpPr>
              <p:cNvPr id="111" name="Téglalap 110">
                <a:extLst>
                  <a:ext uri="{FF2B5EF4-FFF2-40B4-BE49-F238E27FC236}">
                    <a16:creationId xmlns:a16="http://schemas.microsoft.com/office/drawing/2014/main" id="{AB46FDBE-45B8-9AD2-D089-B42BA2F90AB7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2" name="Felhő 111">
                <a:extLst>
                  <a:ext uri="{FF2B5EF4-FFF2-40B4-BE49-F238E27FC236}">
                    <a16:creationId xmlns:a16="http://schemas.microsoft.com/office/drawing/2014/main" id="{76A960BB-1C13-6D1B-FBDD-D00BB2800CDA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13" name="Csoportba foglalás 112">
              <a:extLst>
                <a:ext uri="{FF2B5EF4-FFF2-40B4-BE49-F238E27FC236}">
                  <a16:creationId xmlns:a16="http://schemas.microsoft.com/office/drawing/2014/main" id="{F07B1EF4-4FC8-46B1-8C2F-BDB49420F7D3}"/>
                </a:ext>
              </a:extLst>
            </p:cNvPr>
            <p:cNvGrpSpPr/>
            <p:nvPr/>
          </p:nvGrpSpPr>
          <p:grpSpPr>
            <a:xfrm>
              <a:off x="766512" y="6233965"/>
              <a:ext cx="289933" cy="445835"/>
              <a:chOff x="2352" y="6210033"/>
              <a:chExt cx="289933" cy="445835"/>
            </a:xfrm>
          </p:grpSpPr>
          <p:sp>
            <p:nvSpPr>
              <p:cNvPr id="114" name="Téglalap 113">
                <a:extLst>
                  <a:ext uri="{FF2B5EF4-FFF2-40B4-BE49-F238E27FC236}">
                    <a16:creationId xmlns:a16="http://schemas.microsoft.com/office/drawing/2014/main" id="{E96A7E3B-2573-9792-4173-097C8B69AD71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5" name="Felhő 114">
                <a:extLst>
                  <a:ext uri="{FF2B5EF4-FFF2-40B4-BE49-F238E27FC236}">
                    <a16:creationId xmlns:a16="http://schemas.microsoft.com/office/drawing/2014/main" id="{F17E4EDE-C7B8-B0FD-F489-001D7467B126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DE5EA713-468D-60EA-DD3B-BD4D2B43B9B5}"/>
                </a:ext>
              </a:extLst>
            </p:cNvPr>
            <p:cNvGrpSpPr/>
            <p:nvPr/>
          </p:nvGrpSpPr>
          <p:grpSpPr>
            <a:xfrm>
              <a:off x="1591910" y="6374675"/>
              <a:ext cx="289933" cy="445835"/>
              <a:chOff x="2352" y="6210033"/>
              <a:chExt cx="289933" cy="445835"/>
            </a:xfrm>
          </p:grpSpPr>
          <p:sp>
            <p:nvSpPr>
              <p:cNvPr id="117" name="Téglalap 116">
                <a:extLst>
                  <a:ext uri="{FF2B5EF4-FFF2-40B4-BE49-F238E27FC236}">
                    <a16:creationId xmlns:a16="http://schemas.microsoft.com/office/drawing/2014/main" id="{3FDD3F46-F2B6-CFF2-8B52-4E9060FE3EA2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8" name="Felhő 117">
                <a:extLst>
                  <a:ext uri="{FF2B5EF4-FFF2-40B4-BE49-F238E27FC236}">
                    <a16:creationId xmlns:a16="http://schemas.microsoft.com/office/drawing/2014/main" id="{C03F3630-425D-7805-9DDE-6E5DD9A54D10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19" name="Csoportba foglalás 118">
              <a:extLst>
                <a:ext uri="{FF2B5EF4-FFF2-40B4-BE49-F238E27FC236}">
                  <a16:creationId xmlns:a16="http://schemas.microsoft.com/office/drawing/2014/main" id="{0A976405-011A-F958-7F4E-B77557564E29}"/>
                </a:ext>
              </a:extLst>
            </p:cNvPr>
            <p:cNvGrpSpPr/>
            <p:nvPr/>
          </p:nvGrpSpPr>
          <p:grpSpPr>
            <a:xfrm>
              <a:off x="2163464" y="6170102"/>
              <a:ext cx="289933" cy="445835"/>
              <a:chOff x="2352" y="6210033"/>
              <a:chExt cx="289933" cy="445835"/>
            </a:xfrm>
          </p:grpSpPr>
          <p:sp>
            <p:nvSpPr>
              <p:cNvPr id="120" name="Téglalap 119">
                <a:extLst>
                  <a:ext uri="{FF2B5EF4-FFF2-40B4-BE49-F238E27FC236}">
                    <a16:creationId xmlns:a16="http://schemas.microsoft.com/office/drawing/2014/main" id="{4B210266-F14E-CB00-D3A0-07CA1BFFE462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1" name="Felhő 120">
                <a:extLst>
                  <a:ext uri="{FF2B5EF4-FFF2-40B4-BE49-F238E27FC236}">
                    <a16:creationId xmlns:a16="http://schemas.microsoft.com/office/drawing/2014/main" id="{FA57E24F-E3B7-7748-D674-BA991ED36262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22" name="Csoportba foglalás 121">
              <a:extLst>
                <a:ext uri="{FF2B5EF4-FFF2-40B4-BE49-F238E27FC236}">
                  <a16:creationId xmlns:a16="http://schemas.microsoft.com/office/drawing/2014/main" id="{2563E8CB-C41C-307E-7834-2A5DE5091BB9}"/>
                </a:ext>
              </a:extLst>
            </p:cNvPr>
            <p:cNvGrpSpPr/>
            <p:nvPr/>
          </p:nvGrpSpPr>
          <p:grpSpPr>
            <a:xfrm>
              <a:off x="575780" y="6470917"/>
              <a:ext cx="289933" cy="445835"/>
              <a:chOff x="2352" y="6210033"/>
              <a:chExt cx="289933" cy="445835"/>
            </a:xfrm>
          </p:grpSpPr>
          <p:sp>
            <p:nvSpPr>
              <p:cNvPr id="123" name="Téglalap 122">
                <a:extLst>
                  <a:ext uri="{FF2B5EF4-FFF2-40B4-BE49-F238E27FC236}">
                    <a16:creationId xmlns:a16="http://schemas.microsoft.com/office/drawing/2014/main" id="{3FE73BB0-695E-5954-5A53-078198240CC7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Felhő 123">
                <a:extLst>
                  <a:ext uri="{FF2B5EF4-FFF2-40B4-BE49-F238E27FC236}">
                    <a16:creationId xmlns:a16="http://schemas.microsoft.com/office/drawing/2014/main" id="{DCD81E3E-6D41-357C-AE66-A289860A27CE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25" name="Csoportba foglalás 124">
              <a:extLst>
                <a:ext uri="{FF2B5EF4-FFF2-40B4-BE49-F238E27FC236}">
                  <a16:creationId xmlns:a16="http://schemas.microsoft.com/office/drawing/2014/main" id="{DC38ECDB-4E6C-89BD-7F36-03B13703A147}"/>
                </a:ext>
              </a:extLst>
            </p:cNvPr>
            <p:cNvGrpSpPr/>
            <p:nvPr/>
          </p:nvGrpSpPr>
          <p:grpSpPr>
            <a:xfrm>
              <a:off x="677616" y="6081774"/>
              <a:ext cx="289933" cy="445835"/>
              <a:chOff x="2352" y="6210033"/>
              <a:chExt cx="289933" cy="445835"/>
            </a:xfrm>
          </p:grpSpPr>
          <p:sp>
            <p:nvSpPr>
              <p:cNvPr id="126" name="Téglalap 125">
                <a:extLst>
                  <a:ext uri="{FF2B5EF4-FFF2-40B4-BE49-F238E27FC236}">
                    <a16:creationId xmlns:a16="http://schemas.microsoft.com/office/drawing/2014/main" id="{1A79F24D-87A4-6735-FBA4-399BB68617E9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7" name="Felhő 126">
                <a:extLst>
                  <a:ext uri="{FF2B5EF4-FFF2-40B4-BE49-F238E27FC236}">
                    <a16:creationId xmlns:a16="http://schemas.microsoft.com/office/drawing/2014/main" id="{E3F6171E-5E0A-2FD4-FC2E-6A42F8C280E4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129" name="Csoportba foglalás 128">
            <a:extLst>
              <a:ext uri="{FF2B5EF4-FFF2-40B4-BE49-F238E27FC236}">
                <a16:creationId xmlns:a16="http://schemas.microsoft.com/office/drawing/2014/main" id="{094D26CA-7EE9-2E31-7404-EC5D3A876EF0}"/>
              </a:ext>
            </a:extLst>
          </p:cNvPr>
          <p:cNvGrpSpPr/>
          <p:nvPr/>
        </p:nvGrpSpPr>
        <p:grpSpPr>
          <a:xfrm>
            <a:off x="-2508415" y="6066943"/>
            <a:ext cx="3572142" cy="892128"/>
            <a:chOff x="575780" y="6081774"/>
            <a:chExt cx="6445662" cy="892128"/>
          </a:xfrm>
        </p:grpSpPr>
        <p:grpSp>
          <p:nvGrpSpPr>
            <p:cNvPr id="130" name="Csoportba foglalás 129">
              <a:extLst>
                <a:ext uri="{FF2B5EF4-FFF2-40B4-BE49-F238E27FC236}">
                  <a16:creationId xmlns:a16="http://schemas.microsoft.com/office/drawing/2014/main" id="{AB8214B0-0876-4277-9617-B56AC566DB4A}"/>
                </a:ext>
              </a:extLst>
            </p:cNvPr>
            <p:cNvGrpSpPr/>
            <p:nvPr/>
          </p:nvGrpSpPr>
          <p:grpSpPr>
            <a:xfrm>
              <a:off x="2996371" y="6228758"/>
              <a:ext cx="241300" cy="461472"/>
              <a:chOff x="546100" y="6180628"/>
              <a:chExt cx="241300" cy="461472"/>
            </a:xfrm>
          </p:grpSpPr>
          <p:sp>
            <p:nvSpPr>
              <p:cNvPr id="161" name="Téglalap 160">
                <a:extLst>
                  <a:ext uri="{FF2B5EF4-FFF2-40B4-BE49-F238E27FC236}">
                    <a16:creationId xmlns:a16="http://schemas.microsoft.com/office/drawing/2014/main" id="{E7518FE8-5116-00E6-B1C5-8E09B18CBFF6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2" name="Háromszög 161">
                <a:extLst>
                  <a:ext uri="{FF2B5EF4-FFF2-40B4-BE49-F238E27FC236}">
                    <a16:creationId xmlns:a16="http://schemas.microsoft.com/office/drawing/2014/main" id="{AC9118F8-063B-8A00-689E-1A366C674B1A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1" name="Csoportba foglalás 130">
              <a:extLst>
                <a:ext uri="{FF2B5EF4-FFF2-40B4-BE49-F238E27FC236}">
                  <a16:creationId xmlns:a16="http://schemas.microsoft.com/office/drawing/2014/main" id="{D40907C3-DB68-C977-8190-5A88283C1870}"/>
                </a:ext>
              </a:extLst>
            </p:cNvPr>
            <p:cNvGrpSpPr/>
            <p:nvPr/>
          </p:nvGrpSpPr>
          <p:grpSpPr>
            <a:xfrm>
              <a:off x="2388429" y="6485962"/>
              <a:ext cx="241300" cy="461472"/>
              <a:chOff x="546100" y="6180628"/>
              <a:chExt cx="241300" cy="461472"/>
            </a:xfrm>
          </p:grpSpPr>
          <p:sp>
            <p:nvSpPr>
              <p:cNvPr id="159" name="Téglalap 158">
                <a:extLst>
                  <a:ext uri="{FF2B5EF4-FFF2-40B4-BE49-F238E27FC236}">
                    <a16:creationId xmlns:a16="http://schemas.microsoft.com/office/drawing/2014/main" id="{B620CCA5-3983-3D0A-5DEB-482D9A8267EB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0" name="Háromszög 159">
                <a:extLst>
                  <a:ext uri="{FF2B5EF4-FFF2-40B4-BE49-F238E27FC236}">
                    <a16:creationId xmlns:a16="http://schemas.microsoft.com/office/drawing/2014/main" id="{5120C64C-DD46-45CB-236C-40CBB881A1B3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2" name="Csoportba foglalás 131">
              <a:extLst>
                <a:ext uri="{FF2B5EF4-FFF2-40B4-BE49-F238E27FC236}">
                  <a16:creationId xmlns:a16="http://schemas.microsoft.com/office/drawing/2014/main" id="{A6874EBE-6E8E-3E56-A882-1FB8C3D2FB9C}"/>
                </a:ext>
              </a:extLst>
            </p:cNvPr>
            <p:cNvGrpSpPr/>
            <p:nvPr/>
          </p:nvGrpSpPr>
          <p:grpSpPr>
            <a:xfrm>
              <a:off x="4315004" y="6512430"/>
              <a:ext cx="241300" cy="461472"/>
              <a:chOff x="546100" y="6180628"/>
              <a:chExt cx="241300" cy="461472"/>
            </a:xfrm>
          </p:grpSpPr>
          <p:sp>
            <p:nvSpPr>
              <p:cNvPr id="157" name="Téglalap 156">
                <a:extLst>
                  <a:ext uri="{FF2B5EF4-FFF2-40B4-BE49-F238E27FC236}">
                    <a16:creationId xmlns:a16="http://schemas.microsoft.com/office/drawing/2014/main" id="{72F85755-E290-9C84-1F71-03AE934EC4C8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8" name="Háromszög 157">
                <a:extLst>
                  <a:ext uri="{FF2B5EF4-FFF2-40B4-BE49-F238E27FC236}">
                    <a16:creationId xmlns:a16="http://schemas.microsoft.com/office/drawing/2014/main" id="{D6BC53A7-7A2B-3565-7E1B-BDAE5F68F5E5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3" name="Csoportba foglalás 132">
              <a:extLst>
                <a:ext uri="{FF2B5EF4-FFF2-40B4-BE49-F238E27FC236}">
                  <a16:creationId xmlns:a16="http://schemas.microsoft.com/office/drawing/2014/main" id="{8BB7F816-A425-A481-EB74-C496358F4514}"/>
                </a:ext>
              </a:extLst>
            </p:cNvPr>
            <p:cNvGrpSpPr/>
            <p:nvPr/>
          </p:nvGrpSpPr>
          <p:grpSpPr>
            <a:xfrm>
              <a:off x="6780142" y="6425132"/>
              <a:ext cx="241300" cy="461472"/>
              <a:chOff x="546100" y="6180628"/>
              <a:chExt cx="241300" cy="461472"/>
            </a:xfrm>
          </p:grpSpPr>
          <p:sp>
            <p:nvSpPr>
              <p:cNvPr id="155" name="Téglalap 154">
                <a:extLst>
                  <a:ext uri="{FF2B5EF4-FFF2-40B4-BE49-F238E27FC236}">
                    <a16:creationId xmlns:a16="http://schemas.microsoft.com/office/drawing/2014/main" id="{359F8DC7-1A44-A49D-95AF-33BB7612AF68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56" name="Háromszög 155">
                <a:extLst>
                  <a:ext uri="{FF2B5EF4-FFF2-40B4-BE49-F238E27FC236}">
                    <a16:creationId xmlns:a16="http://schemas.microsoft.com/office/drawing/2014/main" id="{B3BFB333-D695-3B9A-B1B2-2E4F9D0614C8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4" name="Csoportba foglalás 133">
              <a:extLst>
                <a:ext uri="{FF2B5EF4-FFF2-40B4-BE49-F238E27FC236}">
                  <a16:creationId xmlns:a16="http://schemas.microsoft.com/office/drawing/2014/main" id="{B79B7B86-B640-D921-1C6E-F858C6CC4346}"/>
                </a:ext>
              </a:extLst>
            </p:cNvPr>
            <p:cNvGrpSpPr/>
            <p:nvPr/>
          </p:nvGrpSpPr>
          <p:grpSpPr>
            <a:xfrm>
              <a:off x="1894652" y="6210033"/>
              <a:ext cx="289933" cy="445835"/>
              <a:chOff x="2352" y="6210033"/>
              <a:chExt cx="289933" cy="445835"/>
            </a:xfrm>
          </p:grpSpPr>
          <p:sp>
            <p:nvSpPr>
              <p:cNvPr id="153" name="Téglalap 152">
                <a:extLst>
                  <a:ext uri="{FF2B5EF4-FFF2-40B4-BE49-F238E27FC236}">
                    <a16:creationId xmlns:a16="http://schemas.microsoft.com/office/drawing/2014/main" id="{BCEEE5F7-2519-AA98-7182-7058F12B39BF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4" name="Felhő 153">
                <a:extLst>
                  <a:ext uri="{FF2B5EF4-FFF2-40B4-BE49-F238E27FC236}">
                    <a16:creationId xmlns:a16="http://schemas.microsoft.com/office/drawing/2014/main" id="{558F6C38-98C2-7D5D-5D3F-E80AEE31ADF2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5" name="Csoportba foglalás 134">
              <a:extLst>
                <a:ext uri="{FF2B5EF4-FFF2-40B4-BE49-F238E27FC236}">
                  <a16:creationId xmlns:a16="http://schemas.microsoft.com/office/drawing/2014/main" id="{9532B760-2645-B320-530E-E8241F05D22D}"/>
                </a:ext>
              </a:extLst>
            </p:cNvPr>
            <p:cNvGrpSpPr/>
            <p:nvPr/>
          </p:nvGrpSpPr>
          <p:grpSpPr>
            <a:xfrm>
              <a:off x="1059835" y="6361632"/>
              <a:ext cx="289933" cy="445835"/>
              <a:chOff x="2352" y="6210033"/>
              <a:chExt cx="289933" cy="445835"/>
            </a:xfrm>
          </p:grpSpPr>
          <p:sp>
            <p:nvSpPr>
              <p:cNvPr id="151" name="Téglalap 150">
                <a:extLst>
                  <a:ext uri="{FF2B5EF4-FFF2-40B4-BE49-F238E27FC236}">
                    <a16:creationId xmlns:a16="http://schemas.microsoft.com/office/drawing/2014/main" id="{AA1E4C46-C7AF-DCCB-0A82-6D34759EB699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2" name="Felhő 151">
                <a:extLst>
                  <a:ext uri="{FF2B5EF4-FFF2-40B4-BE49-F238E27FC236}">
                    <a16:creationId xmlns:a16="http://schemas.microsoft.com/office/drawing/2014/main" id="{F84DD561-CF60-DBA0-051A-C30174DA7A97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6" name="Csoportba foglalás 135">
              <a:extLst>
                <a:ext uri="{FF2B5EF4-FFF2-40B4-BE49-F238E27FC236}">
                  <a16:creationId xmlns:a16="http://schemas.microsoft.com/office/drawing/2014/main" id="{70F73975-031B-F332-D7F2-6622E936F6B8}"/>
                </a:ext>
              </a:extLst>
            </p:cNvPr>
            <p:cNvGrpSpPr/>
            <p:nvPr/>
          </p:nvGrpSpPr>
          <p:grpSpPr>
            <a:xfrm>
              <a:off x="766512" y="6233965"/>
              <a:ext cx="289933" cy="445835"/>
              <a:chOff x="2352" y="6210033"/>
              <a:chExt cx="289933" cy="445835"/>
            </a:xfrm>
          </p:grpSpPr>
          <p:sp>
            <p:nvSpPr>
              <p:cNvPr id="149" name="Téglalap 148">
                <a:extLst>
                  <a:ext uri="{FF2B5EF4-FFF2-40B4-BE49-F238E27FC236}">
                    <a16:creationId xmlns:a16="http://schemas.microsoft.com/office/drawing/2014/main" id="{4BB263CE-8F7D-C6BA-F33A-DF156B082E64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0" name="Felhő 149">
                <a:extLst>
                  <a:ext uri="{FF2B5EF4-FFF2-40B4-BE49-F238E27FC236}">
                    <a16:creationId xmlns:a16="http://schemas.microsoft.com/office/drawing/2014/main" id="{AA5AB2A0-D496-E482-1F6F-F0C266A72046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7" name="Csoportba foglalás 136">
              <a:extLst>
                <a:ext uri="{FF2B5EF4-FFF2-40B4-BE49-F238E27FC236}">
                  <a16:creationId xmlns:a16="http://schemas.microsoft.com/office/drawing/2014/main" id="{85318F69-164F-D9E7-7C77-ED4456F4EBF8}"/>
                </a:ext>
              </a:extLst>
            </p:cNvPr>
            <p:cNvGrpSpPr/>
            <p:nvPr/>
          </p:nvGrpSpPr>
          <p:grpSpPr>
            <a:xfrm>
              <a:off x="1591910" y="6374675"/>
              <a:ext cx="289933" cy="445835"/>
              <a:chOff x="2352" y="6210033"/>
              <a:chExt cx="289933" cy="445835"/>
            </a:xfrm>
          </p:grpSpPr>
          <p:sp>
            <p:nvSpPr>
              <p:cNvPr id="147" name="Téglalap 146">
                <a:extLst>
                  <a:ext uri="{FF2B5EF4-FFF2-40B4-BE49-F238E27FC236}">
                    <a16:creationId xmlns:a16="http://schemas.microsoft.com/office/drawing/2014/main" id="{450CEF28-958B-3CB4-4D22-62E03209F90A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8" name="Felhő 147">
                <a:extLst>
                  <a:ext uri="{FF2B5EF4-FFF2-40B4-BE49-F238E27FC236}">
                    <a16:creationId xmlns:a16="http://schemas.microsoft.com/office/drawing/2014/main" id="{CE8C9BD8-FF04-C2C0-9DEA-C160CF3F171C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8" name="Csoportba foglalás 137">
              <a:extLst>
                <a:ext uri="{FF2B5EF4-FFF2-40B4-BE49-F238E27FC236}">
                  <a16:creationId xmlns:a16="http://schemas.microsoft.com/office/drawing/2014/main" id="{60DC243F-DA36-0067-52D9-6411034A8B46}"/>
                </a:ext>
              </a:extLst>
            </p:cNvPr>
            <p:cNvGrpSpPr/>
            <p:nvPr/>
          </p:nvGrpSpPr>
          <p:grpSpPr>
            <a:xfrm>
              <a:off x="2163464" y="6170102"/>
              <a:ext cx="289933" cy="445835"/>
              <a:chOff x="2352" y="6210033"/>
              <a:chExt cx="289933" cy="445835"/>
            </a:xfrm>
          </p:grpSpPr>
          <p:sp>
            <p:nvSpPr>
              <p:cNvPr id="145" name="Téglalap 144">
                <a:extLst>
                  <a:ext uri="{FF2B5EF4-FFF2-40B4-BE49-F238E27FC236}">
                    <a16:creationId xmlns:a16="http://schemas.microsoft.com/office/drawing/2014/main" id="{6E8FA214-99F4-2F0F-63CA-1B176313AFEB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6" name="Felhő 145">
                <a:extLst>
                  <a:ext uri="{FF2B5EF4-FFF2-40B4-BE49-F238E27FC236}">
                    <a16:creationId xmlns:a16="http://schemas.microsoft.com/office/drawing/2014/main" id="{AC4AB560-55F3-8048-CAD5-11AD1A4531D0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9" name="Csoportba foglalás 138">
              <a:extLst>
                <a:ext uri="{FF2B5EF4-FFF2-40B4-BE49-F238E27FC236}">
                  <a16:creationId xmlns:a16="http://schemas.microsoft.com/office/drawing/2014/main" id="{6C5D0EA2-DDB1-61EC-EEE0-C377A6263AC2}"/>
                </a:ext>
              </a:extLst>
            </p:cNvPr>
            <p:cNvGrpSpPr/>
            <p:nvPr/>
          </p:nvGrpSpPr>
          <p:grpSpPr>
            <a:xfrm>
              <a:off x="575780" y="6470917"/>
              <a:ext cx="289933" cy="445835"/>
              <a:chOff x="2352" y="6210033"/>
              <a:chExt cx="289933" cy="445835"/>
            </a:xfrm>
          </p:grpSpPr>
          <p:sp>
            <p:nvSpPr>
              <p:cNvPr id="143" name="Téglalap 142">
                <a:extLst>
                  <a:ext uri="{FF2B5EF4-FFF2-40B4-BE49-F238E27FC236}">
                    <a16:creationId xmlns:a16="http://schemas.microsoft.com/office/drawing/2014/main" id="{836925DC-0803-4FE4-EF2A-18FE0FC4A3B6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4" name="Felhő 143">
                <a:extLst>
                  <a:ext uri="{FF2B5EF4-FFF2-40B4-BE49-F238E27FC236}">
                    <a16:creationId xmlns:a16="http://schemas.microsoft.com/office/drawing/2014/main" id="{7B65F6CB-2EB6-FD81-82EF-C1A138138E19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40" name="Csoportba foglalás 139">
              <a:extLst>
                <a:ext uri="{FF2B5EF4-FFF2-40B4-BE49-F238E27FC236}">
                  <a16:creationId xmlns:a16="http://schemas.microsoft.com/office/drawing/2014/main" id="{9BC9A257-BBF2-DA3B-AC61-13A84F849E4D}"/>
                </a:ext>
              </a:extLst>
            </p:cNvPr>
            <p:cNvGrpSpPr/>
            <p:nvPr/>
          </p:nvGrpSpPr>
          <p:grpSpPr>
            <a:xfrm>
              <a:off x="677616" y="6081774"/>
              <a:ext cx="289933" cy="445835"/>
              <a:chOff x="2352" y="6210033"/>
              <a:chExt cx="289933" cy="445835"/>
            </a:xfrm>
          </p:grpSpPr>
          <p:sp>
            <p:nvSpPr>
              <p:cNvPr id="141" name="Téglalap 140">
                <a:extLst>
                  <a:ext uri="{FF2B5EF4-FFF2-40B4-BE49-F238E27FC236}">
                    <a16:creationId xmlns:a16="http://schemas.microsoft.com/office/drawing/2014/main" id="{D52FD91D-8871-8320-9B99-583CA603D0C7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2" name="Felhő 141">
                <a:extLst>
                  <a:ext uri="{FF2B5EF4-FFF2-40B4-BE49-F238E27FC236}">
                    <a16:creationId xmlns:a16="http://schemas.microsoft.com/office/drawing/2014/main" id="{EAF101AA-2487-67B9-AC6D-5267A8A39766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592331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3F73BFF3-907A-7008-1029-8B5F7FE5C080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7B8F21B6-C1C3-141A-021F-7BE915A4D2D8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AE2753DD-5116-491C-2B59-DD63B5D5C94C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7D68FEE3-D251-4F22-CAC9-5C18612B861C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284C1E65-8AC6-403C-7395-2EB7B1B464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8AB12870-2F46-3C8C-344D-B378D6A5F3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A8094A98-3652-BD5D-5436-F16F45DEBD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A53D81B0-BEE2-AAD8-8A09-2B45FF20D1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8E71D673-8C38-9487-8FF4-F23DCB89E3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465AE7D4-688B-42EE-9D11-D256BB87FF0C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940A0722-90DC-CD45-D767-619A1920528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4" name="Csoportba foglalás 13">
            <a:extLst>
              <a:ext uri="{FF2B5EF4-FFF2-40B4-BE49-F238E27FC236}">
                <a16:creationId xmlns:a16="http://schemas.microsoft.com/office/drawing/2014/main" id="{916A8E0C-4C46-36C1-CCE0-13380DECD1EA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5" name="Csoportba foglalás 14">
              <a:extLst>
                <a:ext uri="{FF2B5EF4-FFF2-40B4-BE49-F238E27FC236}">
                  <a16:creationId xmlns:a16="http://schemas.microsoft.com/office/drawing/2014/main" id="{3A4E1F50-1BF2-89B0-8C39-C075BBC4EE9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8" name="Henger 17">
                <a:extLst>
                  <a:ext uri="{FF2B5EF4-FFF2-40B4-BE49-F238E27FC236}">
                    <a16:creationId xmlns:a16="http://schemas.microsoft.com/office/drawing/2014/main" id="{561880EF-8651-C1F6-290D-5634B4F99697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" name="Ellipszis 18">
                <a:extLst>
                  <a:ext uri="{FF2B5EF4-FFF2-40B4-BE49-F238E27FC236}">
                    <a16:creationId xmlns:a16="http://schemas.microsoft.com/office/drawing/2014/main" id="{742D2C86-2E04-28F9-2E0B-5FBF443E2FE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0" name="Téglalap 19">
                <a:extLst>
                  <a:ext uri="{FF2B5EF4-FFF2-40B4-BE49-F238E27FC236}">
                    <a16:creationId xmlns:a16="http://schemas.microsoft.com/office/drawing/2014/main" id="{8D9E2AB0-CB69-07FA-2985-3B1592D95939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Ellipszis 20">
                <a:extLst>
                  <a:ext uri="{FF2B5EF4-FFF2-40B4-BE49-F238E27FC236}">
                    <a16:creationId xmlns:a16="http://schemas.microsoft.com/office/drawing/2014/main" id="{410A6E6E-AFDB-D777-A51A-9DB93E53585C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2" name="Egyenes összekötő 21">
                <a:extLst>
                  <a:ext uri="{FF2B5EF4-FFF2-40B4-BE49-F238E27FC236}">
                    <a16:creationId xmlns:a16="http://schemas.microsoft.com/office/drawing/2014/main" id="{FA67803B-EDC4-66FE-8D18-1E94100BB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891EEAC1-47F3-71AC-56DB-9FAA48E3637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329A1658-3960-AC8C-3E2E-DF6E27A0C9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1C19DCF2-3B23-91D7-A43C-CF7D699A586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448BEC8D-195C-2D58-9FFD-9B2D1925FDF2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6" name="Egyenes összekötő 15">
              <a:extLst>
                <a:ext uri="{FF2B5EF4-FFF2-40B4-BE49-F238E27FC236}">
                  <a16:creationId xmlns:a16="http://schemas.microsoft.com/office/drawing/2014/main" id="{708BA5BB-49A9-8E14-DF70-772CB6CC6E4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19A1308A-48ED-11C8-4565-F3F8C8200660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A4BE70D9-DF56-C618-7402-06348934EF95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3C90F531-2B41-D09D-892E-03D0102307EE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0" name="Csoportba foglalás 69">
                <a:extLst>
                  <a:ext uri="{FF2B5EF4-FFF2-40B4-BE49-F238E27FC236}">
                    <a16:creationId xmlns:a16="http://schemas.microsoft.com/office/drawing/2014/main" id="{3B8F1404-2A1E-78CF-AD3A-C04212CADCF8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3" name="Derékszögű háromszög 72">
                  <a:extLst>
                    <a:ext uri="{FF2B5EF4-FFF2-40B4-BE49-F238E27FC236}">
                      <a16:creationId xmlns:a16="http://schemas.microsoft.com/office/drawing/2014/main" id="{E0D4C4A8-39FA-090E-76AF-1AB847025EC6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7415E1E2-106C-79BF-AF44-3280E4003750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 15">
                  <a:extLst>
                    <a:ext uri="{FF2B5EF4-FFF2-40B4-BE49-F238E27FC236}">
                      <a16:creationId xmlns:a16="http://schemas.microsoft.com/office/drawing/2014/main" id="{E1A4A329-410E-E381-13E2-D28BC9BEFFAE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6" name="Folyamatábra: Tárolt adat 17">
                  <a:extLst>
                    <a:ext uri="{FF2B5EF4-FFF2-40B4-BE49-F238E27FC236}">
                      <a16:creationId xmlns:a16="http://schemas.microsoft.com/office/drawing/2014/main" id="{ED29AA2F-115D-CF1F-8D8C-E61AA6586B1B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627374DE-2C60-E620-6B52-A299ECE4F8BB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Romboid 77">
                  <a:extLst>
                    <a:ext uri="{FF2B5EF4-FFF2-40B4-BE49-F238E27FC236}">
                      <a16:creationId xmlns:a16="http://schemas.microsoft.com/office/drawing/2014/main" id="{D262266D-1257-AB07-7958-1F63C73C51EF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78">
                  <a:extLst>
                    <a:ext uri="{FF2B5EF4-FFF2-40B4-BE49-F238E27FC236}">
                      <a16:creationId xmlns:a16="http://schemas.microsoft.com/office/drawing/2014/main" id="{BCF44488-DC21-3769-4E2D-965AC6B10E24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: lekerekített 79">
                  <a:extLst>
                    <a:ext uri="{FF2B5EF4-FFF2-40B4-BE49-F238E27FC236}">
                      <a16:creationId xmlns:a16="http://schemas.microsoft.com/office/drawing/2014/main" id="{904BB9D3-B3C2-9D84-DFFB-BBB247DEDF73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93D7660F-02E8-EDDD-24FC-2810ED7E15D4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9A1F6EBD-FEBE-1B9B-44D5-97CDA12017D9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212CCB01-9C33-90F0-F2AA-E944EE87BCDD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F9BBA42E-0AED-FCDF-38F3-FF44E499EFA0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1E984688-9BB4-85F7-DEED-51D632731D75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1" name="Picture 2" descr="Forráskép megtekintése">
                <a:extLst>
                  <a:ext uri="{FF2B5EF4-FFF2-40B4-BE49-F238E27FC236}">
                    <a16:creationId xmlns:a16="http://schemas.microsoft.com/office/drawing/2014/main" id="{05D57457-BB89-0A51-F68C-2533543BA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2" name="Picture 6" descr="Forráskép megtekintése">
                <a:extLst>
                  <a:ext uri="{FF2B5EF4-FFF2-40B4-BE49-F238E27FC236}">
                    <a16:creationId xmlns:a16="http://schemas.microsoft.com/office/drawing/2014/main" id="{DE08B520-4797-CCA1-AC4B-F8E1949CE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B3B0117C-D5E3-0CE6-3507-0AD41D15737C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8" name="Csoportba foglalás 57">
                <a:extLst>
                  <a:ext uri="{FF2B5EF4-FFF2-40B4-BE49-F238E27FC236}">
                    <a16:creationId xmlns:a16="http://schemas.microsoft.com/office/drawing/2014/main" id="{5A15B58D-C6B4-439A-9729-35CB95CD7799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1" name="Henger 60">
                  <a:extLst>
                    <a:ext uri="{FF2B5EF4-FFF2-40B4-BE49-F238E27FC236}">
                      <a16:creationId xmlns:a16="http://schemas.microsoft.com/office/drawing/2014/main" id="{386DCD64-B99D-2CF5-C1AA-7EDD3F1142B8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Ellipszis 61">
                  <a:extLst>
                    <a:ext uri="{FF2B5EF4-FFF2-40B4-BE49-F238E27FC236}">
                      <a16:creationId xmlns:a16="http://schemas.microsoft.com/office/drawing/2014/main" id="{79361218-FAC3-3591-CBE9-8EC1C60E81E9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3" name="Téglalap 62">
                  <a:extLst>
                    <a:ext uri="{FF2B5EF4-FFF2-40B4-BE49-F238E27FC236}">
                      <a16:creationId xmlns:a16="http://schemas.microsoft.com/office/drawing/2014/main" id="{979C3402-FA8D-CC7D-7E94-4F416F8F2670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Ellipszis 63">
                  <a:extLst>
                    <a:ext uri="{FF2B5EF4-FFF2-40B4-BE49-F238E27FC236}">
                      <a16:creationId xmlns:a16="http://schemas.microsoft.com/office/drawing/2014/main" id="{DBEEDAD6-EF07-75CD-4216-B39711B6A3E2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5" name="Egyenes összekötő 64">
                  <a:extLst>
                    <a:ext uri="{FF2B5EF4-FFF2-40B4-BE49-F238E27FC236}">
                      <a16:creationId xmlns:a16="http://schemas.microsoft.com/office/drawing/2014/main" id="{4A128911-78E0-804B-F399-0985717347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1CB9111F-7D5F-0DD0-7968-08B0A2F747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C7646480-BC92-1686-E30F-76C1A4B55E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47B177C7-A14B-60D4-749A-02EA5EF238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35B48017-180A-129B-A8CA-50C61ECB2E23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59" name="Egyenes összekötő 58">
                <a:extLst>
                  <a:ext uri="{FF2B5EF4-FFF2-40B4-BE49-F238E27FC236}">
                    <a16:creationId xmlns:a16="http://schemas.microsoft.com/office/drawing/2014/main" id="{35A953C7-BBCC-F17D-3BAF-5EC349DEA6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5733BC9B-2734-E0B7-E811-6077E70B7E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B131F0FD-B5A3-A4B0-0C07-BACEA47E0D5F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8" name="Henger 47">
                <a:extLst>
                  <a:ext uri="{FF2B5EF4-FFF2-40B4-BE49-F238E27FC236}">
                    <a16:creationId xmlns:a16="http://schemas.microsoft.com/office/drawing/2014/main" id="{4A9D4382-BA88-1D37-17DE-4E3925D84B4D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9" name="Csoportba foglalás 48">
                <a:extLst>
                  <a:ext uri="{FF2B5EF4-FFF2-40B4-BE49-F238E27FC236}">
                    <a16:creationId xmlns:a16="http://schemas.microsoft.com/office/drawing/2014/main" id="{6E238E7A-3026-40DD-31BB-E3FFD3D7121C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D54E5194-0642-996A-721C-5F609F34B0DB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484BBC5B-62BA-5930-AB79-8C1A57999638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3" name="Egyenes összekötő 52">
                  <a:extLst>
                    <a:ext uri="{FF2B5EF4-FFF2-40B4-BE49-F238E27FC236}">
                      <a16:creationId xmlns:a16="http://schemas.microsoft.com/office/drawing/2014/main" id="{C040B263-4713-5EDF-0FCB-8DD50428CB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ECEFB136-395A-5F43-9BEE-98923187B8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537D9E6B-AC7B-63BB-F03D-7B6EADF12D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15B635A2-27AD-122A-01D6-60A8E0298D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7" name="Ellipszis 56">
                  <a:extLst>
                    <a:ext uri="{FF2B5EF4-FFF2-40B4-BE49-F238E27FC236}">
                      <a16:creationId xmlns:a16="http://schemas.microsoft.com/office/drawing/2014/main" id="{A1E8C3F0-5088-704B-5EF4-9D6A43DF88D5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0" name="Téglalap 49">
                <a:extLst>
                  <a:ext uri="{FF2B5EF4-FFF2-40B4-BE49-F238E27FC236}">
                    <a16:creationId xmlns:a16="http://schemas.microsoft.com/office/drawing/2014/main" id="{61B964FF-9573-7A53-F8ED-A8301C634CC4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35373573-5C5D-5546-55D0-C37132A9AE17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584E9835-252C-25EA-C141-0A590917CB5C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0" name="Henger 39">
                  <a:extLst>
                    <a:ext uri="{FF2B5EF4-FFF2-40B4-BE49-F238E27FC236}">
                      <a16:creationId xmlns:a16="http://schemas.microsoft.com/office/drawing/2014/main" id="{B22AE5F3-A821-82ED-C4C6-ACF1F8EC9EB6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88E5FCEB-C4E3-E4EE-9EC6-5B7C0853E138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2" name="Ív 41">
                  <a:extLst>
                    <a:ext uri="{FF2B5EF4-FFF2-40B4-BE49-F238E27FC236}">
                      <a16:creationId xmlns:a16="http://schemas.microsoft.com/office/drawing/2014/main" id="{4BC5AD4B-F4D6-DD9C-AC51-3DE8D2A01E66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3" name="Picture 2" descr="Forráskép megtekintése">
                  <a:extLst>
                    <a:ext uri="{FF2B5EF4-FFF2-40B4-BE49-F238E27FC236}">
                      <a16:creationId xmlns:a16="http://schemas.microsoft.com/office/drawing/2014/main" id="{6421DB6A-743F-45E7-67C3-9D3116793A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4" name="Téglalap 43">
                  <a:extLst>
                    <a:ext uri="{FF2B5EF4-FFF2-40B4-BE49-F238E27FC236}">
                      <a16:creationId xmlns:a16="http://schemas.microsoft.com/office/drawing/2014/main" id="{07D7DCBD-724D-4D10-BCDA-6D6E9F43E781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Csillag: 4 ágú 44">
                  <a:extLst>
                    <a:ext uri="{FF2B5EF4-FFF2-40B4-BE49-F238E27FC236}">
                      <a16:creationId xmlns:a16="http://schemas.microsoft.com/office/drawing/2014/main" id="{9580A18E-BF1C-ED0E-958C-A53A92B07C82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6988E1E6-2165-6E3B-3717-0641DAC4852F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4D46A1D6-7982-5387-114E-5DCB89AAFCF3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3" name="Ellipszis 32">
                <a:extLst>
                  <a:ext uri="{FF2B5EF4-FFF2-40B4-BE49-F238E27FC236}">
                    <a16:creationId xmlns:a16="http://schemas.microsoft.com/office/drawing/2014/main" id="{A7AB6A2A-76C6-DC6B-3EE3-AF6331D9C51B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C825E40A-E3AA-F0DE-35E6-AD020DC4F868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5" name="Egyenes összekötő 34">
                <a:extLst>
                  <a:ext uri="{FF2B5EF4-FFF2-40B4-BE49-F238E27FC236}">
                    <a16:creationId xmlns:a16="http://schemas.microsoft.com/office/drawing/2014/main" id="{05BCBB20-53FF-3C71-849A-853EB91E79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8E01091E-D972-4ED8-1FEA-C51D52BD5A43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BAFC2915-CB30-1DFD-8D1B-159A6D4D04DE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8" name="Kép 37">
                <a:extLst>
                  <a:ext uri="{FF2B5EF4-FFF2-40B4-BE49-F238E27FC236}">
                    <a16:creationId xmlns:a16="http://schemas.microsoft.com/office/drawing/2014/main" id="{80B3F480-D4BE-6880-B8CC-915112391D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C14ECBC7-869C-B6E7-15E0-2B507E9CA1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Felhő 85">
            <a:extLst>
              <a:ext uri="{FF2B5EF4-FFF2-40B4-BE49-F238E27FC236}">
                <a16:creationId xmlns:a16="http://schemas.microsoft.com/office/drawing/2014/main" id="{9713F94E-3C5B-AC76-F8A5-8E6233C4CC51}"/>
              </a:ext>
            </a:extLst>
          </p:cNvPr>
          <p:cNvSpPr/>
          <p:nvPr/>
        </p:nvSpPr>
        <p:spPr>
          <a:xfrm>
            <a:off x="9956020" y="395145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Felhő 86">
            <a:extLst>
              <a:ext uri="{FF2B5EF4-FFF2-40B4-BE49-F238E27FC236}">
                <a16:creationId xmlns:a16="http://schemas.microsoft.com/office/drawing/2014/main" id="{1AEBFAA7-1AA8-FE20-083F-2D2EF9D108CC}"/>
              </a:ext>
            </a:extLst>
          </p:cNvPr>
          <p:cNvSpPr/>
          <p:nvPr/>
        </p:nvSpPr>
        <p:spPr>
          <a:xfrm>
            <a:off x="9413853" y="1912269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Felhő 87">
            <a:extLst>
              <a:ext uri="{FF2B5EF4-FFF2-40B4-BE49-F238E27FC236}">
                <a16:creationId xmlns:a16="http://schemas.microsoft.com/office/drawing/2014/main" id="{FD146A30-0FAE-4B62-EF18-DFC29AF1F149}"/>
              </a:ext>
            </a:extLst>
          </p:cNvPr>
          <p:cNvSpPr/>
          <p:nvPr/>
        </p:nvSpPr>
        <p:spPr>
          <a:xfrm>
            <a:off x="11021719" y="1086155"/>
            <a:ext cx="2376367" cy="139333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Felhő 88">
            <a:extLst>
              <a:ext uri="{FF2B5EF4-FFF2-40B4-BE49-F238E27FC236}">
                <a16:creationId xmlns:a16="http://schemas.microsoft.com/office/drawing/2014/main" id="{245C285C-68E8-81E4-EC4E-F52D319D4FD3}"/>
              </a:ext>
            </a:extLst>
          </p:cNvPr>
          <p:cNvSpPr/>
          <p:nvPr/>
        </p:nvSpPr>
        <p:spPr>
          <a:xfrm>
            <a:off x="7130678" y="1649613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Felhő 89">
            <a:extLst>
              <a:ext uri="{FF2B5EF4-FFF2-40B4-BE49-F238E27FC236}">
                <a16:creationId xmlns:a16="http://schemas.microsoft.com/office/drawing/2014/main" id="{72309ACF-7CA2-1071-6B0B-A0C12AB1A2B7}"/>
              </a:ext>
            </a:extLst>
          </p:cNvPr>
          <p:cNvSpPr/>
          <p:nvPr/>
        </p:nvSpPr>
        <p:spPr>
          <a:xfrm>
            <a:off x="7207550" y="318525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Téglalap 119">
            <a:extLst>
              <a:ext uri="{FF2B5EF4-FFF2-40B4-BE49-F238E27FC236}">
                <a16:creationId xmlns:a16="http://schemas.microsoft.com/office/drawing/2014/main" id="{CFE8538C-4161-0AED-3D79-A9CA21AF51ED}"/>
              </a:ext>
            </a:extLst>
          </p:cNvPr>
          <p:cNvSpPr/>
          <p:nvPr/>
        </p:nvSpPr>
        <p:spPr>
          <a:xfrm>
            <a:off x="-1" y="6411364"/>
            <a:ext cx="16200121" cy="446636"/>
          </a:xfrm>
          <a:custGeom>
            <a:avLst/>
            <a:gdLst>
              <a:gd name="connsiteX0" fmla="*/ 0 w 5461000"/>
              <a:gd name="connsiteY0" fmla="*/ 0 h 446636"/>
              <a:gd name="connsiteX1" fmla="*/ 5461000 w 5461000"/>
              <a:gd name="connsiteY1" fmla="*/ 0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0 h 446636"/>
              <a:gd name="connsiteX1" fmla="*/ 5461000 w 5461000"/>
              <a:gd name="connsiteY1" fmla="*/ 446636 h 446636"/>
              <a:gd name="connsiteX2" fmla="*/ 0 w 5461000"/>
              <a:gd name="connsiteY2" fmla="*/ 446636 h 446636"/>
              <a:gd name="connsiteX3" fmla="*/ 0 w 5461000"/>
              <a:gd name="connsiteY3" fmla="*/ 0 h 446636"/>
              <a:gd name="connsiteX0" fmla="*/ 0 w 5461000"/>
              <a:gd name="connsiteY0" fmla="*/ 0 h 446636"/>
              <a:gd name="connsiteX1" fmla="*/ 1689100 w 5461000"/>
              <a:gd name="connsiteY1" fmla="*/ 1291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  <a:gd name="connsiteX0" fmla="*/ 0 w 5461000"/>
              <a:gd name="connsiteY0" fmla="*/ 124864 h 571500"/>
              <a:gd name="connsiteX1" fmla="*/ 2286000 w 5461000"/>
              <a:gd name="connsiteY1" fmla="*/ 0 h 571500"/>
              <a:gd name="connsiteX2" fmla="*/ 5461000 w 5461000"/>
              <a:gd name="connsiteY2" fmla="*/ 571500 h 571500"/>
              <a:gd name="connsiteX3" fmla="*/ 0 w 5461000"/>
              <a:gd name="connsiteY3" fmla="*/ 571500 h 571500"/>
              <a:gd name="connsiteX4" fmla="*/ 0 w 5461000"/>
              <a:gd name="connsiteY4" fmla="*/ 124864 h 571500"/>
              <a:gd name="connsiteX0" fmla="*/ 0 w 5461000"/>
              <a:gd name="connsiteY0" fmla="*/ 0 h 446636"/>
              <a:gd name="connsiteX1" fmla="*/ 3352800 w 5461000"/>
              <a:gd name="connsiteY1" fmla="*/ 65636 h 446636"/>
              <a:gd name="connsiteX2" fmla="*/ 5461000 w 5461000"/>
              <a:gd name="connsiteY2" fmla="*/ 446636 h 446636"/>
              <a:gd name="connsiteX3" fmla="*/ 0 w 5461000"/>
              <a:gd name="connsiteY3" fmla="*/ 446636 h 446636"/>
              <a:gd name="connsiteX4" fmla="*/ 0 w 5461000"/>
              <a:gd name="connsiteY4" fmla="*/ 0 h 44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61000" h="446636">
                <a:moveTo>
                  <a:pt x="0" y="0"/>
                </a:moveTo>
                <a:lnTo>
                  <a:pt x="3352800" y="65636"/>
                </a:lnTo>
                <a:lnTo>
                  <a:pt x="5461000" y="446636"/>
                </a:lnTo>
                <a:lnTo>
                  <a:pt x="0" y="446636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Felhő 93">
            <a:extLst>
              <a:ext uri="{FF2B5EF4-FFF2-40B4-BE49-F238E27FC236}">
                <a16:creationId xmlns:a16="http://schemas.microsoft.com/office/drawing/2014/main" id="{EF46F849-8442-2F0A-4969-B47675509CE3}"/>
              </a:ext>
            </a:extLst>
          </p:cNvPr>
          <p:cNvSpPr/>
          <p:nvPr/>
        </p:nvSpPr>
        <p:spPr>
          <a:xfrm>
            <a:off x="6406900" y="2483774"/>
            <a:ext cx="2134153" cy="1457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5" name="Csoportba foglalás 94">
            <a:extLst>
              <a:ext uri="{FF2B5EF4-FFF2-40B4-BE49-F238E27FC236}">
                <a16:creationId xmlns:a16="http://schemas.microsoft.com/office/drawing/2014/main" id="{29BA590B-1CD2-9DDE-5D53-25AC3D16217D}"/>
              </a:ext>
            </a:extLst>
          </p:cNvPr>
          <p:cNvGrpSpPr/>
          <p:nvPr/>
        </p:nvGrpSpPr>
        <p:grpSpPr>
          <a:xfrm>
            <a:off x="4141358" y="6093411"/>
            <a:ext cx="6445662" cy="892128"/>
            <a:chOff x="575780" y="6081774"/>
            <a:chExt cx="6445662" cy="892128"/>
          </a:xfrm>
        </p:grpSpPr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B40110AC-701C-E698-5998-BCD82A48C4FD}"/>
                </a:ext>
              </a:extLst>
            </p:cNvPr>
            <p:cNvGrpSpPr/>
            <p:nvPr/>
          </p:nvGrpSpPr>
          <p:grpSpPr>
            <a:xfrm>
              <a:off x="2996371" y="6228758"/>
              <a:ext cx="241300" cy="461472"/>
              <a:chOff x="546100" y="6180628"/>
              <a:chExt cx="241300" cy="461472"/>
            </a:xfrm>
          </p:grpSpPr>
          <p:sp>
            <p:nvSpPr>
              <p:cNvPr id="127" name="Téglalap 126">
                <a:extLst>
                  <a:ext uri="{FF2B5EF4-FFF2-40B4-BE49-F238E27FC236}">
                    <a16:creationId xmlns:a16="http://schemas.microsoft.com/office/drawing/2014/main" id="{E7C83D82-94FB-7C58-AAE2-7585644838C1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8" name="Háromszög 127">
                <a:extLst>
                  <a:ext uri="{FF2B5EF4-FFF2-40B4-BE49-F238E27FC236}">
                    <a16:creationId xmlns:a16="http://schemas.microsoft.com/office/drawing/2014/main" id="{838A931A-618C-C7BF-D5AA-C5F30DF3348A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7" name="Csoportba foglalás 96">
              <a:extLst>
                <a:ext uri="{FF2B5EF4-FFF2-40B4-BE49-F238E27FC236}">
                  <a16:creationId xmlns:a16="http://schemas.microsoft.com/office/drawing/2014/main" id="{6FDB4283-F1BA-0BFC-E6C1-CF11580636DB}"/>
                </a:ext>
              </a:extLst>
            </p:cNvPr>
            <p:cNvGrpSpPr/>
            <p:nvPr/>
          </p:nvGrpSpPr>
          <p:grpSpPr>
            <a:xfrm>
              <a:off x="2388429" y="6485962"/>
              <a:ext cx="241300" cy="461472"/>
              <a:chOff x="546100" y="6180628"/>
              <a:chExt cx="241300" cy="461472"/>
            </a:xfrm>
          </p:grpSpPr>
          <p:sp>
            <p:nvSpPr>
              <p:cNvPr id="125" name="Téglalap 124">
                <a:extLst>
                  <a:ext uri="{FF2B5EF4-FFF2-40B4-BE49-F238E27FC236}">
                    <a16:creationId xmlns:a16="http://schemas.microsoft.com/office/drawing/2014/main" id="{E728DF02-F92B-29CD-E843-AF773623CF3B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6" name="Háromszög 125">
                <a:extLst>
                  <a:ext uri="{FF2B5EF4-FFF2-40B4-BE49-F238E27FC236}">
                    <a16:creationId xmlns:a16="http://schemas.microsoft.com/office/drawing/2014/main" id="{37348F82-9C6D-A03B-96EF-ACFB7A4A7DEF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8" name="Csoportba foglalás 97">
              <a:extLst>
                <a:ext uri="{FF2B5EF4-FFF2-40B4-BE49-F238E27FC236}">
                  <a16:creationId xmlns:a16="http://schemas.microsoft.com/office/drawing/2014/main" id="{5ACC04C3-1C4D-F6C3-F020-383819577581}"/>
                </a:ext>
              </a:extLst>
            </p:cNvPr>
            <p:cNvGrpSpPr/>
            <p:nvPr/>
          </p:nvGrpSpPr>
          <p:grpSpPr>
            <a:xfrm>
              <a:off x="4315004" y="6512430"/>
              <a:ext cx="241300" cy="461472"/>
              <a:chOff x="546100" y="6180628"/>
              <a:chExt cx="241300" cy="461472"/>
            </a:xfrm>
          </p:grpSpPr>
          <p:sp>
            <p:nvSpPr>
              <p:cNvPr id="123" name="Téglalap 122">
                <a:extLst>
                  <a:ext uri="{FF2B5EF4-FFF2-40B4-BE49-F238E27FC236}">
                    <a16:creationId xmlns:a16="http://schemas.microsoft.com/office/drawing/2014/main" id="{A305E4E9-F0A5-3E37-9E2A-C85EEBFB0FE0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Háromszög 123">
                <a:extLst>
                  <a:ext uri="{FF2B5EF4-FFF2-40B4-BE49-F238E27FC236}">
                    <a16:creationId xmlns:a16="http://schemas.microsoft.com/office/drawing/2014/main" id="{3A962112-29BD-DC69-381B-BD4CECD36467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F101AEAC-AF60-7F4F-80FB-EB6E74C2FD56}"/>
                </a:ext>
              </a:extLst>
            </p:cNvPr>
            <p:cNvGrpSpPr/>
            <p:nvPr/>
          </p:nvGrpSpPr>
          <p:grpSpPr>
            <a:xfrm>
              <a:off x="6780142" y="6425132"/>
              <a:ext cx="241300" cy="461472"/>
              <a:chOff x="546100" y="6180628"/>
              <a:chExt cx="241300" cy="461472"/>
            </a:xfrm>
          </p:grpSpPr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BEEDECC9-997F-9FAA-686A-3553316D5DDA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2" name="Háromszög 121">
                <a:extLst>
                  <a:ext uri="{FF2B5EF4-FFF2-40B4-BE49-F238E27FC236}">
                    <a16:creationId xmlns:a16="http://schemas.microsoft.com/office/drawing/2014/main" id="{C85D3258-3EC2-AEC7-669B-B324E46B7F44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0" name="Csoportba foglalás 99">
              <a:extLst>
                <a:ext uri="{FF2B5EF4-FFF2-40B4-BE49-F238E27FC236}">
                  <a16:creationId xmlns:a16="http://schemas.microsoft.com/office/drawing/2014/main" id="{2C14856D-D75B-CABD-9BEC-4F7DFD2FAD96}"/>
                </a:ext>
              </a:extLst>
            </p:cNvPr>
            <p:cNvGrpSpPr/>
            <p:nvPr/>
          </p:nvGrpSpPr>
          <p:grpSpPr>
            <a:xfrm>
              <a:off x="1894652" y="6210033"/>
              <a:ext cx="289933" cy="445835"/>
              <a:chOff x="2352" y="6210033"/>
              <a:chExt cx="289933" cy="445835"/>
            </a:xfrm>
          </p:grpSpPr>
          <p:sp>
            <p:nvSpPr>
              <p:cNvPr id="119" name="Téglalap 118">
                <a:extLst>
                  <a:ext uri="{FF2B5EF4-FFF2-40B4-BE49-F238E27FC236}">
                    <a16:creationId xmlns:a16="http://schemas.microsoft.com/office/drawing/2014/main" id="{2750AC8C-7EAB-483D-AE0D-423BB95ED237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0" name="Felhő 119">
                <a:extLst>
                  <a:ext uri="{FF2B5EF4-FFF2-40B4-BE49-F238E27FC236}">
                    <a16:creationId xmlns:a16="http://schemas.microsoft.com/office/drawing/2014/main" id="{E065E154-BD3B-5BD7-94B7-E48250BDDDA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1" name="Csoportba foglalás 100">
              <a:extLst>
                <a:ext uri="{FF2B5EF4-FFF2-40B4-BE49-F238E27FC236}">
                  <a16:creationId xmlns:a16="http://schemas.microsoft.com/office/drawing/2014/main" id="{51F03829-32FD-8DA3-7BEF-B218FCF1E877}"/>
                </a:ext>
              </a:extLst>
            </p:cNvPr>
            <p:cNvGrpSpPr/>
            <p:nvPr/>
          </p:nvGrpSpPr>
          <p:grpSpPr>
            <a:xfrm>
              <a:off x="1059835" y="6361632"/>
              <a:ext cx="289933" cy="445835"/>
              <a:chOff x="2352" y="6210033"/>
              <a:chExt cx="289933" cy="445835"/>
            </a:xfrm>
          </p:grpSpPr>
          <p:sp>
            <p:nvSpPr>
              <p:cNvPr id="117" name="Téglalap 116">
                <a:extLst>
                  <a:ext uri="{FF2B5EF4-FFF2-40B4-BE49-F238E27FC236}">
                    <a16:creationId xmlns:a16="http://schemas.microsoft.com/office/drawing/2014/main" id="{C9C7FDE7-A9D5-53F9-EFA3-9ED5DFD7EE17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8" name="Felhő 117">
                <a:extLst>
                  <a:ext uri="{FF2B5EF4-FFF2-40B4-BE49-F238E27FC236}">
                    <a16:creationId xmlns:a16="http://schemas.microsoft.com/office/drawing/2014/main" id="{3765CCD3-676E-ABD1-22DB-5E6D335A5A08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2" name="Csoportba foglalás 101">
              <a:extLst>
                <a:ext uri="{FF2B5EF4-FFF2-40B4-BE49-F238E27FC236}">
                  <a16:creationId xmlns:a16="http://schemas.microsoft.com/office/drawing/2014/main" id="{109F3974-E75C-9DDE-653F-9C2069C88F87}"/>
                </a:ext>
              </a:extLst>
            </p:cNvPr>
            <p:cNvGrpSpPr/>
            <p:nvPr/>
          </p:nvGrpSpPr>
          <p:grpSpPr>
            <a:xfrm>
              <a:off x="766512" y="6233965"/>
              <a:ext cx="289933" cy="445835"/>
              <a:chOff x="2352" y="6210033"/>
              <a:chExt cx="289933" cy="445835"/>
            </a:xfrm>
          </p:grpSpPr>
          <p:sp>
            <p:nvSpPr>
              <p:cNvPr id="115" name="Téglalap 114">
                <a:extLst>
                  <a:ext uri="{FF2B5EF4-FFF2-40B4-BE49-F238E27FC236}">
                    <a16:creationId xmlns:a16="http://schemas.microsoft.com/office/drawing/2014/main" id="{18C291CC-6214-F038-2223-01594BE4960A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6" name="Felhő 115">
                <a:extLst>
                  <a:ext uri="{FF2B5EF4-FFF2-40B4-BE49-F238E27FC236}">
                    <a16:creationId xmlns:a16="http://schemas.microsoft.com/office/drawing/2014/main" id="{3B23A707-2693-A314-3DD4-4BE741030862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3" name="Csoportba foglalás 102">
              <a:extLst>
                <a:ext uri="{FF2B5EF4-FFF2-40B4-BE49-F238E27FC236}">
                  <a16:creationId xmlns:a16="http://schemas.microsoft.com/office/drawing/2014/main" id="{031805A2-9EB3-F300-E6B1-28542258F3D9}"/>
                </a:ext>
              </a:extLst>
            </p:cNvPr>
            <p:cNvGrpSpPr/>
            <p:nvPr/>
          </p:nvGrpSpPr>
          <p:grpSpPr>
            <a:xfrm>
              <a:off x="1591910" y="6374675"/>
              <a:ext cx="289933" cy="445835"/>
              <a:chOff x="2352" y="6210033"/>
              <a:chExt cx="289933" cy="445835"/>
            </a:xfrm>
          </p:grpSpPr>
          <p:sp>
            <p:nvSpPr>
              <p:cNvPr id="113" name="Téglalap 112">
                <a:extLst>
                  <a:ext uri="{FF2B5EF4-FFF2-40B4-BE49-F238E27FC236}">
                    <a16:creationId xmlns:a16="http://schemas.microsoft.com/office/drawing/2014/main" id="{041311FC-92FB-3AD5-D103-316EFA20A71B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4" name="Felhő 113">
                <a:extLst>
                  <a:ext uri="{FF2B5EF4-FFF2-40B4-BE49-F238E27FC236}">
                    <a16:creationId xmlns:a16="http://schemas.microsoft.com/office/drawing/2014/main" id="{8562E8F1-92F0-DEFE-F838-3E8B551CA60D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4" name="Csoportba foglalás 103">
              <a:extLst>
                <a:ext uri="{FF2B5EF4-FFF2-40B4-BE49-F238E27FC236}">
                  <a16:creationId xmlns:a16="http://schemas.microsoft.com/office/drawing/2014/main" id="{07ED3472-62C1-F1A6-36B5-F893E6403CA7}"/>
                </a:ext>
              </a:extLst>
            </p:cNvPr>
            <p:cNvGrpSpPr/>
            <p:nvPr/>
          </p:nvGrpSpPr>
          <p:grpSpPr>
            <a:xfrm>
              <a:off x="2163464" y="6170102"/>
              <a:ext cx="289933" cy="445835"/>
              <a:chOff x="2352" y="6210033"/>
              <a:chExt cx="289933" cy="445835"/>
            </a:xfrm>
          </p:grpSpPr>
          <p:sp>
            <p:nvSpPr>
              <p:cNvPr id="111" name="Téglalap 110">
                <a:extLst>
                  <a:ext uri="{FF2B5EF4-FFF2-40B4-BE49-F238E27FC236}">
                    <a16:creationId xmlns:a16="http://schemas.microsoft.com/office/drawing/2014/main" id="{DDE24BC6-4FD2-0CEE-DB7B-43C1B962B276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2" name="Felhő 111">
                <a:extLst>
                  <a:ext uri="{FF2B5EF4-FFF2-40B4-BE49-F238E27FC236}">
                    <a16:creationId xmlns:a16="http://schemas.microsoft.com/office/drawing/2014/main" id="{CD210EEC-60AB-01D7-5107-30F4D3E9319B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5" name="Csoportba foglalás 104">
              <a:extLst>
                <a:ext uri="{FF2B5EF4-FFF2-40B4-BE49-F238E27FC236}">
                  <a16:creationId xmlns:a16="http://schemas.microsoft.com/office/drawing/2014/main" id="{59840F77-D2C7-4330-E584-923C3F1697CD}"/>
                </a:ext>
              </a:extLst>
            </p:cNvPr>
            <p:cNvGrpSpPr/>
            <p:nvPr/>
          </p:nvGrpSpPr>
          <p:grpSpPr>
            <a:xfrm>
              <a:off x="575780" y="6470917"/>
              <a:ext cx="289933" cy="445835"/>
              <a:chOff x="2352" y="6210033"/>
              <a:chExt cx="289933" cy="445835"/>
            </a:xfrm>
          </p:grpSpPr>
          <p:sp>
            <p:nvSpPr>
              <p:cNvPr id="109" name="Téglalap 108">
                <a:extLst>
                  <a:ext uri="{FF2B5EF4-FFF2-40B4-BE49-F238E27FC236}">
                    <a16:creationId xmlns:a16="http://schemas.microsoft.com/office/drawing/2014/main" id="{F1C256A8-BDC7-5EDF-726B-102446C7053A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0" name="Felhő 109">
                <a:extLst>
                  <a:ext uri="{FF2B5EF4-FFF2-40B4-BE49-F238E27FC236}">
                    <a16:creationId xmlns:a16="http://schemas.microsoft.com/office/drawing/2014/main" id="{DF9D353D-3F4F-5E20-5416-18B077E1993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6" name="Csoportba foglalás 105">
              <a:extLst>
                <a:ext uri="{FF2B5EF4-FFF2-40B4-BE49-F238E27FC236}">
                  <a16:creationId xmlns:a16="http://schemas.microsoft.com/office/drawing/2014/main" id="{656B2A4D-8ED4-7D37-9910-9A0A4A4324EE}"/>
                </a:ext>
              </a:extLst>
            </p:cNvPr>
            <p:cNvGrpSpPr/>
            <p:nvPr/>
          </p:nvGrpSpPr>
          <p:grpSpPr>
            <a:xfrm>
              <a:off x="677616" y="6081774"/>
              <a:ext cx="289933" cy="445835"/>
              <a:chOff x="2352" y="6210033"/>
              <a:chExt cx="289933" cy="445835"/>
            </a:xfrm>
          </p:grpSpPr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4A6086E8-889C-07D0-3BAA-13AFC707DA79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Felhő 107">
                <a:extLst>
                  <a:ext uri="{FF2B5EF4-FFF2-40B4-BE49-F238E27FC236}">
                    <a16:creationId xmlns:a16="http://schemas.microsoft.com/office/drawing/2014/main" id="{D737388D-5C41-330B-5CEE-910B086D5D52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324" name="Csoportba foglalás 323">
            <a:extLst>
              <a:ext uri="{FF2B5EF4-FFF2-40B4-BE49-F238E27FC236}">
                <a16:creationId xmlns:a16="http://schemas.microsoft.com/office/drawing/2014/main" id="{6614F784-47D4-FC9E-C069-87F7E698C5E1}"/>
              </a:ext>
            </a:extLst>
          </p:cNvPr>
          <p:cNvGrpSpPr/>
          <p:nvPr/>
        </p:nvGrpSpPr>
        <p:grpSpPr>
          <a:xfrm flipH="1">
            <a:off x="73332" y="6093411"/>
            <a:ext cx="1877617" cy="834978"/>
            <a:chOff x="575780" y="6081774"/>
            <a:chExt cx="1877617" cy="834978"/>
          </a:xfrm>
        </p:grpSpPr>
        <p:grpSp>
          <p:nvGrpSpPr>
            <p:cNvPr id="329" name="Csoportba foglalás 328">
              <a:extLst>
                <a:ext uri="{FF2B5EF4-FFF2-40B4-BE49-F238E27FC236}">
                  <a16:creationId xmlns:a16="http://schemas.microsoft.com/office/drawing/2014/main" id="{1384F59B-C0E0-1611-BBA7-20D76544D084}"/>
                </a:ext>
              </a:extLst>
            </p:cNvPr>
            <p:cNvGrpSpPr/>
            <p:nvPr/>
          </p:nvGrpSpPr>
          <p:grpSpPr>
            <a:xfrm>
              <a:off x="1894652" y="6210033"/>
              <a:ext cx="289933" cy="445835"/>
              <a:chOff x="2352" y="6210033"/>
              <a:chExt cx="289933" cy="445835"/>
            </a:xfrm>
          </p:grpSpPr>
          <p:sp>
            <p:nvSpPr>
              <p:cNvPr id="348" name="Téglalap 347">
                <a:extLst>
                  <a:ext uri="{FF2B5EF4-FFF2-40B4-BE49-F238E27FC236}">
                    <a16:creationId xmlns:a16="http://schemas.microsoft.com/office/drawing/2014/main" id="{7061A686-2889-6078-FEFB-19CF783BFF72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Felhő 348">
                <a:extLst>
                  <a:ext uri="{FF2B5EF4-FFF2-40B4-BE49-F238E27FC236}">
                    <a16:creationId xmlns:a16="http://schemas.microsoft.com/office/drawing/2014/main" id="{92602AAA-1082-6D0E-7CB5-4A255AED30EC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30" name="Csoportba foglalás 329">
              <a:extLst>
                <a:ext uri="{FF2B5EF4-FFF2-40B4-BE49-F238E27FC236}">
                  <a16:creationId xmlns:a16="http://schemas.microsoft.com/office/drawing/2014/main" id="{5DB352E6-6DB3-BA52-49DB-3632384C54BF}"/>
                </a:ext>
              </a:extLst>
            </p:cNvPr>
            <p:cNvGrpSpPr/>
            <p:nvPr/>
          </p:nvGrpSpPr>
          <p:grpSpPr>
            <a:xfrm>
              <a:off x="1059835" y="6361632"/>
              <a:ext cx="289933" cy="445835"/>
              <a:chOff x="2352" y="6210033"/>
              <a:chExt cx="289933" cy="445835"/>
            </a:xfrm>
          </p:grpSpPr>
          <p:sp>
            <p:nvSpPr>
              <p:cNvPr id="346" name="Téglalap 345">
                <a:extLst>
                  <a:ext uri="{FF2B5EF4-FFF2-40B4-BE49-F238E27FC236}">
                    <a16:creationId xmlns:a16="http://schemas.microsoft.com/office/drawing/2014/main" id="{1BEBE39B-4C5B-4A60-32C8-B9D9B19CF32D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Felhő 346">
                <a:extLst>
                  <a:ext uri="{FF2B5EF4-FFF2-40B4-BE49-F238E27FC236}">
                    <a16:creationId xmlns:a16="http://schemas.microsoft.com/office/drawing/2014/main" id="{319940A0-E7C4-0590-399B-F4BF2E9003E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31" name="Csoportba foglalás 330">
              <a:extLst>
                <a:ext uri="{FF2B5EF4-FFF2-40B4-BE49-F238E27FC236}">
                  <a16:creationId xmlns:a16="http://schemas.microsoft.com/office/drawing/2014/main" id="{C025F6AA-A671-E599-5D2F-42E2822D6BBA}"/>
                </a:ext>
              </a:extLst>
            </p:cNvPr>
            <p:cNvGrpSpPr/>
            <p:nvPr/>
          </p:nvGrpSpPr>
          <p:grpSpPr>
            <a:xfrm>
              <a:off x="766512" y="6233965"/>
              <a:ext cx="289933" cy="445835"/>
              <a:chOff x="2352" y="6210033"/>
              <a:chExt cx="289933" cy="445835"/>
            </a:xfrm>
          </p:grpSpPr>
          <p:sp>
            <p:nvSpPr>
              <p:cNvPr id="344" name="Téglalap 343">
                <a:extLst>
                  <a:ext uri="{FF2B5EF4-FFF2-40B4-BE49-F238E27FC236}">
                    <a16:creationId xmlns:a16="http://schemas.microsoft.com/office/drawing/2014/main" id="{B5F66910-EA9C-3802-8613-8DBBA123EAD3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Felhő 344">
                <a:extLst>
                  <a:ext uri="{FF2B5EF4-FFF2-40B4-BE49-F238E27FC236}">
                    <a16:creationId xmlns:a16="http://schemas.microsoft.com/office/drawing/2014/main" id="{7E2E2727-4CFD-445D-7473-8BD993810F36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32" name="Csoportba foglalás 331">
              <a:extLst>
                <a:ext uri="{FF2B5EF4-FFF2-40B4-BE49-F238E27FC236}">
                  <a16:creationId xmlns:a16="http://schemas.microsoft.com/office/drawing/2014/main" id="{B588DEC6-2D99-868B-A3C7-18D08E49BAA1}"/>
                </a:ext>
              </a:extLst>
            </p:cNvPr>
            <p:cNvGrpSpPr/>
            <p:nvPr/>
          </p:nvGrpSpPr>
          <p:grpSpPr>
            <a:xfrm>
              <a:off x="1591910" y="6374675"/>
              <a:ext cx="289933" cy="445835"/>
              <a:chOff x="2352" y="6210033"/>
              <a:chExt cx="289933" cy="445835"/>
            </a:xfrm>
          </p:grpSpPr>
          <p:sp>
            <p:nvSpPr>
              <p:cNvPr id="342" name="Téglalap 341">
                <a:extLst>
                  <a:ext uri="{FF2B5EF4-FFF2-40B4-BE49-F238E27FC236}">
                    <a16:creationId xmlns:a16="http://schemas.microsoft.com/office/drawing/2014/main" id="{9549B268-7472-01B6-0D1B-A10C11C92C9A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Felhő 342">
                <a:extLst>
                  <a:ext uri="{FF2B5EF4-FFF2-40B4-BE49-F238E27FC236}">
                    <a16:creationId xmlns:a16="http://schemas.microsoft.com/office/drawing/2014/main" id="{B5DD0226-7D0F-8F36-EC7C-F252445B68E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33" name="Csoportba foglalás 332">
              <a:extLst>
                <a:ext uri="{FF2B5EF4-FFF2-40B4-BE49-F238E27FC236}">
                  <a16:creationId xmlns:a16="http://schemas.microsoft.com/office/drawing/2014/main" id="{0DBFF1CE-CB2A-741B-ABF0-F131651F3B7F}"/>
                </a:ext>
              </a:extLst>
            </p:cNvPr>
            <p:cNvGrpSpPr/>
            <p:nvPr/>
          </p:nvGrpSpPr>
          <p:grpSpPr>
            <a:xfrm>
              <a:off x="2163464" y="6170102"/>
              <a:ext cx="289933" cy="445835"/>
              <a:chOff x="2352" y="6210033"/>
              <a:chExt cx="289933" cy="445835"/>
            </a:xfrm>
          </p:grpSpPr>
          <p:sp>
            <p:nvSpPr>
              <p:cNvPr id="340" name="Téglalap 339">
                <a:extLst>
                  <a:ext uri="{FF2B5EF4-FFF2-40B4-BE49-F238E27FC236}">
                    <a16:creationId xmlns:a16="http://schemas.microsoft.com/office/drawing/2014/main" id="{E01F6575-068F-2FDD-7CF4-A00CBCA81E95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Felhő 340">
                <a:extLst>
                  <a:ext uri="{FF2B5EF4-FFF2-40B4-BE49-F238E27FC236}">
                    <a16:creationId xmlns:a16="http://schemas.microsoft.com/office/drawing/2014/main" id="{D136BF0F-00A8-5D8D-323B-5D3AF0DC7A5A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34" name="Csoportba foglalás 333">
              <a:extLst>
                <a:ext uri="{FF2B5EF4-FFF2-40B4-BE49-F238E27FC236}">
                  <a16:creationId xmlns:a16="http://schemas.microsoft.com/office/drawing/2014/main" id="{23591BEB-8254-291A-42FC-79AAD05BC161}"/>
                </a:ext>
              </a:extLst>
            </p:cNvPr>
            <p:cNvGrpSpPr/>
            <p:nvPr/>
          </p:nvGrpSpPr>
          <p:grpSpPr>
            <a:xfrm>
              <a:off x="575780" y="6470917"/>
              <a:ext cx="289933" cy="445835"/>
              <a:chOff x="2352" y="6210033"/>
              <a:chExt cx="289933" cy="445835"/>
            </a:xfrm>
          </p:grpSpPr>
          <p:sp>
            <p:nvSpPr>
              <p:cNvPr id="338" name="Téglalap 337">
                <a:extLst>
                  <a:ext uri="{FF2B5EF4-FFF2-40B4-BE49-F238E27FC236}">
                    <a16:creationId xmlns:a16="http://schemas.microsoft.com/office/drawing/2014/main" id="{6B24BDBE-9F92-A02F-6ECD-902B1F7A677A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Felhő 338">
                <a:extLst>
                  <a:ext uri="{FF2B5EF4-FFF2-40B4-BE49-F238E27FC236}">
                    <a16:creationId xmlns:a16="http://schemas.microsoft.com/office/drawing/2014/main" id="{6E321E16-7665-A805-7C8C-B944B1CF7A72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35" name="Csoportba foglalás 334">
              <a:extLst>
                <a:ext uri="{FF2B5EF4-FFF2-40B4-BE49-F238E27FC236}">
                  <a16:creationId xmlns:a16="http://schemas.microsoft.com/office/drawing/2014/main" id="{ACA92053-D032-42C3-7201-AF2FFA8310A6}"/>
                </a:ext>
              </a:extLst>
            </p:cNvPr>
            <p:cNvGrpSpPr/>
            <p:nvPr/>
          </p:nvGrpSpPr>
          <p:grpSpPr>
            <a:xfrm>
              <a:off x="677616" y="6081774"/>
              <a:ext cx="289933" cy="445835"/>
              <a:chOff x="2352" y="6210033"/>
              <a:chExt cx="289933" cy="445835"/>
            </a:xfrm>
          </p:grpSpPr>
          <p:sp>
            <p:nvSpPr>
              <p:cNvPr id="336" name="Téglalap 335">
                <a:extLst>
                  <a:ext uri="{FF2B5EF4-FFF2-40B4-BE49-F238E27FC236}">
                    <a16:creationId xmlns:a16="http://schemas.microsoft.com/office/drawing/2014/main" id="{4527BC06-C880-7BFF-431B-677FBCEF3BC6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Felhő 336">
                <a:extLst>
                  <a:ext uri="{FF2B5EF4-FFF2-40B4-BE49-F238E27FC236}">
                    <a16:creationId xmlns:a16="http://schemas.microsoft.com/office/drawing/2014/main" id="{7C8A294C-0204-E61A-6AF3-1DEE18D4ECDD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sp>
        <p:nvSpPr>
          <p:cNvPr id="358" name="Téglalap 357">
            <a:extLst>
              <a:ext uri="{FF2B5EF4-FFF2-40B4-BE49-F238E27FC236}">
                <a16:creationId xmlns:a16="http://schemas.microsoft.com/office/drawing/2014/main" id="{AE561BFD-0A74-F3A6-867E-C7CFA48A709F}"/>
              </a:ext>
            </a:extLst>
          </p:cNvPr>
          <p:cNvSpPr/>
          <p:nvPr/>
        </p:nvSpPr>
        <p:spPr>
          <a:xfrm>
            <a:off x="3735406" y="6627574"/>
            <a:ext cx="133727" cy="230736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359" name="Háromszög 358">
            <a:extLst>
              <a:ext uri="{FF2B5EF4-FFF2-40B4-BE49-F238E27FC236}">
                <a16:creationId xmlns:a16="http://schemas.microsoft.com/office/drawing/2014/main" id="{1B02B290-D014-3591-30F6-5A1D43E2ADF7}"/>
              </a:ext>
            </a:extLst>
          </p:cNvPr>
          <p:cNvSpPr/>
          <p:nvPr/>
        </p:nvSpPr>
        <p:spPr>
          <a:xfrm>
            <a:off x="3735406" y="6396528"/>
            <a:ext cx="133727" cy="230736"/>
          </a:xfrm>
          <a:prstGeom prst="triangle">
            <a:avLst/>
          </a:prstGeom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656799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D6C5149C-DC76-D870-9BC9-3240F2EBC3CB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39F89E02-1716-7F46-FAFB-04F4A70E3AC0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94B07D81-35C0-F523-08C8-F45FE27288C3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DFD7D1B0-A11E-4FBB-EFE2-13A872BB197A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46A1AC9B-DD2C-A791-FD1B-0B247069DF0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1B445FA1-B631-CBA3-BF5A-0B337FC1639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E3555F97-665A-CF74-8B77-CFA46CD0FF9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E064DB20-FF97-2AD8-E69A-13834BCE221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3314893C-9344-7112-ACA7-0E39C4D67A1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B891D31E-9E86-8E4A-5EB4-87EA1BD22986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3FF47E83-318A-EAFC-9FB2-599B6002BA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4" name="Csoportba foglalás 13">
            <a:extLst>
              <a:ext uri="{FF2B5EF4-FFF2-40B4-BE49-F238E27FC236}">
                <a16:creationId xmlns:a16="http://schemas.microsoft.com/office/drawing/2014/main" id="{6C202F6F-AC29-530F-3D9C-F661C5AF81FA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5" name="Csoportba foglalás 14">
              <a:extLst>
                <a:ext uri="{FF2B5EF4-FFF2-40B4-BE49-F238E27FC236}">
                  <a16:creationId xmlns:a16="http://schemas.microsoft.com/office/drawing/2014/main" id="{8AB28A60-87D9-31F9-8DBA-F971ECBEE4B5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8" name="Henger 17">
                <a:extLst>
                  <a:ext uri="{FF2B5EF4-FFF2-40B4-BE49-F238E27FC236}">
                    <a16:creationId xmlns:a16="http://schemas.microsoft.com/office/drawing/2014/main" id="{113A816A-BA1D-8F07-E348-D3AEC3BD1917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" name="Ellipszis 18">
                <a:extLst>
                  <a:ext uri="{FF2B5EF4-FFF2-40B4-BE49-F238E27FC236}">
                    <a16:creationId xmlns:a16="http://schemas.microsoft.com/office/drawing/2014/main" id="{CC30A8A7-7E7E-05A0-B029-1CA1D6EA5976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0" name="Téglalap 19">
                <a:extLst>
                  <a:ext uri="{FF2B5EF4-FFF2-40B4-BE49-F238E27FC236}">
                    <a16:creationId xmlns:a16="http://schemas.microsoft.com/office/drawing/2014/main" id="{7B547C57-D52A-3ED5-6A27-61334BD0A93C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Ellipszis 20">
                <a:extLst>
                  <a:ext uri="{FF2B5EF4-FFF2-40B4-BE49-F238E27FC236}">
                    <a16:creationId xmlns:a16="http://schemas.microsoft.com/office/drawing/2014/main" id="{CF4A7D6B-DFC1-D4A6-3BB0-9F9B02F713E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2" name="Egyenes összekötő 21">
                <a:extLst>
                  <a:ext uri="{FF2B5EF4-FFF2-40B4-BE49-F238E27FC236}">
                    <a16:creationId xmlns:a16="http://schemas.microsoft.com/office/drawing/2014/main" id="{9C468B73-F016-4E87-E27B-AF86427927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74F28561-3FB6-98EB-4187-C4E01CE0D2C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AA7AB5C8-CCB2-6158-48B6-2F741BC1F3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93103671-C26A-6570-CBF5-A9DF0D6A6D5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6E9D245A-784B-C479-BB99-3EBBA2BFE79C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6" name="Egyenes összekötő 15">
              <a:extLst>
                <a:ext uri="{FF2B5EF4-FFF2-40B4-BE49-F238E27FC236}">
                  <a16:creationId xmlns:a16="http://schemas.microsoft.com/office/drawing/2014/main" id="{EEBD0E02-F23D-7C76-1D2C-6330C13B228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5F1D30FF-B2DF-FD12-2721-66122756A3C5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DE194557-E89F-B0AA-D297-E04743521AF7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91601159-3351-FB29-B83A-2316EF5347C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0" name="Csoportba foglalás 69">
                <a:extLst>
                  <a:ext uri="{FF2B5EF4-FFF2-40B4-BE49-F238E27FC236}">
                    <a16:creationId xmlns:a16="http://schemas.microsoft.com/office/drawing/2014/main" id="{417DA8C3-49F5-2D76-D1A0-9ECEFB305F11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3" name="Derékszögű háromszög 72">
                  <a:extLst>
                    <a:ext uri="{FF2B5EF4-FFF2-40B4-BE49-F238E27FC236}">
                      <a16:creationId xmlns:a16="http://schemas.microsoft.com/office/drawing/2014/main" id="{0E450C3F-3BF4-5BC0-2AD0-72C1AA132187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6F14B796-41DA-ECFE-CF1A-5692C8A0C0D1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 15">
                  <a:extLst>
                    <a:ext uri="{FF2B5EF4-FFF2-40B4-BE49-F238E27FC236}">
                      <a16:creationId xmlns:a16="http://schemas.microsoft.com/office/drawing/2014/main" id="{25DD7E81-1E7A-217D-40E9-78F5F56888E6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6" name="Folyamatábra: Tárolt adat 17">
                  <a:extLst>
                    <a:ext uri="{FF2B5EF4-FFF2-40B4-BE49-F238E27FC236}">
                      <a16:creationId xmlns:a16="http://schemas.microsoft.com/office/drawing/2014/main" id="{5DABB5A2-E9AD-511B-F5BA-9C6F5299557B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EB92C51D-91AA-80E0-2AF2-AE2F3EDF232D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Romboid 77">
                  <a:extLst>
                    <a:ext uri="{FF2B5EF4-FFF2-40B4-BE49-F238E27FC236}">
                      <a16:creationId xmlns:a16="http://schemas.microsoft.com/office/drawing/2014/main" id="{EF98A24E-3384-487C-DC8C-0461DE4B9C01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78">
                  <a:extLst>
                    <a:ext uri="{FF2B5EF4-FFF2-40B4-BE49-F238E27FC236}">
                      <a16:creationId xmlns:a16="http://schemas.microsoft.com/office/drawing/2014/main" id="{811DF070-EAB9-A5D8-15A2-3CCB66BB4FFF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: lekerekített 79">
                  <a:extLst>
                    <a:ext uri="{FF2B5EF4-FFF2-40B4-BE49-F238E27FC236}">
                      <a16:creationId xmlns:a16="http://schemas.microsoft.com/office/drawing/2014/main" id="{06E835C1-9BEB-E461-4DC7-37863E85514C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54FA5A25-4F1B-FEA4-A7C6-0677BC53A39B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DFCFA0D0-A39C-2B99-8C19-4148043B0F42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23A0CD0B-655F-B9B7-20F9-3F4EE1618243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D5B6872E-68D3-3CFE-0A45-627EA47A733A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947B7257-8CE6-B88A-AABD-0576EDE7ACC9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1" name="Picture 2" descr="Forráskép megtekintése">
                <a:extLst>
                  <a:ext uri="{FF2B5EF4-FFF2-40B4-BE49-F238E27FC236}">
                    <a16:creationId xmlns:a16="http://schemas.microsoft.com/office/drawing/2014/main" id="{39599878-C263-065D-8994-7F15F61CD3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2" name="Picture 6" descr="Forráskép megtekintése">
                <a:extLst>
                  <a:ext uri="{FF2B5EF4-FFF2-40B4-BE49-F238E27FC236}">
                    <a16:creationId xmlns:a16="http://schemas.microsoft.com/office/drawing/2014/main" id="{25B527C3-DD01-6178-A5D1-47E2B05FF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02CFB0C0-4DD1-4E71-F760-48FAA6A6CE56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8" name="Csoportba foglalás 57">
                <a:extLst>
                  <a:ext uri="{FF2B5EF4-FFF2-40B4-BE49-F238E27FC236}">
                    <a16:creationId xmlns:a16="http://schemas.microsoft.com/office/drawing/2014/main" id="{9156BD83-467D-D8AE-C270-97FD630B20B5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1" name="Henger 60">
                  <a:extLst>
                    <a:ext uri="{FF2B5EF4-FFF2-40B4-BE49-F238E27FC236}">
                      <a16:creationId xmlns:a16="http://schemas.microsoft.com/office/drawing/2014/main" id="{501B4BA0-F8FE-3C45-403B-18181E0DA59E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Ellipszis 61">
                  <a:extLst>
                    <a:ext uri="{FF2B5EF4-FFF2-40B4-BE49-F238E27FC236}">
                      <a16:creationId xmlns:a16="http://schemas.microsoft.com/office/drawing/2014/main" id="{006279C6-CB52-8661-C7FF-8988842CDB31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3" name="Téglalap 62">
                  <a:extLst>
                    <a:ext uri="{FF2B5EF4-FFF2-40B4-BE49-F238E27FC236}">
                      <a16:creationId xmlns:a16="http://schemas.microsoft.com/office/drawing/2014/main" id="{A89577E5-8023-17AC-D732-44C04B79027D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Ellipszis 63">
                  <a:extLst>
                    <a:ext uri="{FF2B5EF4-FFF2-40B4-BE49-F238E27FC236}">
                      <a16:creationId xmlns:a16="http://schemas.microsoft.com/office/drawing/2014/main" id="{E0571164-D347-D4B1-48A2-1AA01C4477C5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5" name="Egyenes összekötő 64">
                  <a:extLst>
                    <a:ext uri="{FF2B5EF4-FFF2-40B4-BE49-F238E27FC236}">
                      <a16:creationId xmlns:a16="http://schemas.microsoft.com/office/drawing/2014/main" id="{C4DEE6B2-AC77-B9F3-5595-5C8A6A101E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7212D8A7-6210-FDA4-7694-4CADD80F91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09E0FD30-8A69-2738-17C6-29996D2B0C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8771002E-8453-FE45-4601-151D460136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ADA00D5C-4DA5-3C85-3117-8B87700DB424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59" name="Egyenes összekötő 58">
                <a:extLst>
                  <a:ext uri="{FF2B5EF4-FFF2-40B4-BE49-F238E27FC236}">
                    <a16:creationId xmlns:a16="http://schemas.microsoft.com/office/drawing/2014/main" id="{D71137EA-23A5-D080-54DB-0739FAE588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6E420804-08E2-919A-518A-DB762CD3C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C0C147A6-1AD8-4EC9-0687-30A823D726B4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8" name="Henger 47">
                <a:extLst>
                  <a:ext uri="{FF2B5EF4-FFF2-40B4-BE49-F238E27FC236}">
                    <a16:creationId xmlns:a16="http://schemas.microsoft.com/office/drawing/2014/main" id="{82D5CC12-9A0E-AD1E-F30E-2A6363D8B0B4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9" name="Csoportba foglalás 48">
                <a:extLst>
                  <a:ext uri="{FF2B5EF4-FFF2-40B4-BE49-F238E27FC236}">
                    <a16:creationId xmlns:a16="http://schemas.microsoft.com/office/drawing/2014/main" id="{C59FCFCB-BA8A-39C9-84F2-9CD4F364736B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D8442C81-C5B4-F522-4F95-FA308C5236B5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6F940A77-44C0-1942-2840-FFD0B94A9863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3" name="Egyenes összekötő 52">
                  <a:extLst>
                    <a:ext uri="{FF2B5EF4-FFF2-40B4-BE49-F238E27FC236}">
                      <a16:creationId xmlns:a16="http://schemas.microsoft.com/office/drawing/2014/main" id="{73211F80-DDDC-BF57-A1FE-C1FDC4D054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15949118-2F4E-B97D-FC1D-0865926A4B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4F4643D0-0924-ABE5-E690-D7E216A2CF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E67BE4EE-7275-902C-6B89-E1471B14EA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7" name="Ellipszis 56">
                  <a:extLst>
                    <a:ext uri="{FF2B5EF4-FFF2-40B4-BE49-F238E27FC236}">
                      <a16:creationId xmlns:a16="http://schemas.microsoft.com/office/drawing/2014/main" id="{58D2F340-7D0A-F768-CFF4-057DAA80FAD6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0" name="Téglalap 49">
                <a:extLst>
                  <a:ext uri="{FF2B5EF4-FFF2-40B4-BE49-F238E27FC236}">
                    <a16:creationId xmlns:a16="http://schemas.microsoft.com/office/drawing/2014/main" id="{293EC3E2-DA4B-CE24-257C-533150902463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09E63DF4-E1DA-FD98-ECB7-A5DF05348274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944AAB19-E6A5-2205-3012-75B6A4023ACB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0" name="Henger 39">
                  <a:extLst>
                    <a:ext uri="{FF2B5EF4-FFF2-40B4-BE49-F238E27FC236}">
                      <a16:creationId xmlns:a16="http://schemas.microsoft.com/office/drawing/2014/main" id="{4F2D69EA-008D-0793-6C21-3A37B9C35A58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3DF95FE9-C27E-8141-CFEC-CCC9F97395E8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2" name="Ív 41">
                  <a:extLst>
                    <a:ext uri="{FF2B5EF4-FFF2-40B4-BE49-F238E27FC236}">
                      <a16:creationId xmlns:a16="http://schemas.microsoft.com/office/drawing/2014/main" id="{E9F51BB4-053C-27D9-9051-C8EC15EB912B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3" name="Picture 2" descr="Forráskép megtekintése">
                  <a:extLst>
                    <a:ext uri="{FF2B5EF4-FFF2-40B4-BE49-F238E27FC236}">
                      <a16:creationId xmlns:a16="http://schemas.microsoft.com/office/drawing/2014/main" id="{E6D39490-6226-7031-3B30-156A361E0C2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4" name="Téglalap 43">
                  <a:extLst>
                    <a:ext uri="{FF2B5EF4-FFF2-40B4-BE49-F238E27FC236}">
                      <a16:creationId xmlns:a16="http://schemas.microsoft.com/office/drawing/2014/main" id="{83798BA9-5424-D163-1340-E2219E8DB439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Csillag: 4 ágú 44">
                  <a:extLst>
                    <a:ext uri="{FF2B5EF4-FFF2-40B4-BE49-F238E27FC236}">
                      <a16:creationId xmlns:a16="http://schemas.microsoft.com/office/drawing/2014/main" id="{3A8B3A44-043E-C8D6-3630-6EBEEEBA333C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AA18FA40-A011-032C-7B4A-088E00501456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DECDF423-342A-6B04-8F8E-0675D5A6428C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3" name="Ellipszis 32">
                <a:extLst>
                  <a:ext uri="{FF2B5EF4-FFF2-40B4-BE49-F238E27FC236}">
                    <a16:creationId xmlns:a16="http://schemas.microsoft.com/office/drawing/2014/main" id="{D3CF7971-76BB-C738-A5FC-7FFAD65C435C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4F41F1AA-38AC-45C4-D9F6-0203AE69795E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5" name="Egyenes összekötő 34">
                <a:extLst>
                  <a:ext uri="{FF2B5EF4-FFF2-40B4-BE49-F238E27FC236}">
                    <a16:creationId xmlns:a16="http://schemas.microsoft.com/office/drawing/2014/main" id="{18AB0D85-F7B8-5271-16DD-61291A7BC8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3A42E366-832A-F317-7FC5-7F5A0EF9DC38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D0A9405E-3C75-E1DA-3285-5FF42ABFECFD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8" name="Kép 37">
                <a:extLst>
                  <a:ext uri="{FF2B5EF4-FFF2-40B4-BE49-F238E27FC236}">
                    <a16:creationId xmlns:a16="http://schemas.microsoft.com/office/drawing/2014/main" id="{B8411087-F9DC-F4BB-B0C9-66CC06AC28F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AD8EF008-34AA-7F7E-E01F-DDFFBA22341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Felhő 85">
            <a:extLst>
              <a:ext uri="{FF2B5EF4-FFF2-40B4-BE49-F238E27FC236}">
                <a16:creationId xmlns:a16="http://schemas.microsoft.com/office/drawing/2014/main" id="{4332860A-AF10-3D7C-7F1F-A86588D2F907}"/>
              </a:ext>
            </a:extLst>
          </p:cNvPr>
          <p:cNvSpPr/>
          <p:nvPr/>
        </p:nvSpPr>
        <p:spPr>
          <a:xfrm>
            <a:off x="11853789" y="636113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Felhő 86">
            <a:extLst>
              <a:ext uri="{FF2B5EF4-FFF2-40B4-BE49-F238E27FC236}">
                <a16:creationId xmlns:a16="http://schemas.microsoft.com/office/drawing/2014/main" id="{C735574F-C2C9-36D4-1020-7EBFE104EC0E}"/>
              </a:ext>
            </a:extLst>
          </p:cNvPr>
          <p:cNvSpPr/>
          <p:nvPr/>
        </p:nvSpPr>
        <p:spPr>
          <a:xfrm>
            <a:off x="11247480" y="2141268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Téglalap 150">
            <a:extLst>
              <a:ext uri="{FF2B5EF4-FFF2-40B4-BE49-F238E27FC236}">
                <a16:creationId xmlns:a16="http://schemas.microsoft.com/office/drawing/2014/main" id="{1F3B5C3D-CE78-FAF5-281A-12E35376A708}"/>
              </a:ext>
            </a:extLst>
          </p:cNvPr>
          <p:cNvSpPr/>
          <p:nvPr/>
        </p:nvSpPr>
        <p:spPr>
          <a:xfrm>
            <a:off x="17902" y="6426000"/>
            <a:ext cx="12192000" cy="432000"/>
          </a:xfrm>
          <a:prstGeom prst="rect">
            <a:avLst/>
          </a:pr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Felhő 88">
            <a:extLst>
              <a:ext uri="{FF2B5EF4-FFF2-40B4-BE49-F238E27FC236}">
                <a16:creationId xmlns:a16="http://schemas.microsoft.com/office/drawing/2014/main" id="{00950DC7-A206-8983-BEB9-45882620CAF8}"/>
              </a:ext>
            </a:extLst>
          </p:cNvPr>
          <p:cNvSpPr/>
          <p:nvPr/>
        </p:nvSpPr>
        <p:spPr>
          <a:xfrm>
            <a:off x="9093654" y="1665267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Felhő 89">
            <a:extLst>
              <a:ext uri="{FF2B5EF4-FFF2-40B4-BE49-F238E27FC236}">
                <a16:creationId xmlns:a16="http://schemas.microsoft.com/office/drawing/2014/main" id="{77E47F69-47D2-F6FA-2F6C-4D1C6A999456}"/>
              </a:ext>
            </a:extLst>
          </p:cNvPr>
          <p:cNvSpPr/>
          <p:nvPr/>
        </p:nvSpPr>
        <p:spPr>
          <a:xfrm>
            <a:off x="9118011" y="231378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Felhő 91">
            <a:extLst>
              <a:ext uri="{FF2B5EF4-FFF2-40B4-BE49-F238E27FC236}">
                <a16:creationId xmlns:a16="http://schemas.microsoft.com/office/drawing/2014/main" id="{29624C08-E727-DC6D-9DDE-57C97F480C9A}"/>
              </a:ext>
            </a:extLst>
          </p:cNvPr>
          <p:cNvSpPr/>
          <p:nvPr/>
        </p:nvSpPr>
        <p:spPr>
          <a:xfrm>
            <a:off x="9292714" y="2555641"/>
            <a:ext cx="2134153" cy="1457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3" name="Csoportba foglalás 92">
            <a:extLst>
              <a:ext uri="{FF2B5EF4-FFF2-40B4-BE49-F238E27FC236}">
                <a16:creationId xmlns:a16="http://schemas.microsoft.com/office/drawing/2014/main" id="{FE2F0882-5B35-A3CE-931D-535C6E7641BA}"/>
              </a:ext>
            </a:extLst>
          </p:cNvPr>
          <p:cNvGrpSpPr/>
          <p:nvPr/>
        </p:nvGrpSpPr>
        <p:grpSpPr>
          <a:xfrm>
            <a:off x="6122558" y="6093411"/>
            <a:ext cx="6445662" cy="892128"/>
            <a:chOff x="575780" y="6081774"/>
            <a:chExt cx="6445662" cy="892128"/>
          </a:xfrm>
        </p:grpSpPr>
        <p:grpSp>
          <p:nvGrpSpPr>
            <p:cNvPr id="94" name="Csoportba foglalás 93">
              <a:extLst>
                <a:ext uri="{FF2B5EF4-FFF2-40B4-BE49-F238E27FC236}">
                  <a16:creationId xmlns:a16="http://schemas.microsoft.com/office/drawing/2014/main" id="{2F75E327-5889-935E-0775-61C38C0AC3F5}"/>
                </a:ext>
              </a:extLst>
            </p:cNvPr>
            <p:cNvGrpSpPr/>
            <p:nvPr/>
          </p:nvGrpSpPr>
          <p:grpSpPr>
            <a:xfrm>
              <a:off x="2996371" y="6228758"/>
              <a:ext cx="241300" cy="461472"/>
              <a:chOff x="546100" y="6180628"/>
              <a:chExt cx="241300" cy="461472"/>
            </a:xfrm>
          </p:grpSpPr>
          <p:sp>
            <p:nvSpPr>
              <p:cNvPr id="125" name="Téglalap 124">
                <a:extLst>
                  <a:ext uri="{FF2B5EF4-FFF2-40B4-BE49-F238E27FC236}">
                    <a16:creationId xmlns:a16="http://schemas.microsoft.com/office/drawing/2014/main" id="{DD20C7F0-668F-5023-8362-672EE89BD31F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6" name="Háromszög 125">
                <a:extLst>
                  <a:ext uri="{FF2B5EF4-FFF2-40B4-BE49-F238E27FC236}">
                    <a16:creationId xmlns:a16="http://schemas.microsoft.com/office/drawing/2014/main" id="{062AE3C7-5947-A2C8-1899-93C8653C8B0A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B8206890-B053-EDD4-7C41-80DABD5A865D}"/>
                </a:ext>
              </a:extLst>
            </p:cNvPr>
            <p:cNvGrpSpPr/>
            <p:nvPr/>
          </p:nvGrpSpPr>
          <p:grpSpPr>
            <a:xfrm>
              <a:off x="2388429" y="6485962"/>
              <a:ext cx="241300" cy="461472"/>
              <a:chOff x="546100" y="6180628"/>
              <a:chExt cx="241300" cy="461472"/>
            </a:xfrm>
          </p:grpSpPr>
          <p:sp>
            <p:nvSpPr>
              <p:cNvPr id="123" name="Téglalap 122">
                <a:extLst>
                  <a:ext uri="{FF2B5EF4-FFF2-40B4-BE49-F238E27FC236}">
                    <a16:creationId xmlns:a16="http://schemas.microsoft.com/office/drawing/2014/main" id="{971714F2-514B-D591-BA1B-A42CA40B86EB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4" name="Háromszög 123">
                <a:extLst>
                  <a:ext uri="{FF2B5EF4-FFF2-40B4-BE49-F238E27FC236}">
                    <a16:creationId xmlns:a16="http://schemas.microsoft.com/office/drawing/2014/main" id="{1CEB8838-D674-4640-F9D9-989AA667DD73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67C313C7-B046-AED0-C583-DD0A686BEE47}"/>
                </a:ext>
              </a:extLst>
            </p:cNvPr>
            <p:cNvGrpSpPr/>
            <p:nvPr/>
          </p:nvGrpSpPr>
          <p:grpSpPr>
            <a:xfrm>
              <a:off x="4315004" y="6512430"/>
              <a:ext cx="241300" cy="461472"/>
              <a:chOff x="546100" y="6180628"/>
              <a:chExt cx="241300" cy="461472"/>
            </a:xfrm>
          </p:grpSpPr>
          <p:sp>
            <p:nvSpPr>
              <p:cNvPr id="121" name="Téglalap 120">
                <a:extLst>
                  <a:ext uri="{FF2B5EF4-FFF2-40B4-BE49-F238E27FC236}">
                    <a16:creationId xmlns:a16="http://schemas.microsoft.com/office/drawing/2014/main" id="{218C7A16-68CC-5003-0109-6BA78FEA8E35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2" name="Háromszög 121">
                <a:extLst>
                  <a:ext uri="{FF2B5EF4-FFF2-40B4-BE49-F238E27FC236}">
                    <a16:creationId xmlns:a16="http://schemas.microsoft.com/office/drawing/2014/main" id="{1FD41B79-ACB1-495A-6CA1-D258804C9842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7" name="Csoportba foglalás 96">
              <a:extLst>
                <a:ext uri="{FF2B5EF4-FFF2-40B4-BE49-F238E27FC236}">
                  <a16:creationId xmlns:a16="http://schemas.microsoft.com/office/drawing/2014/main" id="{9216CA19-AC71-F1A2-EEC8-F9D4FFA8CE17}"/>
                </a:ext>
              </a:extLst>
            </p:cNvPr>
            <p:cNvGrpSpPr/>
            <p:nvPr/>
          </p:nvGrpSpPr>
          <p:grpSpPr>
            <a:xfrm>
              <a:off x="6780142" y="6425132"/>
              <a:ext cx="241300" cy="461472"/>
              <a:chOff x="546100" y="6180628"/>
              <a:chExt cx="241300" cy="461472"/>
            </a:xfrm>
          </p:grpSpPr>
          <p:sp>
            <p:nvSpPr>
              <p:cNvPr id="119" name="Téglalap 118">
                <a:extLst>
                  <a:ext uri="{FF2B5EF4-FFF2-40B4-BE49-F238E27FC236}">
                    <a16:creationId xmlns:a16="http://schemas.microsoft.com/office/drawing/2014/main" id="{FF21C063-2C84-F93E-5879-C110273F233B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20" name="Háromszög 119">
                <a:extLst>
                  <a:ext uri="{FF2B5EF4-FFF2-40B4-BE49-F238E27FC236}">
                    <a16:creationId xmlns:a16="http://schemas.microsoft.com/office/drawing/2014/main" id="{FEB5E9EF-8164-FB66-DC00-07416AF1E026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8" name="Csoportba foglalás 97">
              <a:extLst>
                <a:ext uri="{FF2B5EF4-FFF2-40B4-BE49-F238E27FC236}">
                  <a16:creationId xmlns:a16="http://schemas.microsoft.com/office/drawing/2014/main" id="{281A3D5D-2F82-F60B-906A-61B1633BD025}"/>
                </a:ext>
              </a:extLst>
            </p:cNvPr>
            <p:cNvGrpSpPr/>
            <p:nvPr/>
          </p:nvGrpSpPr>
          <p:grpSpPr>
            <a:xfrm>
              <a:off x="1894652" y="6210033"/>
              <a:ext cx="289933" cy="445835"/>
              <a:chOff x="2352" y="6210033"/>
              <a:chExt cx="289933" cy="445835"/>
            </a:xfrm>
          </p:grpSpPr>
          <p:sp>
            <p:nvSpPr>
              <p:cNvPr id="117" name="Téglalap 116">
                <a:extLst>
                  <a:ext uri="{FF2B5EF4-FFF2-40B4-BE49-F238E27FC236}">
                    <a16:creationId xmlns:a16="http://schemas.microsoft.com/office/drawing/2014/main" id="{0E89C935-1171-7D21-966C-0E0C3C99FEAE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8" name="Felhő 117">
                <a:extLst>
                  <a:ext uri="{FF2B5EF4-FFF2-40B4-BE49-F238E27FC236}">
                    <a16:creationId xmlns:a16="http://schemas.microsoft.com/office/drawing/2014/main" id="{19F7720D-C8EA-1511-F87D-0A4AE9E3D456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5A467D96-1448-27D5-201B-5B2064609B2A}"/>
                </a:ext>
              </a:extLst>
            </p:cNvPr>
            <p:cNvGrpSpPr/>
            <p:nvPr/>
          </p:nvGrpSpPr>
          <p:grpSpPr>
            <a:xfrm>
              <a:off x="1059835" y="6361632"/>
              <a:ext cx="289933" cy="445835"/>
              <a:chOff x="2352" y="6210033"/>
              <a:chExt cx="289933" cy="445835"/>
            </a:xfrm>
          </p:grpSpPr>
          <p:sp>
            <p:nvSpPr>
              <p:cNvPr id="115" name="Téglalap 114">
                <a:extLst>
                  <a:ext uri="{FF2B5EF4-FFF2-40B4-BE49-F238E27FC236}">
                    <a16:creationId xmlns:a16="http://schemas.microsoft.com/office/drawing/2014/main" id="{A112FCB6-4B4F-270F-AAC4-3A7CB0A36965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6" name="Felhő 115">
                <a:extLst>
                  <a:ext uri="{FF2B5EF4-FFF2-40B4-BE49-F238E27FC236}">
                    <a16:creationId xmlns:a16="http://schemas.microsoft.com/office/drawing/2014/main" id="{EA82AAC6-0391-6F35-4815-665227EAEB9A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0" name="Csoportba foglalás 99">
              <a:extLst>
                <a:ext uri="{FF2B5EF4-FFF2-40B4-BE49-F238E27FC236}">
                  <a16:creationId xmlns:a16="http://schemas.microsoft.com/office/drawing/2014/main" id="{24F0C043-7307-A93D-960A-5806A12C228B}"/>
                </a:ext>
              </a:extLst>
            </p:cNvPr>
            <p:cNvGrpSpPr/>
            <p:nvPr/>
          </p:nvGrpSpPr>
          <p:grpSpPr>
            <a:xfrm>
              <a:off x="766512" y="6233965"/>
              <a:ext cx="289933" cy="445835"/>
              <a:chOff x="2352" y="6210033"/>
              <a:chExt cx="289933" cy="445835"/>
            </a:xfrm>
          </p:grpSpPr>
          <p:sp>
            <p:nvSpPr>
              <p:cNvPr id="113" name="Téglalap 112">
                <a:extLst>
                  <a:ext uri="{FF2B5EF4-FFF2-40B4-BE49-F238E27FC236}">
                    <a16:creationId xmlns:a16="http://schemas.microsoft.com/office/drawing/2014/main" id="{DCD4D7D5-D8C6-CDD8-833C-0D0AEE59AE40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4" name="Felhő 113">
                <a:extLst>
                  <a:ext uri="{FF2B5EF4-FFF2-40B4-BE49-F238E27FC236}">
                    <a16:creationId xmlns:a16="http://schemas.microsoft.com/office/drawing/2014/main" id="{CDD87841-2198-BA61-374C-A73269DB499D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1" name="Csoportba foglalás 100">
              <a:extLst>
                <a:ext uri="{FF2B5EF4-FFF2-40B4-BE49-F238E27FC236}">
                  <a16:creationId xmlns:a16="http://schemas.microsoft.com/office/drawing/2014/main" id="{765B5375-5317-AA3B-3B02-3DEDE2B8B5BB}"/>
                </a:ext>
              </a:extLst>
            </p:cNvPr>
            <p:cNvGrpSpPr/>
            <p:nvPr/>
          </p:nvGrpSpPr>
          <p:grpSpPr>
            <a:xfrm>
              <a:off x="1591910" y="6374675"/>
              <a:ext cx="289933" cy="445835"/>
              <a:chOff x="2352" y="6210033"/>
              <a:chExt cx="289933" cy="445835"/>
            </a:xfrm>
          </p:grpSpPr>
          <p:sp>
            <p:nvSpPr>
              <p:cNvPr id="111" name="Téglalap 110">
                <a:extLst>
                  <a:ext uri="{FF2B5EF4-FFF2-40B4-BE49-F238E27FC236}">
                    <a16:creationId xmlns:a16="http://schemas.microsoft.com/office/drawing/2014/main" id="{509920CA-1E76-0166-DF3A-FF54FBA8B3E1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2" name="Felhő 111">
                <a:extLst>
                  <a:ext uri="{FF2B5EF4-FFF2-40B4-BE49-F238E27FC236}">
                    <a16:creationId xmlns:a16="http://schemas.microsoft.com/office/drawing/2014/main" id="{32A71768-9582-81D5-5638-63749883C777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2" name="Csoportba foglalás 101">
              <a:extLst>
                <a:ext uri="{FF2B5EF4-FFF2-40B4-BE49-F238E27FC236}">
                  <a16:creationId xmlns:a16="http://schemas.microsoft.com/office/drawing/2014/main" id="{BDA33B72-3B14-80A9-AEDB-3A97D268E7EC}"/>
                </a:ext>
              </a:extLst>
            </p:cNvPr>
            <p:cNvGrpSpPr/>
            <p:nvPr/>
          </p:nvGrpSpPr>
          <p:grpSpPr>
            <a:xfrm>
              <a:off x="2163464" y="6170102"/>
              <a:ext cx="289933" cy="445835"/>
              <a:chOff x="2352" y="6210033"/>
              <a:chExt cx="289933" cy="445835"/>
            </a:xfrm>
          </p:grpSpPr>
          <p:sp>
            <p:nvSpPr>
              <p:cNvPr id="109" name="Téglalap 108">
                <a:extLst>
                  <a:ext uri="{FF2B5EF4-FFF2-40B4-BE49-F238E27FC236}">
                    <a16:creationId xmlns:a16="http://schemas.microsoft.com/office/drawing/2014/main" id="{CF8EFFB8-DB53-DA00-0640-876520EBC751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0" name="Felhő 109">
                <a:extLst>
                  <a:ext uri="{FF2B5EF4-FFF2-40B4-BE49-F238E27FC236}">
                    <a16:creationId xmlns:a16="http://schemas.microsoft.com/office/drawing/2014/main" id="{C02ACE6E-4CBD-997B-F041-5EE34E5DBF07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3" name="Csoportba foglalás 102">
              <a:extLst>
                <a:ext uri="{FF2B5EF4-FFF2-40B4-BE49-F238E27FC236}">
                  <a16:creationId xmlns:a16="http://schemas.microsoft.com/office/drawing/2014/main" id="{8BC96155-F69E-ACF7-DD18-0F4A7D2D0E02}"/>
                </a:ext>
              </a:extLst>
            </p:cNvPr>
            <p:cNvGrpSpPr/>
            <p:nvPr/>
          </p:nvGrpSpPr>
          <p:grpSpPr>
            <a:xfrm>
              <a:off x="575780" y="6470917"/>
              <a:ext cx="289933" cy="445835"/>
              <a:chOff x="2352" y="6210033"/>
              <a:chExt cx="289933" cy="445835"/>
            </a:xfrm>
          </p:grpSpPr>
          <p:sp>
            <p:nvSpPr>
              <p:cNvPr id="107" name="Téglalap 106">
                <a:extLst>
                  <a:ext uri="{FF2B5EF4-FFF2-40B4-BE49-F238E27FC236}">
                    <a16:creationId xmlns:a16="http://schemas.microsoft.com/office/drawing/2014/main" id="{54CA6E41-42A7-F029-8A3D-07DDAB78EFCC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Felhő 107">
                <a:extLst>
                  <a:ext uri="{FF2B5EF4-FFF2-40B4-BE49-F238E27FC236}">
                    <a16:creationId xmlns:a16="http://schemas.microsoft.com/office/drawing/2014/main" id="{25DAA7C6-2C7E-1A42-61A6-3F22FE33E3D0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4" name="Csoportba foglalás 103">
              <a:extLst>
                <a:ext uri="{FF2B5EF4-FFF2-40B4-BE49-F238E27FC236}">
                  <a16:creationId xmlns:a16="http://schemas.microsoft.com/office/drawing/2014/main" id="{A41907B8-61FF-4C1A-78A7-0D92952A2FB5}"/>
                </a:ext>
              </a:extLst>
            </p:cNvPr>
            <p:cNvGrpSpPr/>
            <p:nvPr/>
          </p:nvGrpSpPr>
          <p:grpSpPr>
            <a:xfrm>
              <a:off x="677616" y="6081774"/>
              <a:ext cx="289933" cy="445835"/>
              <a:chOff x="2352" y="6210033"/>
              <a:chExt cx="289933" cy="445835"/>
            </a:xfrm>
          </p:grpSpPr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780983FC-8676-B573-15F3-7B07922E1719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Felhő 105">
                <a:extLst>
                  <a:ext uri="{FF2B5EF4-FFF2-40B4-BE49-F238E27FC236}">
                    <a16:creationId xmlns:a16="http://schemas.microsoft.com/office/drawing/2014/main" id="{722581C3-BB7B-597F-FA58-CBAD3FEF20B9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grpSp>
        <p:nvGrpSpPr>
          <p:cNvPr id="127" name="Csoportba foglalás 126">
            <a:extLst>
              <a:ext uri="{FF2B5EF4-FFF2-40B4-BE49-F238E27FC236}">
                <a16:creationId xmlns:a16="http://schemas.microsoft.com/office/drawing/2014/main" id="{22F77BCC-1EE9-D1AA-36BF-99D195E3F9E4}"/>
              </a:ext>
            </a:extLst>
          </p:cNvPr>
          <p:cNvGrpSpPr/>
          <p:nvPr/>
        </p:nvGrpSpPr>
        <p:grpSpPr>
          <a:xfrm flipH="1">
            <a:off x="2689532" y="6093411"/>
            <a:ext cx="1877617" cy="834978"/>
            <a:chOff x="575780" y="6081774"/>
            <a:chExt cx="1877617" cy="834978"/>
          </a:xfrm>
        </p:grpSpPr>
        <p:grpSp>
          <p:nvGrpSpPr>
            <p:cNvPr id="128" name="Csoportba foglalás 127">
              <a:extLst>
                <a:ext uri="{FF2B5EF4-FFF2-40B4-BE49-F238E27FC236}">
                  <a16:creationId xmlns:a16="http://schemas.microsoft.com/office/drawing/2014/main" id="{3D85AB5D-535D-BBE5-D195-8B506ECB29CD}"/>
                </a:ext>
              </a:extLst>
            </p:cNvPr>
            <p:cNvGrpSpPr/>
            <p:nvPr/>
          </p:nvGrpSpPr>
          <p:grpSpPr>
            <a:xfrm>
              <a:off x="1894652" y="6210033"/>
              <a:ext cx="289933" cy="445835"/>
              <a:chOff x="2352" y="6210033"/>
              <a:chExt cx="289933" cy="445835"/>
            </a:xfrm>
          </p:grpSpPr>
          <p:sp>
            <p:nvSpPr>
              <p:cNvPr id="147" name="Téglalap 146">
                <a:extLst>
                  <a:ext uri="{FF2B5EF4-FFF2-40B4-BE49-F238E27FC236}">
                    <a16:creationId xmlns:a16="http://schemas.microsoft.com/office/drawing/2014/main" id="{4ACA5AB7-19D5-BCC2-C9BA-38B9DFCD21D6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8" name="Felhő 147">
                <a:extLst>
                  <a:ext uri="{FF2B5EF4-FFF2-40B4-BE49-F238E27FC236}">
                    <a16:creationId xmlns:a16="http://schemas.microsoft.com/office/drawing/2014/main" id="{D8DC88DF-A6AC-FD55-7DC6-D5D093268898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29" name="Csoportba foglalás 128">
              <a:extLst>
                <a:ext uri="{FF2B5EF4-FFF2-40B4-BE49-F238E27FC236}">
                  <a16:creationId xmlns:a16="http://schemas.microsoft.com/office/drawing/2014/main" id="{B2901ADC-C40D-DE46-F04D-C96ABB126B35}"/>
                </a:ext>
              </a:extLst>
            </p:cNvPr>
            <p:cNvGrpSpPr/>
            <p:nvPr/>
          </p:nvGrpSpPr>
          <p:grpSpPr>
            <a:xfrm>
              <a:off x="1059835" y="6361632"/>
              <a:ext cx="289933" cy="445835"/>
              <a:chOff x="2352" y="6210033"/>
              <a:chExt cx="289933" cy="445835"/>
            </a:xfrm>
          </p:grpSpPr>
          <p:sp>
            <p:nvSpPr>
              <p:cNvPr id="145" name="Téglalap 144">
                <a:extLst>
                  <a:ext uri="{FF2B5EF4-FFF2-40B4-BE49-F238E27FC236}">
                    <a16:creationId xmlns:a16="http://schemas.microsoft.com/office/drawing/2014/main" id="{9D6ED678-DCEA-E657-4BDF-A75A67D9BD53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6" name="Felhő 145">
                <a:extLst>
                  <a:ext uri="{FF2B5EF4-FFF2-40B4-BE49-F238E27FC236}">
                    <a16:creationId xmlns:a16="http://schemas.microsoft.com/office/drawing/2014/main" id="{07852946-7AB1-3589-98DC-C225FC016D21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0" name="Csoportba foglalás 129">
              <a:extLst>
                <a:ext uri="{FF2B5EF4-FFF2-40B4-BE49-F238E27FC236}">
                  <a16:creationId xmlns:a16="http://schemas.microsoft.com/office/drawing/2014/main" id="{4A0900AE-3836-AD31-D4C7-A56340CB0C28}"/>
                </a:ext>
              </a:extLst>
            </p:cNvPr>
            <p:cNvGrpSpPr/>
            <p:nvPr/>
          </p:nvGrpSpPr>
          <p:grpSpPr>
            <a:xfrm>
              <a:off x="766512" y="6233965"/>
              <a:ext cx="289933" cy="445835"/>
              <a:chOff x="2352" y="6210033"/>
              <a:chExt cx="289933" cy="445835"/>
            </a:xfrm>
          </p:grpSpPr>
          <p:sp>
            <p:nvSpPr>
              <p:cNvPr id="143" name="Téglalap 142">
                <a:extLst>
                  <a:ext uri="{FF2B5EF4-FFF2-40B4-BE49-F238E27FC236}">
                    <a16:creationId xmlns:a16="http://schemas.microsoft.com/office/drawing/2014/main" id="{AB8C8DB2-41B5-0CC0-D5B3-26AADD1A3388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4" name="Felhő 143">
                <a:extLst>
                  <a:ext uri="{FF2B5EF4-FFF2-40B4-BE49-F238E27FC236}">
                    <a16:creationId xmlns:a16="http://schemas.microsoft.com/office/drawing/2014/main" id="{9CD0429A-5740-8760-213A-2BDA7F628B7F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1" name="Csoportba foglalás 130">
              <a:extLst>
                <a:ext uri="{FF2B5EF4-FFF2-40B4-BE49-F238E27FC236}">
                  <a16:creationId xmlns:a16="http://schemas.microsoft.com/office/drawing/2014/main" id="{6CB5DC79-5C37-E0EC-6233-EC19D789E617}"/>
                </a:ext>
              </a:extLst>
            </p:cNvPr>
            <p:cNvGrpSpPr/>
            <p:nvPr/>
          </p:nvGrpSpPr>
          <p:grpSpPr>
            <a:xfrm>
              <a:off x="1591910" y="6374675"/>
              <a:ext cx="289933" cy="445835"/>
              <a:chOff x="2352" y="6210033"/>
              <a:chExt cx="289933" cy="445835"/>
            </a:xfrm>
          </p:grpSpPr>
          <p:sp>
            <p:nvSpPr>
              <p:cNvPr id="141" name="Téglalap 140">
                <a:extLst>
                  <a:ext uri="{FF2B5EF4-FFF2-40B4-BE49-F238E27FC236}">
                    <a16:creationId xmlns:a16="http://schemas.microsoft.com/office/drawing/2014/main" id="{E536A505-7190-6AE3-1E57-39CC807DCF22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2" name="Felhő 141">
                <a:extLst>
                  <a:ext uri="{FF2B5EF4-FFF2-40B4-BE49-F238E27FC236}">
                    <a16:creationId xmlns:a16="http://schemas.microsoft.com/office/drawing/2014/main" id="{94616590-9A44-6BE9-878F-53F237275518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2" name="Csoportba foglalás 131">
              <a:extLst>
                <a:ext uri="{FF2B5EF4-FFF2-40B4-BE49-F238E27FC236}">
                  <a16:creationId xmlns:a16="http://schemas.microsoft.com/office/drawing/2014/main" id="{2ABA9F82-B440-F429-D058-4343A1AA3951}"/>
                </a:ext>
              </a:extLst>
            </p:cNvPr>
            <p:cNvGrpSpPr/>
            <p:nvPr/>
          </p:nvGrpSpPr>
          <p:grpSpPr>
            <a:xfrm>
              <a:off x="2163464" y="6170102"/>
              <a:ext cx="289933" cy="445835"/>
              <a:chOff x="2352" y="6210033"/>
              <a:chExt cx="289933" cy="445835"/>
            </a:xfrm>
          </p:grpSpPr>
          <p:sp>
            <p:nvSpPr>
              <p:cNvPr id="139" name="Téglalap 138">
                <a:extLst>
                  <a:ext uri="{FF2B5EF4-FFF2-40B4-BE49-F238E27FC236}">
                    <a16:creationId xmlns:a16="http://schemas.microsoft.com/office/drawing/2014/main" id="{DA2EDE30-830C-B0F4-D637-FE42FD7FEC2D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0" name="Felhő 139">
                <a:extLst>
                  <a:ext uri="{FF2B5EF4-FFF2-40B4-BE49-F238E27FC236}">
                    <a16:creationId xmlns:a16="http://schemas.microsoft.com/office/drawing/2014/main" id="{7C69D839-2D21-F128-D7A4-84D9546FB5E6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3" name="Csoportba foglalás 132">
              <a:extLst>
                <a:ext uri="{FF2B5EF4-FFF2-40B4-BE49-F238E27FC236}">
                  <a16:creationId xmlns:a16="http://schemas.microsoft.com/office/drawing/2014/main" id="{B124940F-3516-6F95-56A5-F3D9CC006591}"/>
                </a:ext>
              </a:extLst>
            </p:cNvPr>
            <p:cNvGrpSpPr/>
            <p:nvPr/>
          </p:nvGrpSpPr>
          <p:grpSpPr>
            <a:xfrm>
              <a:off x="575780" y="6470917"/>
              <a:ext cx="289933" cy="445835"/>
              <a:chOff x="2352" y="6210033"/>
              <a:chExt cx="289933" cy="445835"/>
            </a:xfrm>
          </p:grpSpPr>
          <p:sp>
            <p:nvSpPr>
              <p:cNvPr id="137" name="Téglalap 136">
                <a:extLst>
                  <a:ext uri="{FF2B5EF4-FFF2-40B4-BE49-F238E27FC236}">
                    <a16:creationId xmlns:a16="http://schemas.microsoft.com/office/drawing/2014/main" id="{58925F84-2597-C0FB-EBDE-4153F741FA84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8" name="Felhő 137">
                <a:extLst>
                  <a:ext uri="{FF2B5EF4-FFF2-40B4-BE49-F238E27FC236}">
                    <a16:creationId xmlns:a16="http://schemas.microsoft.com/office/drawing/2014/main" id="{7A722DF3-E29F-5054-56B1-FC3A76A32F56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4" name="Csoportba foglalás 133">
              <a:extLst>
                <a:ext uri="{FF2B5EF4-FFF2-40B4-BE49-F238E27FC236}">
                  <a16:creationId xmlns:a16="http://schemas.microsoft.com/office/drawing/2014/main" id="{585A5BC5-BB4C-6EDA-02E8-B70C03E0260B}"/>
                </a:ext>
              </a:extLst>
            </p:cNvPr>
            <p:cNvGrpSpPr/>
            <p:nvPr/>
          </p:nvGrpSpPr>
          <p:grpSpPr>
            <a:xfrm>
              <a:off x="677616" y="6081774"/>
              <a:ext cx="289933" cy="445835"/>
              <a:chOff x="2352" y="6210033"/>
              <a:chExt cx="289933" cy="445835"/>
            </a:xfrm>
          </p:grpSpPr>
          <p:sp>
            <p:nvSpPr>
              <p:cNvPr id="135" name="Téglalap 134">
                <a:extLst>
                  <a:ext uri="{FF2B5EF4-FFF2-40B4-BE49-F238E27FC236}">
                    <a16:creationId xmlns:a16="http://schemas.microsoft.com/office/drawing/2014/main" id="{B2BCEF96-2AFF-3B8F-A7AB-1C1C489A682E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6" name="Felhő 135">
                <a:extLst>
                  <a:ext uri="{FF2B5EF4-FFF2-40B4-BE49-F238E27FC236}">
                    <a16:creationId xmlns:a16="http://schemas.microsoft.com/office/drawing/2014/main" id="{64D6D435-1299-CCCA-944E-6D1A06E6D555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sp>
        <p:nvSpPr>
          <p:cNvPr id="149" name="Téglalap 148">
            <a:extLst>
              <a:ext uri="{FF2B5EF4-FFF2-40B4-BE49-F238E27FC236}">
                <a16:creationId xmlns:a16="http://schemas.microsoft.com/office/drawing/2014/main" id="{9CDA116A-C3F0-D402-8BBB-5A957F5C9951}"/>
              </a:ext>
            </a:extLst>
          </p:cNvPr>
          <p:cNvSpPr/>
          <p:nvPr/>
        </p:nvSpPr>
        <p:spPr>
          <a:xfrm>
            <a:off x="5716606" y="6627574"/>
            <a:ext cx="133727" cy="230736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150" name="Háromszög 149">
            <a:extLst>
              <a:ext uri="{FF2B5EF4-FFF2-40B4-BE49-F238E27FC236}">
                <a16:creationId xmlns:a16="http://schemas.microsoft.com/office/drawing/2014/main" id="{67E57F70-B8CE-7816-053E-0F560E6517CB}"/>
              </a:ext>
            </a:extLst>
          </p:cNvPr>
          <p:cNvSpPr/>
          <p:nvPr/>
        </p:nvSpPr>
        <p:spPr>
          <a:xfrm>
            <a:off x="5716606" y="6396528"/>
            <a:ext cx="133727" cy="230736"/>
          </a:xfrm>
          <a:prstGeom prst="triangle">
            <a:avLst/>
          </a:prstGeom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2" name="Csoportba foglalás 151">
            <a:extLst>
              <a:ext uri="{FF2B5EF4-FFF2-40B4-BE49-F238E27FC236}">
                <a16:creationId xmlns:a16="http://schemas.microsoft.com/office/drawing/2014/main" id="{15E0E0F4-7468-E944-9B4F-8ABB045D0B09}"/>
              </a:ext>
            </a:extLst>
          </p:cNvPr>
          <p:cNvGrpSpPr/>
          <p:nvPr/>
        </p:nvGrpSpPr>
        <p:grpSpPr>
          <a:xfrm>
            <a:off x="1665025" y="6250068"/>
            <a:ext cx="289933" cy="445835"/>
            <a:chOff x="2352" y="6210033"/>
            <a:chExt cx="289933" cy="445835"/>
          </a:xfrm>
        </p:grpSpPr>
        <p:sp>
          <p:nvSpPr>
            <p:cNvPr id="153" name="Téglalap 152">
              <a:extLst>
                <a:ext uri="{FF2B5EF4-FFF2-40B4-BE49-F238E27FC236}">
                  <a16:creationId xmlns:a16="http://schemas.microsoft.com/office/drawing/2014/main" id="{93D90897-E1C9-9CFB-5391-50FACE56D8CC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4" name="Felhő 153">
              <a:extLst>
                <a:ext uri="{FF2B5EF4-FFF2-40B4-BE49-F238E27FC236}">
                  <a16:creationId xmlns:a16="http://schemas.microsoft.com/office/drawing/2014/main" id="{52BAAED9-AE98-8F56-672C-5F8948B5730D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55" name="Csoportba foglalás 154">
            <a:extLst>
              <a:ext uri="{FF2B5EF4-FFF2-40B4-BE49-F238E27FC236}">
                <a16:creationId xmlns:a16="http://schemas.microsoft.com/office/drawing/2014/main" id="{9B0546FB-AD29-3864-945F-4D771C94FCD9}"/>
              </a:ext>
            </a:extLst>
          </p:cNvPr>
          <p:cNvGrpSpPr/>
          <p:nvPr/>
        </p:nvGrpSpPr>
        <p:grpSpPr>
          <a:xfrm>
            <a:off x="750739" y="6426000"/>
            <a:ext cx="289933" cy="445835"/>
            <a:chOff x="2352" y="6210033"/>
            <a:chExt cx="289933" cy="445835"/>
          </a:xfrm>
        </p:grpSpPr>
        <p:sp>
          <p:nvSpPr>
            <p:cNvPr id="156" name="Téglalap 155">
              <a:extLst>
                <a:ext uri="{FF2B5EF4-FFF2-40B4-BE49-F238E27FC236}">
                  <a16:creationId xmlns:a16="http://schemas.microsoft.com/office/drawing/2014/main" id="{F1681415-4A40-0A62-AC95-0D8C5D3641E2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7" name="Felhő 156">
              <a:extLst>
                <a:ext uri="{FF2B5EF4-FFF2-40B4-BE49-F238E27FC236}">
                  <a16:creationId xmlns:a16="http://schemas.microsoft.com/office/drawing/2014/main" id="{ADF7859B-EADE-9624-0BF5-1ECF3DF1529C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58" name="Csoportba foglalás 157">
            <a:extLst>
              <a:ext uri="{FF2B5EF4-FFF2-40B4-BE49-F238E27FC236}">
                <a16:creationId xmlns:a16="http://schemas.microsoft.com/office/drawing/2014/main" id="{80A1F9A9-0408-3555-6592-1A1BE1ABE4BD}"/>
              </a:ext>
            </a:extLst>
          </p:cNvPr>
          <p:cNvGrpSpPr/>
          <p:nvPr/>
        </p:nvGrpSpPr>
        <p:grpSpPr>
          <a:xfrm>
            <a:off x="205855" y="6160332"/>
            <a:ext cx="289933" cy="445835"/>
            <a:chOff x="2352" y="6210033"/>
            <a:chExt cx="289933" cy="445835"/>
          </a:xfrm>
        </p:grpSpPr>
        <p:sp>
          <p:nvSpPr>
            <p:cNvPr id="159" name="Téglalap 158">
              <a:extLst>
                <a:ext uri="{FF2B5EF4-FFF2-40B4-BE49-F238E27FC236}">
                  <a16:creationId xmlns:a16="http://schemas.microsoft.com/office/drawing/2014/main" id="{6DE14705-71AC-F24E-1787-90DDD1A8C372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0" name="Felhő 159">
              <a:extLst>
                <a:ext uri="{FF2B5EF4-FFF2-40B4-BE49-F238E27FC236}">
                  <a16:creationId xmlns:a16="http://schemas.microsoft.com/office/drawing/2014/main" id="{DAA9B7C8-B2C6-B2DD-BBFF-7D75EEBDD195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61" name="Csoportba foglalás 160">
            <a:extLst>
              <a:ext uri="{FF2B5EF4-FFF2-40B4-BE49-F238E27FC236}">
                <a16:creationId xmlns:a16="http://schemas.microsoft.com/office/drawing/2014/main" id="{677340DE-F7FB-1E1D-D848-506428F4B9CF}"/>
              </a:ext>
            </a:extLst>
          </p:cNvPr>
          <p:cNvGrpSpPr/>
          <p:nvPr/>
        </p:nvGrpSpPr>
        <p:grpSpPr>
          <a:xfrm>
            <a:off x="1094709" y="6147548"/>
            <a:ext cx="289933" cy="445835"/>
            <a:chOff x="2352" y="6210033"/>
            <a:chExt cx="289933" cy="445835"/>
          </a:xfrm>
        </p:grpSpPr>
        <p:sp>
          <p:nvSpPr>
            <p:cNvPr id="162" name="Téglalap 161">
              <a:extLst>
                <a:ext uri="{FF2B5EF4-FFF2-40B4-BE49-F238E27FC236}">
                  <a16:creationId xmlns:a16="http://schemas.microsoft.com/office/drawing/2014/main" id="{3B2182AA-5B83-904C-3B9D-A75025D1B62D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3" name="Felhő 162">
              <a:extLst>
                <a:ext uri="{FF2B5EF4-FFF2-40B4-BE49-F238E27FC236}">
                  <a16:creationId xmlns:a16="http://schemas.microsoft.com/office/drawing/2014/main" id="{17351DC9-785D-BA23-0052-CDA9E40C561F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64" name="Csoportba foglalás 163">
            <a:extLst>
              <a:ext uri="{FF2B5EF4-FFF2-40B4-BE49-F238E27FC236}">
                <a16:creationId xmlns:a16="http://schemas.microsoft.com/office/drawing/2014/main" id="{BF475070-7285-7083-1D03-9EBB0F4FE55E}"/>
              </a:ext>
            </a:extLst>
          </p:cNvPr>
          <p:cNvGrpSpPr/>
          <p:nvPr/>
        </p:nvGrpSpPr>
        <p:grpSpPr>
          <a:xfrm>
            <a:off x="54262" y="6399429"/>
            <a:ext cx="289933" cy="445835"/>
            <a:chOff x="2352" y="6210033"/>
            <a:chExt cx="289933" cy="445835"/>
          </a:xfrm>
        </p:grpSpPr>
        <p:sp>
          <p:nvSpPr>
            <p:cNvPr id="165" name="Téglalap 164">
              <a:extLst>
                <a:ext uri="{FF2B5EF4-FFF2-40B4-BE49-F238E27FC236}">
                  <a16:creationId xmlns:a16="http://schemas.microsoft.com/office/drawing/2014/main" id="{911FE7F5-7F42-83AF-EA76-B18114BE0487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6" name="Felhő 165">
              <a:extLst>
                <a:ext uri="{FF2B5EF4-FFF2-40B4-BE49-F238E27FC236}">
                  <a16:creationId xmlns:a16="http://schemas.microsoft.com/office/drawing/2014/main" id="{B0B2CF7B-CCDA-52CD-470E-4E8BCF5F5228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67" name="Csoportba foglalás 166">
            <a:extLst>
              <a:ext uri="{FF2B5EF4-FFF2-40B4-BE49-F238E27FC236}">
                <a16:creationId xmlns:a16="http://schemas.microsoft.com/office/drawing/2014/main" id="{333DB95F-09FC-2A20-76C1-AFC21BA30EA7}"/>
              </a:ext>
            </a:extLst>
          </p:cNvPr>
          <p:cNvGrpSpPr/>
          <p:nvPr/>
        </p:nvGrpSpPr>
        <p:grpSpPr>
          <a:xfrm>
            <a:off x="1373374" y="6375866"/>
            <a:ext cx="289933" cy="445835"/>
            <a:chOff x="2352" y="6210033"/>
            <a:chExt cx="289933" cy="445835"/>
          </a:xfrm>
        </p:grpSpPr>
        <p:sp>
          <p:nvSpPr>
            <p:cNvPr id="168" name="Téglalap 167">
              <a:extLst>
                <a:ext uri="{FF2B5EF4-FFF2-40B4-BE49-F238E27FC236}">
                  <a16:creationId xmlns:a16="http://schemas.microsoft.com/office/drawing/2014/main" id="{56B8EA56-FF56-7526-2CB3-877BC74B8E95}"/>
                </a:ext>
              </a:extLst>
            </p:cNvPr>
            <p:cNvSpPr/>
            <p:nvPr/>
          </p:nvSpPr>
          <p:spPr>
            <a:xfrm>
              <a:off x="101600" y="6382760"/>
              <a:ext cx="45719" cy="273108"/>
            </a:xfrm>
            <a:prstGeom prst="rect">
              <a:avLst/>
            </a:prstGeom>
            <a:solidFill>
              <a:srgbClr val="99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Felhő 168">
              <a:extLst>
                <a:ext uri="{FF2B5EF4-FFF2-40B4-BE49-F238E27FC236}">
                  <a16:creationId xmlns:a16="http://schemas.microsoft.com/office/drawing/2014/main" id="{CFB5E51D-24A5-0E92-E97D-C55835F6D9DD}"/>
                </a:ext>
              </a:extLst>
            </p:cNvPr>
            <p:cNvSpPr/>
            <p:nvPr/>
          </p:nvSpPr>
          <p:spPr>
            <a:xfrm>
              <a:off x="2352" y="6210033"/>
              <a:ext cx="289933" cy="221658"/>
            </a:xfrm>
            <a:prstGeom prst="cloud">
              <a:avLst/>
            </a:prstGeom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52853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ACF9E2B2-BABB-639B-AE99-E3791A1B07EF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AA84727E-81D4-8BFE-8B31-68F98173AC96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E07EC310-08DD-8964-096B-E5FB4EC2B74D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E4B8FD31-495A-449E-D6E9-C9BF0776CF3C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8AD880AA-151E-8D16-0A0D-EABEEEDC00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58D32C64-BEA9-DC58-AB81-178B685FF4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9882982D-44FC-6131-F054-3B8E71741B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6F601FFB-7CA9-E801-7A81-391E3D2FEB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450995AE-CEC6-EA24-920B-C6DC44780E8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94F43E50-8607-99B0-1915-41D95ADE9EA2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DBF5A93F-0FB8-76AF-0C4F-A5F5D0C5CA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4" name="Csoportba foglalás 13">
            <a:extLst>
              <a:ext uri="{FF2B5EF4-FFF2-40B4-BE49-F238E27FC236}">
                <a16:creationId xmlns:a16="http://schemas.microsoft.com/office/drawing/2014/main" id="{12B1F7CE-FC00-13F4-F64E-21A0FB9460A0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5" name="Csoportba foglalás 14">
              <a:extLst>
                <a:ext uri="{FF2B5EF4-FFF2-40B4-BE49-F238E27FC236}">
                  <a16:creationId xmlns:a16="http://schemas.microsoft.com/office/drawing/2014/main" id="{7D1FCC32-75BA-EA0E-9C80-BC42328A49C4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8" name="Henger 17">
                <a:extLst>
                  <a:ext uri="{FF2B5EF4-FFF2-40B4-BE49-F238E27FC236}">
                    <a16:creationId xmlns:a16="http://schemas.microsoft.com/office/drawing/2014/main" id="{EF2EA5BB-74A5-9F4C-0C91-95AA6F9B8E8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" name="Ellipszis 18">
                <a:extLst>
                  <a:ext uri="{FF2B5EF4-FFF2-40B4-BE49-F238E27FC236}">
                    <a16:creationId xmlns:a16="http://schemas.microsoft.com/office/drawing/2014/main" id="{D2A30711-70D1-3A43-B2B2-BA4316E6CD4F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0" name="Téglalap 19">
                <a:extLst>
                  <a:ext uri="{FF2B5EF4-FFF2-40B4-BE49-F238E27FC236}">
                    <a16:creationId xmlns:a16="http://schemas.microsoft.com/office/drawing/2014/main" id="{52DD4AA0-BB56-589F-2243-0AFD96F561F4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Ellipszis 20">
                <a:extLst>
                  <a:ext uri="{FF2B5EF4-FFF2-40B4-BE49-F238E27FC236}">
                    <a16:creationId xmlns:a16="http://schemas.microsoft.com/office/drawing/2014/main" id="{A080F007-B247-89B4-0C48-A654DAFA517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2" name="Egyenes összekötő 21">
                <a:extLst>
                  <a:ext uri="{FF2B5EF4-FFF2-40B4-BE49-F238E27FC236}">
                    <a16:creationId xmlns:a16="http://schemas.microsoft.com/office/drawing/2014/main" id="{78B9185E-4AE4-C258-15B4-5566C688B2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8BC52B4C-82AA-BD9D-2C37-4964FD2CEB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E7BED391-70C6-3BC7-71B5-55E7E0AFA2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068A53F0-740E-0300-5428-8A7D5C53B58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65E3D358-8B25-AB3C-A4EC-14F0B610F348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6" name="Egyenes összekötő 15">
              <a:extLst>
                <a:ext uri="{FF2B5EF4-FFF2-40B4-BE49-F238E27FC236}">
                  <a16:creationId xmlns:a16="http://schemas.microsoft.com/office/drawing/2014/main" id="{4468178C-8C39-93FD-2E99-F99DC880D4B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59A435CF-C78C-4B60-1BF6-FD07C1898D12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C00FDE49-8E99-55E3-8BBC-2CFBA1396889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031BE1EC-7176-2ACF-12AF-743186DEBF72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0" name="Csoportba foglalás 69">
                <a:extLst>
                  <a:ext uri="{FF2B5EF4-FFF2-40B4-BE49-F238E27FC236}">
                    <a16:creationId xmlns:a16="http://schemas.microsoft.com/office/drawing/2014/main" id="{5A2869BE-5DB3-56BE-54B8-DA9FAF1FBA39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3" name="Derékszögű háromszög 72">
                  <a:extLst>
                    <a:ext uri="{FF2B5EF4-FFF2-40B4-BE49-F238E27FC236}">
                      <a16:creationId xmlns:a16="http://schemas.microsoft.com/office/drawing/2014/main" id="{2181137B-6F32-8C01-222E-90603C0C86C0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D063AEF7-4D56-2E60-10ED-23AA3051477B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 15">
                  <a:extLst>
                    <a:ext uri="{FF2B5EF4-FFF2-40B4-BE49-F238E27FC236}">
                      <a16:creationId xmlns:a16="http://schemas.microsoft.com/office/drawing/2014/main" id="{FBC5C844-0173-8FFA-04EE-2DCF41EDA548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6" name="Folyamatábra: Tárolt adat 17">
                  <a:extLst>
                    <a:ext uri="{FF2B5EF4-FFF2-40B4-BE49-F238E27FC236}">
                      <a16:creationId xmlns:a16="http://schemas.microsoft.com/office/drawing/2014/main" id="{3F587D28-2E9E-27CB-8A89-110BF5A11CB7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7B08CEB2-C094-1CC1-E42A-6AE91E1E0A5A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Romboid 77">
                  <a:extLst>
                    <a:ext uri="{FF2B5EF4-FFF2-40B4-BE49-F238E27FC236}">
                      <a16:creationId xmlns:a16="http://schemas.microsoft.com/office/drawing/2014/main" id="{AB3A8740-5E83-6899-54BF-2825C9829E5E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78">
                  <a:extLst>
                    <a:ext uri="{FF2B5EF4-FFF2-40B4-BE49-F238E27FC236}">
                      <a16:creationId xmlns:a16="http://schemas.microsoft.com/office/drawing/2014/main" id="{DD7D0E52-424F-8CEA-9872-164B8E5FCD02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: lekerekített 79">
                  <a:extLst>
                    <a:ext uri="{FF2B5EF4-FFF2-40B4-BE49-F238E27FC236}">
                      <a16:creationId xmlns:a16="http://schemas.microsoft.com/office/drawing/2014/main" id="{CDA99556-2B57-20F5-1DF4-8A55E70FFD84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71D928A4-9DCA-7438-35DB-A6A31889AAD6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BA724139-E341-76AA-AC23-81CBC648FB88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93FB6943-D2C4-AFBC-365E-95A2EA518D40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C060D954-D694-2DD4-A4E6-A04A3AEEE15D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BE507DB0-4E22-0B03-4890-A8A3E8791FC8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1" name="Picture 2" descr="Forráskép megtekintése">
                <a:extLst>
                  <a:ext uri="{FF2B5EF4-FFF2-40B4-BE49-F238E27FC236}">
                    <a16:creationId xmlns:a16="http://schemas.microsoft.com/office/drawing/2014/main" id="{9DA54554-80C0-E942-4051-C8B970EE56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2" name="Picture 6" descr="Forráskép megtekintése">
                <a:extLst>
                  <a:ext uri="{FF2B5EF4-FFF2-40B4-BE49-F238E27FC236}">
                    <a16:creationId xmlns:a16="http://schemas.microsoft.com/office/drawing/2014/main" id="{A80A41A7-8CD8-D322-ED51-0AD705FBE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EEF867E7-1C90-D0E8-C622-7385E86788E6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8" name="Csoportba foglalás 57">
                <a:extLst>
                  <a:ext uri="{FF2B5EF4-FFF2-40B4-BE49-F238E27FC236}">
                    <a16:creationId xmlns:a16="http://schemas.microsoft.com/office/drawing/2014/main" id="{1D138762-CEBD-D2CF-33D6-BD1552632E0C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1" name="Henger 60">
                  <a:extLst>
                    <a:ext uri="{FF2B5EF4-FFF2-40B4-BE49-F238E27FC236}">
                      <a16:creationId xmlns:a16="http://schemas.microsoft.com/office/drawing/2014/main" id="{CD757A35-804D-1D99-B361-AFE4F6DFDF41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Ellipszis 61">
                  <a:extLst>
                    <a:ext uri="{FF2B5EF4-FFF2-40B4-BE49-F238E27FC236}">
                      <a16:creationId xmlns:a16="http://schemas.microsoft.com/office/drawing/2014/main" id="{39719219-0024-412A-81D8-7580F9533447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3" name="Téglalap 62">
                  <a:extLst>
                    <a:ext uri="{FF2B5EF4-FFF2-40B4-BE49-F238E27FC236}">
                      <a16:creationId xmlns:a16="http://schemas.microsoft.com/office/drawing/2014/main" id="{E5D5CFFC-3F78-C3D1-4E49-EB32783A0378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Ellipszis 63">
                  <a:extLst>
                    <a:ext uri="{FF2B5EF4-FFF2-40B4-BE49-F238E27FC236}">
                      <a16:creationId xmlns:a16="http://schemas.microsoft.com/office/drawing/2014/main" id="{A540589A-20B0-F302-8FEC-BBFCEB9E8351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5" name="Egyenes összekötő 64">
                  <a:extLst>
                    <a:ext uri="{FF2B5EF4-FFF2-40B4-BE49-F238E27FC236}">
                      <a16:creationId xmlns:a16="http://schemas.microsoft.com/office/drawing/2014/main" id="{F5FDF940-3876-010A-0490-CB38FA793B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4A296EB7-8E1D-7F71-CD11-E5D5CE6D433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E4EFBB17-246A-FFDC-0914-0BBE9047A1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E07429D7-AED7-5448-B5F9-9E06FD232A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EA1CF585-1997-4AF4-00BD-6498B137BD79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59" name="Egyenes összekötő 58">
                <a:extLst>
                  <a:ext uri="{FF2B5EF4-FFF2-40B4-BE49-F238E27FC236}">
                    <a16:creationId xmlns:a16="http://schemas.microsoft.com/office/drawing/2014/main" id="{F0306D40-209D-50D2-B890-9C6F0198FAC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A66061A0-492D-9822-5DE7-3BC88EE3D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24019C69-8398-56D9-7E84-D8B39857E47E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8" name="Henger 47">
                <a:extLst>
                  <a:ext uri="{FF2B5EF4-FFF2-40B4-BE49-F238E27FC236}">
                    <a16:creationId xmlns:a16="http://schemas.microsoft.com/office/drawing/2014/main" id="{0B79BCC4-BE32-0BB8-8E2D-99B19CD75D60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9" name="Csoportba foglalás 48">
                <a:extLst>
                  <a:ext uri="{FF2B5EF4-FFF2-40B4-BE49-F238E27FC236}">
                    <a16:creationId xmlns:a16="http://schemas.microsoft.com/office/drawing/2014/main" id="{2B1849DF-D60E-2BA0-D090-B44F2A807C32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13B527EC-8C2A-7008-420A-D3330D42D0F4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55D36A85-A933-911B-9B98-509D67B1743A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3" name="Egyenes összekötő 52">
                  <a:extLst>
                    <a:ext uri="{FF2B5EF4-FFF2-40B4-BE49-F238E27FC236}">
                      <a16:creationId xmlns:a16="http://schemas.microsoft.com/office/drawing/2014/main" id="{CD69972F-23E9-3956-0686-E081ADB8F5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E52508A8-C49F-A0DF-EDBA-D8983171CC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44F64C39-C390-8A26-51BF-6D6FC8DAAC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00590D40-6191-6162-D7F8-0CC8EC1AEB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7" name="Ellipszis 56">
                  <a:extLst>
                    <a:ext uri="{FF2B5EF4-FFF2-40B4-BE49-F238E27FC236}">
                      <a16:creationId xmlns:a16="http://schemas.microsoft.com/office/drawing/2014/main" id="{745F1697-8D1D-CFCB-AE70-7D45B732D46B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0" name="Téglalap 49">
                <a:extLst>
                  <a:ext uri="{FF2B5EF4-FFF2-40B4-BE49-F238E27FC236}">
                    <a16:creationId xmlns:a16="http://schemas.microsoft.com/office/drawing/2014/main" id="{46FF1B10-0A63-AC32-D040-EF7CBB64345B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3FC88C74-A157-C0AC-4DE3-CFC581AA6ED2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110929F0-355B-95AC-FF9C-278E071F9C4F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0" name="Henger 39">
                  <a:extLst>
                    <a:ext uri="{FF2B5EF4-FFF2-40B4-BE49-F238E27FC236}">
                      <a16:creationId xmlns:a16="http://schemas.microsoft.com/office/drawing/2014/main" id="{3B4448A1-DE24-D1C6-3796-E9E599E72CEB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77FD352E-5DE1-2569-F206-00DF6082A72E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2" name="Ív 41">
                  <a:extLst>
                    <a:ext uri="{FF2B5EF4-FFF2-40B4-BE49-F238E27FC236}">
                      <a16:creationId xmlns:a16="http://schemas.microsoft.com/office/drawing/2014/main" id="{66FEABF7-A0C7-47A4-4D1A-0466B7EE4F64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3" name="Picture 2" descr="Forráskép megtekintése">
                  <a:extLst>
                    <a:ext uri="{FF2B5EF4-FFF2-40B4-BE49-F238E27FC236}">
                      <a16:creationId xmlns:a16="http://schemas.microsoft.com/office/drawing/2014/main" id="{BB079688-C43D-4FA5-EF77-944B6DC91B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4" name="Téglalap 43">
                  <a:extLst>
                    <a:ext uri="{FF2B5EF4-FFF2-40B4-BE49-F238E27FC236}">
                      <a16:creationId xmlns:a16="http://schemas.microsoft.com/office/drawing/2014/main" id="{8D0EF82D-0823-B350-ABA9-DFFA4653BCDA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Csillag: 4 ágú 44">
                  <a:extLst>
                    <a:ext uri="{FF2B5EF4-FFF2-40B4-BE49-F238E27FC236}">
                      <a16:creationId xmlns:a16="http://schemas.microsoft.com/office/drawing/2014/main" id="{DD4D5ADE-A4E2-2AB8-3084-D3879C5DD7C0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E8CA8F66-4987-EDEC-F7C0-408BF697AE74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32185A7B-D152-82CC-BFF6-53C84521E979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3" name="Ellipszis 32">
                <a:extLst>
                  <a:ext uri="{FF2B5EF4-FFF2-40B4-BE49-F238E27FC236}">
                    <a16:creationId xmlns:a16="http://schemas.microsoft.com/office/drawing/2014/main" id="{B65422F1-154C-EC91-B365-435130FDC033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40ADDEC4-1968-58C4-62EC-61641F1B289F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5" name="Egyenes összekötő 34">
                <a:extLst>
                  <a:ext uri="{FF2B5EF4-FFF2-40B4-BE49-F238E27FC236}">
                    <a16:creationId xmlns:a16="http://schemas.microsoft.com/office/drawing/2014/main" id="{0A90CDB6-52F8-95D1-45A2-82F54553FAA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320EAAB9-3AF7-0329-B703-8691C17A4814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BF358EDA-4EBA-A445-2291-2B6E64B28597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8" name="Kép 37">
                <a:extLst>
                  <a:ext uri="{FF2B5EF4-FFF2-40B4-BE49-F238E27FC236}">
                    <a16:creationId xmlns:a16="http://schemas.microsoft.com/office/drawing/2014/main" id="{96115A4C-43B4-6A21-A103-6E74389C45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8485A9B0-B0C9-1FB0-7FC5-6A7520C92B2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Felhő 85">
            <a:extLst>
              <a:ext uri="{FF2B5EF4-FFF2-40B4-BE49-F238E27FC236}">
                <a16:creationId xmlns:a16="http://schemas.microsoft.com/office/drawing/2014/main" id="{4E12726D-97AA-F651-0ADC-A15FBF012EFF}"/>
              </a:ext>
            </a:extLst>
          </p:cNvPr>
          <p:cNvSpPr/>
          <p:nvPr/>
        </p:nvSpPr>
        <p:spPr>
          <a:xfrm>
            <a:off x="11853789" y="636113"/>
            <a:ext cx="928973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Felhő 86">
            <a:extLst>
              <a:ext uri="{FF2B5EF4-FFF2-40B4-BE49-F238E27FC236}">
                <a16:creationId xmlns:a16="http://schemas.microsoft.com/office/drawing/2014/main" id="{1647B057-923A-8736-C33B-DB2C9F02916E}"/>
              </a:ext>
            </a:extLst>
          </p:cNvPr>
          <p:cNvSpPr/>
          <p:nvPr/>
        </p:nvSpPr>
        <p:spPr>
          <a:xfrm>
            <a:off x="11247480" y="2141268"/>
            <a:ext cx="807849" cy="728180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Téglalap 87">
            <a:extLst>
              <a:ext uri="{FF2B5EF4-FFF2-40B4-BE49-F238E27FC236}">
                <a16:creationId xmlns:a16="http://schemas.microsoft.com/office/drawing/2014/main" id="{29C2B5EE-7F04-BA1B-3B3A-C5A4143E18DF}"/>
              </a:ext>
            </a:extLst>
          </p:cNvPr>
          <p:cNvSpPr/>
          <p:nvPr/>
        </p:nvSpPr>
        <p:spPr>
          <a:xfrm>
            <a:off x="17902" y="6426000"/>
            <a:ext cx="12192000" cy="432000"/>
          </a:xfrm>
          <a:prstGeom prst="rect">
            <a:avLst/>
          </a:pr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Felhő 88">
            <a:extLst>
              <a:ext uri="{FF2B5EF4-FFF2-40B4-BE49-F238E27FC236}">
                <a16:creationId xmlns:a16="http://schemas.microsoft.com/office/drawing/2014/main" id="{7BD88CB4-EED0-DFF3-D942-4B47FC4ACF95}"/>
              </a:ext>
            </a:extLst>
          </p:cNvPr>
          <p:cNvSpPr/>
          <p:nvPr/>
        </p:nvSpPr>
        <p:spPr>
          <a:xfrm>
            <a:off x="9093654" y="1665267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Felhő 89">
            <a:extLst>
              <a:ext uri="{FF2B5EF4-FFF2-40B4-BE49-F238E27FC236}">
                <a16:creationId xmlns:a16="http://schemas.microsoft.com/office/drawing/2014/main" id="{4AE65C25-0582-4372-6424-B69879DF2D68}"/>
              </a:ext>
            </a:extLst>
          </p:cNvPr>
          <p:cNvSpPr/>
          <p:nvPr/>
        </p:nvSpPr>
        <p:spPr>
          <a:xfrm>
            <a:off x="9118011" y="231378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Felhő 90">
            <a:extLst>
              <a:ext uri="{FF2B5EF4-FFF2-40B4-BE49-F238E27FC236}">
                <a16:creationId xmlns:a16="http://schemas.microsoft.com/office/drawing/2014/main" id="{EBF7BB78-A60F-43BE-02B0-9C527AF330E0}"/>
              </a:ext>
            </a:extLst>
          </p:cNvPr>
          <p:cNvSpPr/>
          <p:nvPr/>
        </p:nvSpPr>
        <p:spPr>
          <a:xfrm>
            <a:off x="9292714" y="2555641"/>
            <a:ext cx="2134153" cy="1457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2" name="Csoportba foglalás 91">
            <a:extLst>
              <a:ext uri="{FF2B5EF4-FFF2-40B4-BE49-F238E27FC236}">
                <a16:creationId xmlns:a16="http://schemas.microsoft.com/office/drawing/2014/main" id="{ED08D27D-6B60-6176-E3DB-3D70CA46B0CB}"/>
              </a:ext>
            </a:extLst>
          </p:cNvPr>
          <p:cNvGrpSpPr/>
          <p:nvPr/>
        </p:nvGrpSpPr>
        <p:grpSpPr>
          <a:xfrm>
            <a:off x="10465958" y="6093411"/>
            <a:ext cx="6445662" cy="892128"/>
            <a:chOff x="575780" y="6081774"/>
            <a:chExt cx="6445662" cy="892128"/>
          </a:xfrm>
        </p:grpSpPr>
        <p:grpSp>
          <p:nvGrpSpPr>
            <p:cNvPr id="93" name="Csoportba foglalás 92">
              <a:extLst>
                <a:ext uri="{FF2B5EF4-FFF2-40B4-BE49-F238E27FC236}">
                  <a16:creationId xmlns:a16="http://schemas.microsoft.com/office/drawing/2014/main" id="{3BB93A8E-C4A8-DAA7-60D6-74392D107A5C}"/>
                </a:ext>
              </a:extLst>
            </p:cNvPr>
            <p:cNvGrpSpPr/>
            <p:nvPr/>
          </p:nvGrpSpPr>
          <p:grpSpPr>
            <a:xfrm>
              <a:off x="2996371" y="6228758"/>
              <a:ext cx="241300" cy="461472"/>
              <a:chOff x="546100" y="6180628"/>
              <a:chExt cx="241300" cy="461472"/>
            </a:xfrm>
          </p:grpSpPr>
          <p:sp>
            <p:nvSpPr>
              <p:cNvPr id="124" name="Téglalap 123">
                <a:extLst>
                  <a:ext uri="{FF2B5EF4-FFF2-40B4-BE49-F238E27FC236}">
                    <a16:creationId xmlns:a16="http://schemas.microsoft.com/office/drawing/2014/main" id="{4A0F5C29-A3D5-6387-B4A8-0D145FF5AF5F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5" name="Háromszög 124">
                <a:extLst>
                  <a:ext uri="{FF2B5EF4-FFF2-40B4-BE49-F238E27FC236}">
                    <a16:creationId xmlns:a16="http://schemas.microsoft.com/office/drawing/2014/main" id="{45F09163-BDD0-5F14-1928-9A2536B432E4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4" name="Csoportba foglalás 93">
              <a:extLst>
                <a:ext uri="{FF2B5EF4-FFF2-40B4-BE49-F238E27FC236}">
                  <a16:creationId xmlns:a16="http://schemas.microsoft.com/office/drawing/2014/main" id="{25B905AF-44CD-04C7-C289-429C68F97711}"/>
                </a:ext>
              </a:extLst>
            </p:cNvPr>
            <p:cNvGrpSpPr/>
            <p:nvPr/>
          </p:nvGrpSpPr>
          <p:grpSpPr>
            <a:xfrm>
              <a:off x="2388429" y="6485962"/>
              <a:ext cx="241300" cy="461472"/>
              <a:chOff x="546100" y="6180628"/>
              <a:chExt cx="241300" cy="461472"/>
            </a:xfrm>
          </p:grpSpPr>
          <p:sp>
            <p:nvSpPr>
              <p:cNvPr id="122" name="Téglalap 121">
                <a:extLst>
                  <a:ext uri="{FF2B5EF4-FFF2-40B4-BE49-F238E27FC236}">
                    <a16:creationId xmlns:a16="http://schemas.microsoft.com/office/drawing/2014/main" id="{0462A6F2-4287-9DC7-67BE-C991A764B7D0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3" name="Háromszög 122">
                <a:extLst>
                  <a:ext uri="{FF2B5EF4-FFF2-40B4-BE49-F238E27FC236}">
                    <a16:creationId xmlns:a16="http://schemas.microsoft.com/office/drawing/2014/main" id="{0D00F328-A284-9832-00DA-DE0F99D6AC4C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55026681-233E-DAD5-0EB9-58E2F381E4A2}"/>
                </a:ext>
              </a:extLst>
            </p:cNvPr>
            <p:cNvGrpSpPr/>
            <p:nvPr/>
          </p:nvGrpSpPr>
          <p:grpSpPr>
            <a:xfrm>
              <a:off x="4315004" y="6512430"/>
              <a:ext cx="241300" cy="461472"/>
              <a:chOff x="546100" y="6180628"/>
              <a:chExt cx="241300" cy="461472"/>
            </a:xfrm>
          </p:grpSpPr>
          <p:sp>
            <p:nvSpPr>
              <p:cNvPr id="120" name="Téglalap 119">
                <a:extLst>
                  <a:ext uri="{FF2B5EF4-FFF2-40B4-BE49-F238E27FC236}">
                    <a16:creationId xmlns:a16="http://schemas.microsoft.com/office/drawing/2014/main" id="{D6DA80A3-405A-4BA9-0C14-CAD74BD62C61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21" name="Háromszög 120">
                <a:extLst>
                  <a:ext uri="{FF2B5EF4-FFF2-40B4-BE49-F238E27FC236}">
                    <a16:creationId xmlns:a16="http://schemas.microsoft.com/office/drawing/2014/main" id="{F9C97110-3FA7-81B3-861A-A98833D1D9B4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49CCC60A-C63D-9A35-082C-36BD1CB559B7}"/>
                </a:ext>
              </a:extLst>
            </p:cNvPr>
            <p:cNvGrpSpPr/>
            <p:nvPr/>
          </p:nvGrpSpPr>
          <p:grpSpPr>
            <a:xfrm>
              <a:off x="6780142" y="6425132"/>
              <a:ext cx="241300" cy="461472"/>
              <a:chOff x="546100" y="6180628"/>
              <a:chExt cx="241300" cy="461472"/>
            </a:xfrm>
          </p:grpSpPr>
          <p:sp>
            <p:nvSpPr>
              <p:cNvPr id="118" name="Téglalap 117">
                <a:extLst>
                  <a:ext uri="{FF2B5EF4-FFF2-40B4-BE49-F238E27FC236}">
                    <a16:creationId xmlns:a16="http://schemas.microsoft.com/office/drawing/2014/main" id="{ECAE1770-E07F-A206-3580-781963B11CE6}"/>
                  </a:ext>
                </a:extLst>
              </p:cNvPr>
              <p:cNvSpPr/>
              <p:nvPr/>
            </p:nvSpPr>
            <p:spPr>
              <a:xfrm>
                <a:off x="546100" y="6411364"/>
                <a:ext cx="241300" cy="230736"/>
              </a:xfrm>
              <a:prstGeom prst="rect">
                <a:avLst/>
              </a:pr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19" name="Háromszög 118">
                <a:extLst>
                  <a:ext uri="{FF2B5EF4-FFF2-40B4-BE49-F238E27FC236}">
                    <a16:creationId xmlns:a16="http://schemas.microsoft.com/office/drawing/2014/main" id="{AA67CFC2-6D27-2CC0-B57E-3F60065969A0}"/>
                  </a:ext>
                </a:extLst>
              </p:cNvPr>
              <p:cNvSpPr/>
              <p:nvPr/>
            </p:nvSpPr>
            <p:spPr>
              <a:xfrm>
                <a:off x="546100" y="6180628"/>
                <a:ext cx="241300" cy="230736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7" name="Csoportba foglalás 96">
              <a:extLst>
                <a:ext uri="{FF2B5EF4-FFF2-40B4-BE49-F238E27FC236}">
                  <a16:creationId xmlns:a16="http://schemas.microsoft.com/office/drawing/2014/main" id="{F05A903E-1337-1131-9089-02B91A977B15}"/>
                </a:ext>
              </a:extLst>
            </p:cNvPr>
            <p:cNvGrpSpPr/>
            <p:nvPr/>
          </p:nvGrpSpPr>
          <p:grpSpPr>
            <a:xfrm>
              <a:off x="1894652" y="6210033"/>
              <a:ext cx="289933" cy="445835"/>
              <a:chOff x="2352" y="6210033"/>
              <a:chExt cx="289933" cy="445835"/>
            </a:xfrm>
          </p:grpSpPr>
          <p:sp>
            <p:nvSpPr>
              <p:cNvPr id="116" name="Téglalap 115">
                <a:extLst>
                  <a:ext uri="{FF2B5EF4-FFF2-40B4-BE49-F238E27FC236}">
                    <a16:creationId xmlns:a16="http://schemas.microsoft.com/office/drawing/2014/main" id="{1D7EE481-40E1-C0FE-8990-C0EF539A2695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7" name="Felhő 116">
                <a:extLst>
                  <a:ext uri="{FF2B5EF4-FFF2-40B4-BE49-F238E27FC236}">
                    <a16:creationId xmlns:a16="http://schemas.microsoft.com/office/drawing/2014/main" id="{F61D0FBA-97D0-7E55-3CAD-7209541505BB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8" name="Csoportba foglalás 97">
              <a:extLst>
                <a:ext uri="{FF2B5EF4-FFF2-40B4-BE49-F238E27FC236}">
                  <a16:creationId xmlns:a16="http://schemas.microsoft.com/office/drawing/2014/main" id="{5D61BA4E-1DCF-AADB-805E-BAEFDD86A837}"/>
                </a:ext>
              </a:extLst>
            </p:cNvPr>
            <p:cNvGrpSpPr/>
            <p:nvPr/>
          </p:nvGrpSpPr>
          <p:grpSpPr>
            <a:xfrm>
              <a:off x="1059835" y="6361632"/>
              <a:ext cx="289933" cy="445835"/>
              <a:chOff x="2352" y="6210033"/>
              <a:chExt cx="289933" cy="445835"/>
            </a:xfrm>
          </p:grpSpPr>
          <p:sp>
            <p:nvSpPr>
              <p:cNvPr id="114" name="Téglalap 113">
                <a:extLst>
                  <a:ext uri="{FF2B5EF4-FFF2-40B4-BE49-F238E27FC236}">
                    <a16:creationId xmlns:a16="http://schemas.microsoft.com/office/drawing/2014/main" id="{7DCDF13A-566B-96CB-D5BC-15F504045207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5" name="Felhő 114">
                <a:extLst>
                  <a:ext uri="{FF2B5EF4-FFF2-40B4-BE49-F238E27FC236}">
                    <a16:creationId xmlns:a16="http://schemas.microsoft.com/office/drawing/2014/main" id="{1EA7B5C1-2B73-A7A9-069A-19E2D04D8DFC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726CAEA3-0C5A-0526-2181-7F226B6A7C7B}"/>
                </a:ext>
              </a:extLst>
            </p:cNvPr>
            <p:cNvGrpSpPr/>
            <p:nvPr/>
          </p:nvGrpSpPr>
          <p:grpSpPr>
            <a:xfrm>
              <a:off x="766512" y="6233965"/>
              <a:ext cx="289933" cy="445835"/>
              <a:chOff x="2352" y="6210033"/>
              <a:chExt cx="289933" cy="445835"/>
            </a:xfrm>
          </p:grpSpPr>
          <p:sp>
            <p:nvSpPr>
              <p:cNvPr id="112" name="Téglalap 111">
                <a:extLst>
                  <a:ext uri="{FF2B5EF4-FFF2-40B4-BE49-F238E27FC236}">
                    <a16:creationId xmlns:a16="http://schemas.microsoft.com/office/drawing/2014/main" id="{8E78F4A5-A587-2CA8-8964-1794A23F6D46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3" name="Felhő 112">
                <a:extLst>
                  <a:ext uri="{FF2B5EF4-FFF2-40B4-BE49-F238E27FC236}">
                    <a16:creationId xmlns:a16="http://schemas.microsoft.com/office/drawing/2014/main" id="{11E2959B-A40F-C3B8-86AB-BEBA52F5D48B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0" name="Csoportba foglalás 99">
              <a:extLst>
                <a:ext uri="{FF2B5EF4-FFF2-40B4-BE49-F238E27FC236}">
                  <a16:creationId xmlns:a16="http://schemas.microsoft.com/office/drawing/2014/main" id="{C9A1E34C-0CC1-8B1B-B1D3-BC1A342A2BB7}"/>
                </a:ext>
              </a:extLst>
            </p:cNvPr>
            <p:cNvGrpSpPr/>
            <p:nvPr/>
          </p:nvGrpSpPr>
          <p:grpSpPr>
            <a:xfrm>
              <a:off x="1591910" y="6374675"/>
              <a:ext cx="289933" cy="445835"/>
              <a:chOff x="2352" y="6210033"/>
              <a:chExt cx="289933" cy="445835"/>
            </a:xfrm>
          </p:grpSpPr>
          <p:sp>
            <p:nvSpPr>
              <p:cNvPr id="110" name="Téglalap 109">
                <a:extLst>
                  <a:ext uri="{FF2B5EF4-FFF2-40B4-BE49-F238E27FC236}">
                    <a16:creationId xmlns:a16="http://schemas.microsoft.com/office/drawing/2014/main" id="{6321AEA6-6E59-ACA1-4F38-5609BED1B4B2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1" name="Felhő 110">
                <a:extLst>
                  <a:ext uri="{FF2B5EF4-FFF2-40B4-BE49-F238E27FC236}">
                    <a16:creationId xmlns:a16="http://schemas.microsoft.com/office/drawing/2014/main" id="{14038F55-091E-132F-801B-34F0AD9E833E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1" name="Csoportba foglalás 100">
              <a:extLst>
                <a:ext uri="{FF2B5EF4-FFF2-40B4-BE49-F238E27FC236}">
                  <a16:creationId xmlns:a16="http://schemas.microsoft.com/office/drawing/2014/main" id="{D94F7C0B-1231-9E0E-91A0-655DC2CB4D23}"/>
                </a:ext>
              </a:extLst>
            </p:cNvPr>
            <p:cNvGrpSpPr/>
            <p:nvPr/>
          </p:nvGrpSpPr>
          <p:grpSpPr>
            <a:xfrm>
              <a:off x="2163464" y="6170102"/>
              <a:ext cx="289933" cy="445835"/>
              <a:chOff x="2352" y="6210033"/>
              <a:chExt cx="289933" cy="445835"/>
            </a:xfrm>
          </p:grpSpPr>
          <p:sp>
            <p:nvSpPr>
              <p:cNvPr id="108" name="Téglalap 107">
                <a:extLst>
                  <a:ext uri="{FF2B5EF4-FFF2-40B4-BE49-F238E27FC236}">
                    <a16:creationId xmlns:a16="http://schemas.microsoft.com/office/drawing/2014/main" id="{0376E404-3847-4FA8-A328-6B2BF898315B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9" name="Felhő 108">
                <a:extLst>
                  <a:ext uri="{FF2B5EF4-FFF2-40B4-BE49-F238E27FC236}">
                    <a16:creationId xmlns:a16="http://schemas.microsoft.com/office/drawing/2014/main" id="{8791FDC3-4EDA-9031-EE07-E8486795E7D7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2" name="Csoportba foglalás 101">
              <a:extLst>
                <a:ext uri="{FF2B5EF4-FFF2-40B4-BE49-F238E27FC236}">
                  <a16:creationId xmlns:a16="http://schemas.microsoft.com/office/drawing/2014/main" id="{6F75E575-907D-44F5-D474-88D8B6593AAA}"/>
                </a:ext>
              </a:extLst>
            </p:cNvPr>
            <p:cNvGrpSpPr/>
            <p:nvPr/>
          </p:nvGrpSpPr>
          <p:grpSpPr>
            <a:xfrm>
              <a:off x="575780" y="6470917"/>
              <a:ext cx="289933" cy="445835"/>
              <a:chOff x="2352" y="6210033"/>
              <a:chExt cx="289933" cy="445835"/>
            </a:xfrm>
          </p:grpSpPr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D9845446-90C6-E7BE-38F1-8216696100A0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Felhő 106">
                <a:extLst>
                  <a:ext uri="{FF2B5EF4-FFF2-40B4-BE49-F238E27FC236}">
                    <a16:creationId xmlns:a16="http://schemas.microsoft.com/office/drawing/2014/main" id="{E577FD19-1C1E-B60E-1134-2E94A7C5CE46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3" name="Csoportba foglalás 102">
              <a:extLst>
                <a:ext uri="{FF2B5EF4-FFF2-40B4-BE49-F238E27FC236}">
                  <a16:creationId xmlns:a16="http://schemas.microsoft.com/office/drawing/2014/main" id="{DF2CA572-45CC-35DD-C707-B00ED48E4A79}"/>
                </a:ext>
              </a:extLst>
            </p:cNvPr>
            <p:cNvGrpSpPr/>
            <p:nvPr/>
          </p:nvGrpSpPr>
          <p:grpSpPr>
            <a:xfrm>
              <a:off x="677616" y="6081774"/>
              <a:ext cx="289933" cy="445835"/>
              <a:chOff x="2352" y="6210033"/>
              <a:chExt cx="289933" cy="445835"/>
            </a:xfrm>
          </p:grpSpPr>
          <p:sp>
            <p:nvSpPr>
              <p:cNvPr id="104" name="Téglalap 103">
                <a:extLst>
                  <a:ext uri="{FF2B5EF4-FFF2-40B4-BE49-F238E27FC236}">
                    <a16:creationId xmlns:a16="http://schemas.microsoft.com/office/drawing/2014/main" id="{5AE20824-C906-6665-9018-4920B8CC3122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Felhő 104">
                <a:extLst>
                  <a:ext uri="{FF2B5EF4-FFF2-40B4-BE49-F238E27FC236}">
                    <a16:creationId xmlns:a16="http://schemas.microsoft.com/office/drawing/2014/main" id="{BBF1582D-322C-B855-A699-8A7AE1B99178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sp>
        <p:nvSpPr>
          <p:cNvPr id="148" name="Téglalap 147">
            <a:extLst>
              <a:ext uri="{FF2B5EF4-FFF2-40B4-BE49-F238E27FC236}">
                <a16:creationId xmlns:a16="http://schemas.microsoft.com/office/drawing/2014/main" id="{9E11024D-4E57-9B4B-0A68-A30B09E287CA}"/>
              </a:ext>
            </a:extLst>
          </p:cNvPr>
          <p:cNvSpPr/>
          <p:nvPr/>
        </p:nvSpPr>
        <p:spPr>
          <a:xfrm>
            <a:off x="8840806" y="6627574"/>
            <a:ext cx="133727" cy="230736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149" name="Háromszög 148">
            <a:extLst>
              <a:ext uri="{FF2B5EF4-FFF2-40B4-BE49-F238E27FC236}">
                <a16:creationId xmlns:a16="http://schemas.microsoft.com/office/drawing/2014/main" id="{934FDA13-65ED-9BAB-A488-B0C74C4D10BD}"/>
              </a:ext>
            </a:extLst>
          </p:cNvPr>
          <p:cNvSpPr/>
          <p:nvPr/>
        </p:nvSpPr>
        <p:spPr>
          <a:xfrm>
            <a:off x="8866206" y="6396528"/>
            <a:ext cx="133727" cy="230736"/>
          </a:xfrm>
          <a:prstGeom prst="triangle">
            <a:avLst/>
          </a:prstGeom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68" name="Csoportba foglalás 167">
            <a:extLst>
              <a:ext uri="{FF2B5EF4-FFF2-40B4-BE49-F238E27FC236}">
                <a16:creationId xmlns:a16="http://schemas.microsoft.com/office/drawing/2014/main" id="{EC2A1D79-4509-66C7-3494-33AB94F02E33}"/>
              </a:ext>
            </a:extLst>
          </p:cNvPr>
          <p:cNvGrpSpPr/>
          <p:nvPr/>
        </p:nvGrpSpPr>
        <p:grpSpPr>
          <a:xfrm>
            <a:off x="842014" y="6042710"/>
            <a:ext cx="7827587" cy="834978"/>
            <a:chOff x="54262" y="6093411"/>
            <a:chExt cx="7827587" cy="834978"/>
          </a:xfrm>
        </p:grpSpPr>
        <p:grpSp>
          <p:nvGrpSpPr>
            <p:cNvPr id="126" name="Csoportba foglalás 125">
              <a:extLst>
                <a:ext uri="{FF2B5EF4-FFF2-40B4-BE49-F238E27FC236}">
                  <a16:creationId xmlns:a16="http://schemas.microsoft.com/office/drawing/2014/main" id="{C720AEF1-2A11-887B-337B-D4E3985DBB9B}"/>
                </a:ext>
              </a:extLst>
            </p:cNvPr>
            <p:cNvGrpSpPr/>
            <p:nvPr/>
          </p:nvGrpSpPr>
          <p:grpSpPr>
            <a:xfrm flipH="1">
              <a:off x="6004232" y="6093411"/>
              <a:ext cx="1877617" cy="834978"/>
              <a:chOff x="575780" y="6081774"/>
              <a:chExt cx="1877617" cy="834978"/>
            </a:xfrm>
          </p:grpSpPr>
          <p:grpSp>
            <p:nvGrpSpPr>
              <p:cNvPr id="127" name="Csoportba foglalás 126">
                <a:extLst>
                  <a:ext uri="{FF2B5EF4-FFF2-40B4-BE49-F238E27FC236}">
                    <a16:creationId xmlns:a16="http://schemas.microsoft.com/office/drawing/2014/main" id="{33436334-9E81-8530-DE8C-7046236F5E48}"/>
                  </a:ext>
                </a:extLst>
              </p:cNvPr>
              <p:cNvGrpSpPr/>
              <p:nvPr/>
            </p:nvGrpSpPr>
            <p:grpSpPr>
              <a:xfrm>
                <a:off x="1894652" y="6210033"/>
                <a:ext cx="289933" cy="445835"/>
                <a:chOff x="2352" y="6210033"/>
                <a:chExt cx="289933" cy="445835"/>
              </a:xfrm>
            </p:grpSpPr>
            <p:sp>
              <p:nvSpPr>
                <p:cNvPr id="146" name="Téglalap 145">
                  <a:extLst>
                    <a:ext uri="{FF2B5EF4-FFF2-40B4-BE49-F238E27FC236}">
                      <a16:creationId xmlns:a16="http://schemas.microsoft.com/office/drawing/2014/main" id="{10E1A199-0EA3-7426-D95C-8B286302A07A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7" name="Felhő 146">
                  <a:extLst>
                    <a:ext uri="{FF2B5EF4-FFF2-40B4-BE49-F238E27FC236}">
                      <a16:creationId xmlns:a16="http://schemas.microsoft.com/office/drawing/2014/main" id="{32F66EF9-55A7-AB4D-327C-117E7F39D6BA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28" name="Csoportba foglalás 127">
                <a:extLst>
                  <a:ext uri="{FF2B5EF4-FFF2-40B4-BE49-F238E27FC236}">
                    <a16:creationId xmlns:a16="http://schemas.microsoft.com/office/drawing/2014/main" id="{875D7AF4-D1DB-E660-DD06-5E49065C96F8}"/>
                  </a:ext>
                </a:extLst>
              </p:cNvPr>
              <p:cNvGrpSpPr/>
              <p:nvPr/>
            </p:nvGrpSpPr>
            <p:grpSpPr>
              <a:xfrm>
                <a:off x="1059835" y="6361632"/>
                <a:ext cx="289933" cy="445835"/>
                <a:chOff x="2352" y="6210033"/>
                <a:chExt cx="289933" cy="445835"/>
              </a:xfrm>
            </p:grpSpPr>
            <p:sp>
              <p:nvSpPr>
                <p:cNvPr id="144" name="Téglalap 143">
                  <a:extLst>
                    <a:ext uri="{FF2B5EF4-FFF2-40B4-BE49-F238E27FC236}">
                      <a16:creationId xmlns:a16="http://schemas.microsoft.com/office/drawing/2014/main" id="{C3E95427-05D8-B11E-4D89-E369CCB28DF8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5" name="Felhő 144">
                  <a:extLst>
                    <a:ext uri="{FF2B5EF4-FFF2-40B4-BE49-F238E27FC236}">
                      <a16:creationId xmlns:a16="http://schemas.microsoft.com/office/drawing/2014/main" id="{4F0AB467-E2FC-4304-7A37-7B6D240B891E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CEA46F09-6ACB-23C8-3AAE-80A509E1CCED}"/>
                  </a:ext>
                </a:extLst>
              </p:cNvPr>
              <p:cNvGrpSpPr/>
              <p:nvPr/>
            </p:nvGrpSpPr>
            <p:grpSpPr>
              <a:xfrm>
                <a:off x="766512" y="6233965"/>
                <a:ext cx="289933" cy="445835"/>
                <a:chOff x="2352" y="6210033"/>
                <a:chExt cx="289933" cy="445835"/>
              </a:xfrm>
            </p:grpSpPr>
            <p:sp>
              <p:nvSpPr>
                <p:cNvPr id="142" name="Téglalap 141">
                  <a:extLst>
                    <a:ext uri="{FF2B5EF4-FFF2-40B4-BE49-F238E27FC236}">
                      <a16:creationId xmlns:a16="http://schemas.microsoft.com/office/drawing/2014/main" id="{B418AF5B-5311-EA56-BFA9-044B90853B35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3" name="Felhő 142">
                  <a:extLst>
                    <a:ext uri="{FF2B5EF4-FFF2-40B4-BE49-F238E27FC236}">
                      <a16:creationId xmlns:a16="http://schemas.microsoft.com/office/drawing/2014/main" id="{48BB73F4-6D70-ED8B-2C96-27865AEE9C27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30" name="Csoportba foglalás 129">
                <a:extLst>
                  <a:ext uri="{FF2B5EF4-FFF2-40B4-BE49-F238E27FC236}">
                    <a16:creationId xmlns:a16="http://schemas.microsoft.com/office/drawing/2014/main" id="{49230C4D-55C6-9BA8-63EF-BB7E265C8789}"/>
                  </a:ext>
                </a:extLst>
              </p:cNvPr>
              <p:cNvGrpSpPr/>
              <p:nvPr/>
            </p:nvGrpSpPr>
            <p:grpSpPr>
              <a:xfrm>
                <a:off x="1591910" y="6374675"/>
                <a:ext cx="289933" cy="445835"/>
                <a:chOff x="2352" y="6210033"/>
                <a:chExt cx="289933" cy="445835"/>
              </a:xfrm>
            </p:grpSpPr>
            <p:sp>
              <p:nvSpPr>
                <p:cNvPr id="140" name="Téglalap 139">
                  <a:extLst>
                    <a:ext uri="{FF2B5EF4-FFF2-40B4-BE49-F238E27FC236}">
                      <a16:creationId xmlns:a16="http://schemas.microsoft.com/office/drawing/2014/main" id="{92065763-9995-8B73-B6DC-7F38E3141217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1" name="Felhő 140">
                  <a:extLst>
                    <a:ext uri="{FF2B5EF4-FFF2-40B4-BE49-F238E27FC236}">
                      <a16:creationId xmlns:a16="http://schemas.microsoft.com/office/drawing/2014/main" id="{AA1A8DCB-07A5-1C3C-4EF9-249262D4E908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31" name="Csoportba foglalás 130">
                <a:extLst>
                  <a:ext uri="{FF2B5EF4-FFF2-40B4-BE49-F238E27FC236}">
                    <a16:creationId xmlns:a16="http://schemas.microsoft.com/office/drawing/2014/main" id="{91504A93-4558-567A-2350-CF81B9A1D6C8}"/>
                  </a:ext>
                </a:extLst>
              </p:cNvPr>
              <p:cNvGrpSpPr/>
              <p:nvPr/>
            </p:nvGrpSpPr>
            <p:grpSpPr>
              <a:xfrm>
                <a:off x="2163464" y="6170102"/>
                <a:ext cx="289933" cy="445835"/>
                <a:chOff x="2352" y="6210033"/>
                <a:chExt cx="289933" cy="445835"/>
              </a:xfrm>
            </p:grpSpPr>
            <p:sp>
              <p:nvSpPr>
                <p:cNvPr id="138" name="Téglalap 137">
                  <a:extLst>
                    <a:ext uri="{FF2B5EF4-FFF2-40B4-BE49-F238E27FC236}">
                      <a16:creationId xmlns:a16="http://schemas.microsoft.com/office/drawing/2014/main" id="{F027F31D-C5B6-AF87-EF89-20DE6EC4C05E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Felhő 138">
                  <a:extLst>
                    <a:ext uri="{FF2B5EF4-FFF2-40B4-BE49-F238E27FC236}">
                      <a16:creationId xmlns:a16="http://schemas.microsoft.com/office/drawing/2014/main" id="{FA3F6C11-0050-15A1-3E59-D6282DA03250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32" name="Csoportba foglalás 131">
                <a:extLst>
                  <a:ext uri="{FF2B5EF4-FFF2-40B4-BE49-F238E27FC236}">
                    <a16:creationId xmlns:a16="http://schemas.microsoft.com/office/drawing/2014/main" id="{697F0303-C4AA-8D51-D8A2-E44016A911D6}"/>
                  </a:ext>
                </a:extLst>
              </p:cNvPr>
              <p:cNvGrpSpPr/>
              <p:nvPr/>
            </p:nvGrpSpPr>
            <p:grpSpPr>
              <a:xfrm>
                <a:off x="575780" y="6470917"/>
                <a:ext cx="289933" cy="445835"/>
                <a:chOff x="2352" y="6210033"/>
                <a:chExt cx="289933" cy="445835"/>
              </a:xfrm>
            </p:grpSpPr>
            <p:sp>
              <p:nvSpPr>
                <p:cNvPr id="136" name="Téglalap 135">
                  <a:extLst>
                    <a:ext uri="{FF2B5EF4-FFF2-40B4-BE49-F238E27FC236}">
                      <a16:creationId xmlns:a16="http://schemas.microsoft.com/office/drawing/2014/main" id="{9C7115FE-2C95-B39B-4FE2-92B78C5762A7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7" name="Felhő 136">
                  <a:extLst>
                    <a:ext uri="{FF2B5EF4-FFF2-40B4-BE49-F238E27FC236}">
                      <a16:creationId xmlns:a16="http://schemas.microsoft.com/office/drawing/2014/main" id="{67852E85-6E90-FA27-7239-F3500070C559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33" name="Csoportba foglalás 132">
                <a:extLst>
                  <a:ext uri="{FF2B5EF4-FFF2-40B4-BE49-F238E27FC236}">
                    <a16:creationId xmlns:a16="http://schemas.microsoft.com/office/drawing/2014/main" id="{05F48651-5868-6FEB-8DDE-4737F6CF802F}"/>
                  </a:ext>
                </a:extLst>
              </p:cNvPr>
              <p:cNvGrpSpPr/>
              <p:nvPr/>
            </p:nvGrpSpPr>
            <p:grpSpPr>
              <a:xfrm>
                <a:off x="677616" y="6081774"/>
                <a:ext cx="289933" cy="445835"/>
                <a:chOff x="2352" y="6210033"/>
                <a:chExt cx="289933" cy="445835"/>
              </a:xfrm>
            </p:grpSpPr>
            <p:sp>
              <p:nvSpPr>
                <p:cNvPr id="134" name="Téglalap 133">
                  <a:extLst>
                    <a:ext uri="{FF2B5EF4-FFF2-40B4-BE49-F238E27FC236}">
                      <a16:creationId xmlns:a16="http://schemas.microsoft.com/office/drawing/2014/main" id="{2F6C6133-47AD-82C8-8EC0-6762863F10CF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Felhő 134">
                  <a:extLst>
                    <a:ext uri="{FF2B5EF4-FFF2-40B4-BE49-F238E27FC236}">
                      <a16:creationId xmlns:a16="http://schemas.microsoft.com/office/drawing/2014/main" id="{4DF9266A-8AA1-20B6-5666-B0675DA7C041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</p:grpSp>
        <p:grpSp>
          <p:nvGrpSpPr>
            <p:cNvPr id="150" name="Csoportba foglalás 149">
              <a:extLst>
                <a:ext uri="{FF2B5EF4-FFF2-40B4-BE49-F238E27FC236}">
                  <a16:creationId xmlns:a16="http://schemas.microsoft.com/office/drawing/2014/main" id="{4C9A4B26-224C-3013-1589-F48894D4CFC1}"/>
                </a:ext>
              </a:extLst>
            </p:cNvPr>
            <p:cNvGrpSpPr/>
            <p:nvPr/>
          </p:nvGrpSpPr>
          <p:grpSpPr>
            <a:xfrm>
              <a:off x="1665025" y="6250068"/>
              <a:ext cx="289933" cy="445835"/>
              <a:chOff x="2352" y="6210033"/>
              <a:chExt cx="289933" cy="445835"/>
            </a:xfrm>
          </p:grpSpPr>
          <p:sp>
            <p:nvSpPr>
              <p:cNvPr id="151" name="Téglalap 150">
                <a:extLst>
                  <a:ext uri="{FF2B5EF4-FFF2-40B4-BE49-F238E27FC236}">
                    <a16:creationId xmlns:a16="http://schemas.microsoft.com/office/drawing/2014/main" id="{182175D1-D49F-3362-E180-90720F975EDC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2" name="Felhő 151">
                <a:extLst>
                  <a:ext uri="{FF2B5EF4-FFF2-40B4-BE49-F238E27FC236}">
                    <a16:creationId xmlns:a16="http://schemas.microsoft.com/office/drawing/2014/main" id="{04C3AA81-E1B0-48F0-4285-EEF4F7CC80A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53" name="Csoportba foglalás 152">
              <a:extLst>
                <a:ext uri="{FF2B5EF4-FFF2-40B4-BE49-F238E27FC236}">
                  <a16:creationId xmlns:a16="http://schemas.microsoft.com/office/drawing/2014/main" id="{AAE376AC-FCB6-23AC-1B84-0471A79012DD}"/>
                </a:ext>
              </a:extLst>
            </p:cNvPr>
            <p:cNvGrpSpPr/>
            <p:nvPr/>
          </p:nvGrpSpPr>
          <p:grpSpPr>
            <a:xfrm>
              <a:off x="750739" y="6426000"/>
              <a:ext cx="289933" cy="445835"/>
              <a:chOff x="2352" y="6210033"/>
              <a:chExt cx="289933" cy="445835"/>
            </a:xfrm>
          </p:grpSpPr>
          <p:sp>
            <p:nvSpPr>
              <p:cNvPr id="154" name="Téglalap 153">
                <a:extLst>
                  <a:ext uri="{FF2B5EF4-FFF2-40B4-BE49-F238E27FC236}">
                    <a16:creationId xmlns:a16="http://schemas.microsoft.com/office/drawing/2014/main" id="{45AFDEB3-2954-96FD-9BD9-B0B4EF0C49E3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5" name="Felhő 154">
                <a:extLst>
                  <a:ext uri="{FF2B5EF4-FFF2-40B4-BE49-F238E27FC236}">
                    <a16:creationId xmlns:a16="http://schemas.microsoft.com/office/drawing/2014/main" id="{932DD17A-F03A-2CFD-911A-4C3D105AE6A4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56" name="Csoportba foglalás 155">
              <a:extLst>
                <a:ext uri="{FF2B5EF4-FFF2-40B4-BE49-F238E27FC236}">
                  <a16:creationId xmlns:a16="http://schemas.microsoft.com/office/drawing/2014/main" id="{C05AA4AB-D276-89D6-5C46-1BB4F7FF0757}"/>
                </a:ext>
              </a:extLst>
            </p:cNvPr>
            <p:cNvGrpSpPr/>
            <p:nvPr/>
          </p:nvGrpSpPr>
          <p:grpSpPr>
            <a:xfrm>
              <a:off x="205855" y="6160332"/>
              <a:ext cx="289933" cy="445835"/>
              <a:chOff x="2352" y="6210033"/>
              <a:chExt cx="289933" cy="445835"/>
            </a:xfrm>
          </p:grpSpPr>
          <p:sp>
            <p:nvSpPr>
              <p:cNvPr id="157" name="Téglalap 156">
                <a:extLst>
                  <a:ext uri="{FF2B5EF4-FFF2-40B4-BE49-F238E27FC236}">
                    <a16:creationId xmlns:a16="http://schemas.microsoft.com/office/drawing/2014/main" id="{9B175E9A-B1D8-6335-FC56-4349579351FD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58" name="Felhő 157">
                <a:extLst>
                  <a:ext uri="{FF2B5EF4-FFF2-40B4-BE49-F238E27FC236}">
                    <a16:creationId xmlns:a16="http://schemas.microsoft.com/office/drawing/2014/main" id="{5A9A1585-B357-A550-FAAF-EB61686CA2D8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59" name="Csoportba foglalás 158">
              <a:extLst>
                <a:ext uri="{FF2B5EF4-FFF2-40B4-BE49-F238E27FC236}">
                  <a16:creationId xmlns:a16="http://schemas.microsoft.com/office/drawing/2014/main" id="{A04D2B6C-FCF0-B8F1-3465-31E9D4A884C0}"/>
                </a:ext>
              </a:extLst>
            </p:cNvPr>
            <p:cNvGrpSpPr/>
            <p:nvPr/>
          </p:nvGrpSpPr>
          <p:grpSpPr>
            <a:xfrm>
              <a:off x="1094709" y="6147548"/>
              <a:ext cx="289933" cy="445835"/>
              <a:chOff x="2352" y="6210033"/>
              <a:chExt cx="289933" cy="445835"/>
            </a:xfrm>
          </p:grpSpPr>
          <p:sp>
            <p:nvSpPr>
              <p:cNvPr id="160" name="Téglalap 159">
                <a:extLst>
                  <a:ext uri="{FF2B5EF4-FFF2-40B4-BE49-F238E27FC236}">
                    <a16:creationId xmlns:a16="http://schemas.microsoft.com/office/drawing/2014/main" id="{09473992-E107-8CDD-B404-EC330BDCA81A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1" name="Felhő 160">
                <a:extLst>
                  <a:ext uri="{FF2B5EF4-FFF2-40B4-BE49-F238E27FC236}">
                    <a16:creationId xmlns:a16="http://schemas.microsoft.com/office/drawing/2014/main" id="{EF17B328-4575-C196-BE2F-3D407DAC546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62" name="Csoportba foglalás 161">
              <a:extLst>
                <a:ext uri="{FF2B5EF4-FFF2-40B4-BE49-F238E27FC236}">
                  <a16:creationId xmlns:a16="http://schemas.microsoft.com/office/drawing/2014/main" id="{6A932840-4332-2129-3996-DE79F5BAF8FB}"/>
                </a:ext>
              </a:extLst>
            </p:cNvPr>
            <p:cNvGrpSpPr/>
            <p:nvPr/>
          </p:nvGrpSpPr>
          <p:grpSpPr>
            <a:xfrm>
              <a:off x="54262" y="6399429"/>
              <a:ext cx="289933" cy="445835"/>
              <a:chOff x="2352" y="6210033"/>
              <a:chExt cx="289933" cy="445835"/>
            </a:xfrm>
          </p:grpSpPr>
          <p:sp>
            <p:nvSpPr>
              <p:cNvPr id="163" name="Téglalap 162">
                <a:extLst>
                  <a:ext uri="{FF2B5EF4-FFF2-40B4-BE49-F238E27FC236}">
                    <a16:creationId xmlns:a16="http://schemas.microsoft.com/office/drawing/2014/main" id="{688319DC-FC35-AD50-AC29-A154EC1B6B01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4" name="Felhő 163">
                <a:extLst>
                  <a:ext uri="{FF2B5EF4-FFF2-40B4-BE49-F238E27FC236}">
                    <a16:creationId xmlns:a16="http://schemas.microsoft.com/office/drawing/2014/main" id="{A05E7CCA-3E1F-6CFD-BC87-78504101CECB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65" name="Csoportba foglalás 164">
              <a:extLst>
                <a:ext uri="{FF2B5EF4-FFF2-40B4-BE49-F238E27FC236}">
                  <a16:creationId xmlns:a16="http://schemas.microsoft.com/office/drawing/2014/main" id="{153FA599-602D-A67B-56D8-FA1EFBA998D2}"/>
                </a:ext>
              </a:extLst>
            </p:cNvPr>
            <p:cNvGrpSpPr/>
            <p:nvPr/>
          </p:nvGrpSpPr>
          <p:grpSpPr>
            <a:xfrm>
              <a:off x="1373374" y="6375866"/>
              <a:ext cx="289933" cy="445835"/>
              <a:chOff x="2352" y="6210033"/>
              <a:chExt cx="289933" cy="445835"/>
            </a:xfrm>
          </p:grpSpPr>
          <p:sp>
            <p:nvSpPr>
              <p:cNvPr id="166" name="Téglalap 165">
                <a:extLst>
                  <a:ext uri="{FF2B5EF4-FFF2-40B4-BE49-F238E27FC236}">
                    <a16:creationId xmlns:a16="http://schemas.microsoft.com/office/drawing/2014/main" id="{9E176234-6115-ED56-1976-25E535318FCD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Felhő 166">
                <a:extLst>
                  <a:ext uri="{FF2B5EF4-FFF2-40B4-BE49-F238E27FC236}">
                    <a16:creationId xmlns:a16="http://schemas.microsoft.com/office/drawing/2014/main" id="{660F3597-125B-367C-FC8F-2199F2123AEB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sp>
        <p:nvSpPr>
          <p:cNvPr id="169" name="Felhő 168">
            <a:extLst>
              <a:ext uri="{FF2B5EF4-FFF2-40B4-BE49-F238E27FC236}">
                <a16:creationId xmlns:a16="http://schemas.microsoft.com/office/drawing/2014/main" id="{119BC73A-09B2-EFF9-A3DA-F51158003C9D}"/>
              </a:ext>
            </a:extLst>
          </p:cNvPr>
          <p:cNvSpPr/>
          <p:nvPr/>
        </p:nvSpPr>
        <p:spPr>
          <a:xfrm>
            <a:off x="-739061" y="6437025"/>
            <a:ext cx="1513929" cy="430819"/>
          </a:xfrm>
          <a:prstGeom prst="cloud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885161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CB35F868-C190-1B1C-CF8E-4B3DC421E8C2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9F365488-49FA-365D-14D4-5DD24D156300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D7A0D05F-478C-A0A6-FAEA-A2F6F3BF2D68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5808D38C-B6A7-E08E-3783-D80BD4B50425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480CA18B-ABD7-904A-18E0-412EF6EFB47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E9E27C8C-B6C9-F3B1-ABB0-E1C8056D4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D8ED435F-7369-8F83-02DF-BA1BAC7D66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6100E421-5767-76C3-7A2B-D7D79F7235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B5759FFF-0686-48AA-2333-D75005AA3B6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EC04B117-5FFA-7865-D814-9A37586F7E9A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2703E988-7E94-C1CA-1ECD-2F9309BDAD5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4" name="Csoportba foglalás 13">
            <a:extLst>
              <a:ext uri="{FF2B5EF4-FFF2-40B4-BE49-F238E27FC236}">
                <a16:creationId xmlns:a16="http://schemas.microsoft.com/office/drawing/2014/main" id="{DA9E2A63-D219-8905-B544-7AB89229BD5F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5" name="Csoportba foglalás 14">
              <a:extLst>
                <a:ext uri="{FF2B5EF4-FFF2-40B4-BE49-F238E27FC236}">
                  <a16:creationId xmlns:a16="http://schemas.microsoft.com/office/drawing/2014/main" id="{687A5EB8-95BC-84BD-A99D-8299427678FF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8" name="Henger 17">
                <a:extLst>
                  <a:ext uri="{FF2B5EF4-FFF2-40B4-BE49-F238E27FC236}">
                    <a16:creationId xmlns:a16="http://schemas.microsoft.com/office/drawing/2014/main" id="{E62509EE-474E-7BEA-72D1-E0917F9CACEE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" name="Ellipszis 18">
                <a:extLst>
                  <a:ext uri="{FF2B5EF4-FFF2-40B4-BE49-F238E27FC236}">
                    <a16:creationId xmlns:a16="http://schemas.microsoft.com/office/drawing/2014/main" id="{70A47C04-3054-4CB4-5ECC-AF4E4975F25E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0" name="Téglalap 19">
                <a:extLst>
                  <a:ext uri="{FF2B5EF4-FFF2-40B4-BE49-F238E27FC236}">
                    <a16:creationId xmlns:a16="http://schemas.microsoft.com/office/drawing/2014/main" id="{BF5B0949-11DC-9C05-E36E-67BDAA133CA4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Ellipszis 20">
                <a:extLst>
                  <a:ext uri="{FF2B5EF4-FFF2-40B4-BE49-F238E27FC236}">
                    <a16:creationId xmlns:a16="http://schemas.microsoft.com/office/drawing/2014/main" id="{1D898998-ED95-694B-8252-C975547FFC3B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2" name="Egyenes összekötő 21">
                <a:extLst>
                  <a:ext uri="{FF2B5EF4-FFF2-40B4-BE49-F238E27FC236}">
                    <a16:creationId xmlns:a16="http://schemas.microsoft.com/office/drawing/2014/main" id="{70965FCB-25A8-B269-9705-5C7169D09C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D43DFD7B-8E04-92BC-5806-B625B31EAB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4E918970-8A23-02B8-6309-8A33FD7E8C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B6E6CD48-2DFD-9C20-3B04-E50A8FE9621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5E8DB878-378C-89F7-FEA6-87D0153A105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6" name="Egyenes összekötő 15">
              <a:extLst>
                <a:ext uri="{FF2B5EF4-FFF2-40B4-BE49-F238E27FC236}">
                  <a16:creationId xmlns:a16="http://schemas.microsoft.com/office/drawing/2014/main" id="{7893E100-9C58-C73A-C599-BC523171F7B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FBB4F851-6CE3-CE0A-662D-E20CB55FDB2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7BF31270-FABA-4C8A-3484-7092D8A3DEDE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C5F9A548-1C8D-FE38-22FB-A0F29F45A9B5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0" name="Csoportba foglalás 69">
                <a:extLst>
                  <a:ext uri="{FF2B5EF4-FFF2-40B4-BE49-F238E27FC236}">
                    <a16:creationId xmlns:a16="http://schemas.microsoft.com/office/drawing/2014/main" id="{6F422CD7-05F6-548B-647C-EA43361E96DA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3" name="Derékszögű háromszög 72">
                  <a:extLst>
                    <a:ext uri="{FF2B5EF4-FFF2-40B4-BE49-F238E27FC236}">
                      <a16:creationId xmlns:a16="http://schemas.microsoft.com/office/drawing/2014/main" id="{1B8CDABA-3F59-52A4-1B22-F5EBBEA8C617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093BFBE1-D7FF-4815-863B-8AFB86358D70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 15">
                  <a:extLst>
                    <a:ext uri="{FF2B5EF4-FFF2-40B4-BE49-F238E27FC236}">
                      <a16:creationId xmlns:a16="http://schemas.microsoft.com/office/drawing/2014/main" id="{14F55F33-1E2E-5CF5-F10E-B7809AFA075B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6" name="Folyamatábra: Tárolt adat 17">
                  <a:extLst>
                    <a:ext uri="{FF2B5EF4-FFF2-40B4-BE49-F238E27FC236}">
                      <a16:creationId xmlns:a16="http://schemas.microsoft.com/office/drawing/2014/main" id="{9F48D5E6-CCA0-CA44-2819-E2F00832183E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5F20C949-6E13-F469-4456-7CF35BA465C4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Romboid 77">
                  <a:extLst>
                    <a:ext uri="{FF2B5EF4-FFF2-40B4-BE49-F238E27FC236}">
                      <a16:creationId xmlns:a16="http://schemas.microsoft.com/office/drawing/2014/main" id="{E2F8C645-7FA3-EEEC-0E2C-914A3FDC1F5C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78">
                  <a:extLst>
                    <a:ext uri="{FF2B5EF4-FFF2-40B4-BE49-F238E27FC236}">
                      <a16:creationId xmlns:a16="http://schemas.microsoft.com/office/drawing/2014/main" id="{5065CF3A-D1C1-6E1C-356F-4BE78070B35D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: lekerekített 79">
                  <a:extLst>
                    <a:ext uri="{FF2B5EF4-FFF2-40B4-BE49-F238E27FC236}">
                      <a16:creationId xmlns:a16="http://schemas.microsoft.com/office/drawing/2014/main" id="{107BA2C4-4A2C-130B-7BC0-CF1986F97B1B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11DBE317-9665-761F-687B-6C21318FB555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F691ECAA-4B07-F59E-9D13-ADEF3E1F8EC9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BF2DABA7-D421-DF1D-A3ED-A712BDDCC4E3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7E99F93B-4B1B-0B36-6A55-44B24FC79A8B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5E4EAFA1-681E-2946-F052-BFB716AFFCEC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1" name="Picture 2" descr="Forráskép megtekintése">
                <a:extLst>
                  <a:ext uri="{FF2B5EF4-FFF2-40B4-BE49-F238E27FC236}">
                    <a16:creationId xmlns:a16="http://schemas.microsoft.com/office/drawing/2014/main" id="{8C44366B-D7ED-3752-29F5-72CF80C1D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2" name="Picture 6" descr="Forráskép megtekintése">
                <a:extLst>
                  <a:ext uri="{FF2B5EF4-FFF2-40B4-BE49-F238E27FC236}">
                    <a16:creationId xmlns:a16="http://schemas.microsoft.com/office/drawing/2014/main" id="{9B7C8826-72BA-FDC7-C259-B6144C7F3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6A2DF756-426E-9353-B48B-0399FDBD80A0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8" name="Csoportba foglalás 57">
                <a:extLst>
                  <a:ext uri="{FF2B5EF4-FFF2-40B4-BE49-F238E27FC236}">
                    <a16:creationId xmlns:a16="http://schemas.microsoft.com/office/drawing/2014/main" id="{3483F17C-B0BB-A8C2-787A-5DF1C4EA01F3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1" name="Henger 60">
                  <a:extLst>
                    <a:ext uri="{FF2B5EF4-FFF2-40B4-BE49-F238E27FC236}">
                      <a16:creationId xmlns:a16="http://schemas.microsoft.com/office/drawing/2014/main" id="{51E065C9-6B2B-673A-92B5-1B08AC2C9444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Ellipszis 61">
                  <a:extLst>
                    <a:ext uri="{FF2B5EF4-FFF2-40B4-BE49-F238E27FC236}">
                      <a16:creationId xmlns:a16="http://schemas.microsoft.com/office/drawing/2014/main" id="{92892E22-286F-94D0-44A0-26FE5E477B78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3" name="Téglalap 62">
                  <a:extLst>
                    <a:ext uri="{FF2B5EF4-FFF2-40B4-BE49-F238E27FC236}">
                      <a16:creationId xmlns:a16="http://schemas.microsoft.com/office/drawing/2014/main" id="{BE288E32-0442-EB75-3061-7D000EABFDD5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Ellipszis 63">
                  <a:extLst>
                    <a:ext uri="{FF2B5EF4-FFF2-40B4-BE49-F238E27FC236}">
                      <a16:creationId xmlns:a16="http://schemas.microsoft.com/office/drawing/2014/main" id="{863CAE22-0FC7-21A9-A361-9C1B4AFF8AE3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5" name="Egyenes összekötő 64">
                  <a:extLst>
                    <a:ext uri="{FF2B5EF4-FFF2-40B4-BE49-F238E27FC236}">
                      <a16:creationId xmlns:a16="http://schemas.microsoft.com/office/drawing/2014/main" id="{ACCA2F08-EE81-8F65-CD76-4EF75010FA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FA04A5BF-E50D-0EEC-040C-FD07E85BFB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E81085FF-DC9A-1D3F-A8CC-E6C627D846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9C40E4CA-68E0-A40D-B162-3A2174244A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C7F1A848-CEEA-E911-89D7-44B1091B1BA4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59" name="Egyenes összekötő 58">
                <a:extLst>
                  <a:ext uri="{FF2B5EF4-FFF2-40B4-BE49-F238E27FC236}">
                    <a16:creationId xmlns:a16="http://schemas.microsoft.com/office/drawing/2014/main" id="{FF566A8E-1028-4D89-F3B5-5C5A4492F4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68A48CAC-BE4B-D84F-6718-88292B0DA4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48D21A40-668A-744B-8112-B30C51AD53BD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8" name="Henger 47">
                <a:extLst>
                  <a:ext uri="{FF2B5EF4-FFF2-40B4-BE49-F238E27FC236}">
                    <a16:creationId xmlns:a16="http://schemas.microsoft.com/office/drawing/2014/main" id="{F8B2906D-45A5-9DD6-78A2-EAA8201D878A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9" name="Csoportba foglalás 48">
                <a:extLst>
                  <a:ext uri="{FF2B5EF4-FFF2-40B4-BE49-F238E27FC236}">
                    <a16:creationId xmlns:a16="http://schemas.microsoft.com/office/drawing/2014/main" id="{0492ABB2-55D4-53B9-BD97-4F10959E51BD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9EBCFFE2-3129-C6AC-CF7D-8FF5DDF9A170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234014E3-6F95-BA63-E6C4-1771533C5B51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3" name="Egyenes összekötő 52">
                  <a:extLst>
                    <a:ext uri="{FF2B5EF4-FFF2-40B4-BE49-F238E27FC236}">
                      <a16:creationId xmlns:a16="http://schemas.microsoft.com/office/drawing/2014/main" id="{845FDD06-F13D-8762-EDE9-69720F05CD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8A7DA334-9F96-1DF0-AEDD-83041E2580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3CE57AE5-6C2F-F997-C264-0F2EE262BF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B2D3C5D2-FEDA-F3D8-4F5C-7F6D7A200C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7" name="Ellipszis 56">
                  <a:extLst>
                    <a:ext uri="{FF2B5EF4-FFF2-40B4-BE49-F238E27FC236}">
                      <a16:creationId xmlns:a16="http://schemas.microsoft.com/office/drawing/2014/main" id="{FA5F11CD-DB88-7C24-A7EC-6B16088FD90B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0" name="Téglalap 49">
                <a:extLst>
                  <a:ext uri="{FF2B5EF4-FFF2-40B4-BE49-F238E27FC236}">
                    <a16:creationId xmlns:a16="http://schemas.microsoft.com/office/drawing/2014/main" id="{76524196-8B68-FD73-191E-CD28FFF1FF65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AB7639C1-B13C-2D89-26E3-F4BA00269548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AEF7260F-9F57-8C36-904F-76B0C73041E0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0" name="Henger 39">
                  <a:extLst>
                    <a:ext uri="{FF2B5EF4-FFF2-40B4-BE49-F238E27FC236}">
                      <a16:creationId xmlns:a16="http://schemas.microsoft.com/office/drawing/2014/main" id="{DBF2C604-DC73-7225-5850-72D83CA71D8E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E238BE77-3EEF-C99D-9F88-18EE5790F828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2" name="Ív 41">
                  <a:extLst>
                    <a:ext uri="{FF2B5EF4-FFF2-40B4-BE49-F238E27FC236}">
                      <a16:creationId xmlns:a16="http://schemas.microsoft.com/office/drawing/2014/main" id="{74F5EBFC-9F69-A097-019F-3B237A796CFC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3" name="Picture 2" descr="Forráskép megtekintése">
                  <a:extLst>
                    <a:ext uri="{FF2B5EF4-FFF2-40B4-BE49-F238E27FC236}">
                      <a16:creationId xmlns:a16="http://schemas.microsoft.com/office/drawing/2014/main" id="{CBFAE042-0630-A3D5-9366-12F5AC7F39E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4" name="Téglalap 43">
                  <a:extLst>
                    <a:ext uri="{FF2B5EF4-FFF2-40B4-BE49-F238E27FC236}">
                      <a16:creationId xmlns:a16="http://schemas.microsoft.com/office/drawing/2014/main" id="{1022F0DC-46FB-113A-2079-6419197772F2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Csillag: 4 ágú 44">
                  <a:extLst>
                    <a:ext uri="{FF2B5EF4-FFF2-40B4-BE49-F238E27FC236}">
                      <a16:creationId xmlns:a16="http://schemas.microsoft.com/office/drawing/2014/main" id="{CCBE785A-0AAC-310D-63B5-AB77CCB68CC1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5FE893E4-F6A4-809E-1822-ECA4AA3C390F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D8B9FAF4-4AFF-7900-EEFD-0789C70B027B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3" name="Ellipszis 32">
                <a:extLst>
                  <a:ext uri="{FF2B5EF4-FFF2-40B4-BE49-F238E27FC236}">
                    <a16:creationId xmlns:a16="http://schemas.microsoft.com/office/drawing/2014/main" id="{2ED7D813-0EE4-658E-ED3E-DBDFDFBDAE6C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7A7FE7E7-3A31-FB61-39D1-3FB6B7E59F0F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5" name="Egyenes összekötő 34">
                <a:extLst>
                  <a:ext uri="{FF2B5EF4-FFF2-40B4-BE49-F238E27FC236}">
                    <a16:creationId xmlns:a16="http://schemas.microsoft.com/office/drawing/2014/main" id="{F6E013C6-313A-5370-CDAF-E436AF88C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0C902AB1-7498-7811-C371-BDEEE5587DE0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8E936482-1F44-92C2-A6BF-20F65441B80B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8" name="Kép 37">
                <a:extLst>
                  <a:ext uri="{FF2B5EF4-FFF2-40B4-BE49-F238E27FC236}">
                    <a16:creationId xmlns:a16="http://schemas.microsoft.com/office/drawing/2014/main" id="{B6EA704B-4CE8-DAC6-59EE-DA321B3787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4A811159-C92E-0854-AA2A-4DBB301B7F0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8" name="Téglalap 87">
            <a:extLst>
              <a:ext uri="{FF2B5EF4-FFF2-40B4-BE49-F238E27FC236}">
                <a16:creationId xmlns:a16="http://schemas.microsoft.com/office/drawing/2014/main" id="{3D964BED-ECA9-CE98-42C4-FE30C549F4A6}"/>
              </a:ext>
            </a:extLst>
          </p:cNvPr>
          <p:cNvSpPr/>
          <p:nvPr/>
        </p:nvSpPr>
        <p:spPr>
          <a:xfrm>
            <a:off x="17902" y="6426000"/>
            <a:ext cx="12192000" cy="432000"/>
          </a:xfrm>
          <a:prstGeom prst="rect">
            <a:avLst/>
          </a:pr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Felhő 88">
            <a:extLst>
              <a:ext uri="{FF2B5EF4-FFF2-40B4-BE49-F238E27FC236}">
                <a16:creationId xmlns:a16="http://schemas.microsoft.com/office/drawing/2014/main" id="{FF3EC788-F43A-416D-6E36-A86DEC23F45E}"/>
              </a:ext>
            </a:extLst>
          </p:cNvPr>
          <p:cNvSpPr/>
          <p:nvPr/>
        </p:nvSpPr>
        <p:spPr>
          <a:xfrm>
            <a:off x="10084254" y="1665267"/>
            <a:ext cx="625850" cy="72818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Felhő 89">
            <a:extLst>
              <a:ext uri="{FF2B5EF4-FFF2-40B4-BE49-F238E27FC236}">
                <a16:creationId xmlns:a16="http://schemas.microsoft.com/office/drawing/2014/main" id="{EDC92139-692F-7A11-D1E1-ECA0B940D940}"/>
              </a:ext>
            </a:extLst>
          </p:cNvPr>
          <p:cNvSpPr/>
          <p:nvPr/>
        </p:nvSpPr>
        <p:spPr>
          <a:xfrm>
            <a:off x="11480211" y="231378"/>
            <a:ext cx="1167159" cy="1080864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Felhő 90">
            <a:extLst>
              <a:ext uri="{FF2B5EF4-FFF2-40B4-BE49-F238E27FC236}">
                <a16:creationId xmlns:a16="http://schemas.microsoft.com/office/drawing/2014/main" id="{6A689D5B-02BF-0853-2249-86B9087517AC}"/>
              </a:ext>
            </a:extLst>
          </p:cNvPr>
          <p:cNvSpPr/>
          <p:nvPr/>
        </p:nvSpPr>
        <p:spPr>
          <a:xfrm>
            <a:off x="10194414" y="2555641"/>
            <a:ext cx="2134153" cy="1457299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Téglalap 125">
            <a:extLst>
              <a:ext uri="{FF2B5EF4-FFF2-40B4-BE49-F238E27FC236}">
                <a16:creationId xmlns:a16="http://schemas.microsoft.com/office/drawing/2014/main" id="{E4394FFF-93DB-B147-C51B-4CC564AA68E2}"/>
              </a:ext>
            </a:extLst>
          </p:cNvPr>
          <p:cNvSpPr/>
          <p:nvPr/>
        </p:nvSpPr>
        <p:spPr>
          <a:xfrm>
            <a:off x="11711006" y="6627574"/>
            <a:ext cx="133727" cy="230736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127" name="Háromszög 126">
            <a:extLst>
              <a:ext uri="{FF2B5EF4-FFF2-40B4-BE49-F238E27FC236}">
                <a16:creationId xmlns:a16="http://schemas.microsoft.com/office/drawing/2014/main" id="{CE5D1277-4A33-1FC7-4A71-AC452F49E43B}"/>
              </a:ext>
            </a:extLst>
          </p:cNvPr>
          <p:cNvSpPr/>
          <p:nvPr/>
        </p:nvSpPr>
        <p:spPr>
          <a:xfrm>
            <a:off x="11711006" y="6396528"/>
            <a:ext cx="133727" cy="230736"/>
          </a:xfrm>
          <a:prstGeom prst="triangle">
            <a:avLst/>
          </a:prstGeom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28" name="Csoportba foglalás 127">
            <a:extLst>
              <a:ext uri="{FF2B5EF4-FFF2-40B4-BE49-F238E27FC236}">
                <a16:creationId xmlns:a16="http://schemas.microsoft.com/office/drawing/2014/main" id="{85B779EA-B98C-6DA9-C473-5EE8735511C5}"/>
              </a:ext>
            </a:extLst>
          </p:cNvPr>
          <p:cNvGrpSpPr/>
          <p:nvPr/>
        </p:nvGrpSpPr>
        <p:grpSpPr>
          <a:xfrm>
            <a:off x="3204214" y="6042710"/>
            <a:ext cx="7827587" cy="834978"/>
            <a:chOff x="54262" y="6093411"/>
            <a:chExt cx="7827587" cy="834978"/>
          </a:xfrm>
        </p:grpSpPr>
        <p:grpSp>
          <p:nvGrpSpPr>
            <p:cNvPr id="129" name="Csoportba foglalás 128">
              <a:extLst>
                <a:ext uri="{FF2B5EF4-FFF2-40B4-BE49-F238E27FC236}">
                  <a16:creationId xmlns:a16="http://schemas.microsoft.com/office/drawing/2014/main" id="{A75F1A70-761C-EA7B-9A7D-956AD6FBA806}"/>
                </a:ext>
              </a:extLst>
            </p:cNvPr>
            <p:cNvGrpSpPr/>
            <p:nvPr/>
          </p:nvGrpSpPr>
          <p:grpSpPr>
            <a:xfrm flipH="1">
              <a:off x="6004232" y="6093411"/>
              <a:ext cx="1877617" cy="834978"/>
              <a:chOff x="575780" y="6081774"/>
              <a:chExt cx="1877617" cy="834978"/>
            </a:xfrm>
          </p:grpSpPr>
          <p:grpSp>
            <p:nvGrpSpPr>
              <p:cNvPr id="148" name="Csoportba foglalás 147">
                <a:extLst>
                  <a:ext uri="{FF2B5EF4-FFF2-40B4-BE49-F238E27FC236}">
                    <a16:creationId xmlns:a16="http://schemas.microsoft.com/office/drawing/2014/main" id="{5F9A6DB8-446E-417A-1735-408E4382B8F5}"/>
                  </a:ext>
                </a:extLst>
              </p:cNvPr>
              <p:cNvGrpSpPr/>
              <p:nvPr/>
            </p:nvGrpSpPr>
            <p:grpSpPr>
              <a:xfrm>
                <a:off x="1894652" y="6210033"/>
                <a:ext cx="289933" cy="445835"/>
                <a:chOff x="2352" y="6210033"/>
                <a:chExt cx="289933" cy="445835"/>
              </a:xfrm>
            </p:grpSpPr>
            <p:sp>
              <p:nvSpPr>
                <p:cNvPr id="167" name="Téglalap 166">
                  <a:extLst>
                    <a:ext uri="{FF2B5EF4-FFF2-40B4-BE49-F238E27FC236}">
                      <a16:creationId xmlns:a16="http://schemas.microsoft.com/office/drawing/2014/main" id="{2A646FCA-BAC0-AAD8-C64C-C91114E12CDC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8" name="Felhő 167">
                  <a:extLst>
                    <a:ext uri="{FF2B5EF4-FFF2-40B4-BE49-F238E27FC236}">
                      <a16:creationId xmlns:a16="http://schemas.microsoft.com/office/drawing/2014/main" id="{B8938690-05B2-877E-3BD7-9B12EBF417EE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49" name="Csoportba foglalás 148">
                <a:extLst>
                  <a:ext uri="{FF2B5EF4-FFF2-40B4-BE49-F238E27FC236}">
                    <a16:creationId xmlns:a16="http://schemas.microsoft.com/office/drawing/2014/main" id="{EDE9522F-FBAF-211B-2966-DEE45F7B91DF}"/>
                  </a:ext>
                </a:extLst>
              </p:cNvPr>
              <p:cNvGrpSpPr/>
              <p:nvPr/>
            </p:nvGrpSpPr>
            <p:grpSpPr>
              <a:xfrm>
                <a:off x="1059835" y="6361632"/>
                <a:ext cx="289933" cy="445835"/>
                <a:chOff x="2352" y="6210033"/>
                <a:chExt cx="289933" cy="445835"/>
              </a:xfrm>
            </p:grpSpPr>
            <p:sp>
              <p:nvSpPr>
                <p:cNvPr id="165" name="Téglalap 164">
                  <a:extLst>
                    <a:ext uri="{FF2B5EF4-FFF2-40B4-BE49-F238E27FC236}">
                      <a16:creationId xmlns:a16="http://schemas.microsoft.com/office/drawing/2014/main" id="{487C18CB-4F4D-EB90-93F4-EF0C112266BC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6" name="Felhő 165">
                  <a:extLst>
                    <a:ext uri="{FF2B5EF4-FFF2-40B4-BE49-F238E27FC236}">
                      <a16:creationId xmlns:a16="http://schemas.microsoft.com/office/drawing/2014/main" id="{571DA6B5-E063-3C6F-12A2-1F26A8A2797D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50" name="Csoportba foglalás 149">
                <a:extLst>
                  <a:ext uri="{FF2B5EF4-FFF2-40B4-BE49-F238E27FC236}">
                    <a16:creationId xmlns:a16="http://schemas.microsoft.com/office/drawing/2014/main" id="{2E5F89C0-1ECA-18C7-E32D-201E9DF13C35}"/>
                  </a:ext>
                </a:extLst>
              </p:cNvPr>
              <p:cNvGrpSpPr/>
              <p:nvPr/>
            </p:nvGrpSpPr>
            <p:grpSpPr>
              <a:xfrm>
                <a:off x="766512" y="6233965"/>
                <a:ext cx="289933" cy="445835"/>
                <a:chOff x="2352" y="6210033"/>
                <a:chExt cx="289933" cy="445835"/>
              </a:xfrm>
            </p:grpSpPr>
            <p:sp>
              <p:nvSpPr>
                <p:cNvPr id="163" name="Téglalap 162">
                  <a:extLst>
                    <a:ext uri="{FF2B5EF4-FFF2-40B4-BE49-F238E27FC236}">
                      <a16:creationId xmlns:a16="http://schemas.microsoft.com/office/drawing/2014/main" id="{919D1D30-8421-9326-C2DF-B8F9C63FF501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4" name="Felhő 163">
                  <a:extLst>
                    <a:ext uri="{FF2B5EF4-FFF2-40B4-BE49-F238E27FC236}">
                      <a16:creationId xmlns:a16="http://schemas.microsoft.com/office/drawing/2014/main" id="{8E6C43C0-ED9C-6E2C-0590-A1368A7F68D5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51" name="Csoportba foglalás 150">
                <a:extLst>
                  <a:ext uri="{FF2B5EF4-FFF2-40B4-BE49-F238E27FC236}">
                    <a16:creationId xmlns:a16="http://schemas.microsoft.com/office/drawing/2014/main" id="{7141196B-659B-9819-D6F4-F8B92AF39A35}"/>
                  </a:ext>
                </a:extLst>
              </p:cNvPr>
              <p:cNvGrpSpPr/>
              <p:nvPr/>
            </p:nvGrpSpPr>
            <p:grpSpPr>
              <a:xfrm>
                <a:off x="1591910" y="6374675"/>
                <a:ext cx="289933" cy="445835"/>
                <a:chOff x="2352" y="6210033"/>
                <a:chExt cx="289933" cy="445835"/>
              </a:xfrm>
            </p:grpSpPr>
            <p:sp>
              <p:nvSpPr>
                <p:cNvPr id="161" name="Téglalap 160">
                  <a:extLst>
                    <a:ext uri="{FF2B5EF4-FFF2-40B4-BE49-F238E27FC236}">
                      <a16:creationId xmlns:a16="http://schemas.microsoft.com/office/drawing/2014/main" id="{EC43A207-8742-E6EA-58F8-163248E457D3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Felhő 161">
                  <a:extLst>
                    <a:ext uri="{FF2B5EF4-FFF2-40B4-BE49-F238E27FC236}">
                      <a16:creationId xmlns:a16="http://schemas.microsoft.com/office/drawing/2014/main" id="{584B0D63-EBC2-5866-7C38-DFAD2A26B493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52" name="Csoportba foglalás 151">
                <a:extLst>
                  <a:ext uri="{FF2B5EF4-FFF2-40B4-BE49-F238E27FC236}">
                    <a16:creationId xmlns:a16="http://schemas.microsoft.com/office/drawing/2014/main" id="{3E4F4395-B49C-F128-5B7C-E6D9DEEC466D}"/>
                  </a:ext>
                </a:extLst>
              </p:cNvPr>
              <p:cNvGrpSpPr/>
              <p:nvPr/>
            </p:nvGrpSpPr>
            <p:grpSpPr>
              <a:xfrm>
                <a:off x="2163464" y="6170102"/>
                <a:ext cx="289933" cy="445835"/>
                <a:chOff x="2352" y="6210033"/>
                <a:chExt cx="289933" cy="445835"/>
              </a:xfrm>
            </p:grpSpPr>
            <p:sp>
              <p:nvSpPr>
                <p:cNvPr id="159" name="Téglalap 158">
                  <a:extLst>
                    <a:ext uri="{FF2B5EF4-FFF2-40B4-BE49-F238E27FC236}">
                      <a16:creationId xmlns:a16="http://schemas.microsoft.com/office/drawing/2014/main" id="{9E0A4E7A-3769-69E9-9EB4-A6D422CC6E2D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Felhő 159">
                  <a:extLst>
                    <a:ext uri="{FF2B5EF4-FFF2-40B4-BE49-F238E27FC236}">
                      <a16:creationId xmlns:a16="http://schemas.microsoft.com/office/drawing/2014/main" id="{14D97584-C75D-C83D-2C7D-32D09F03EC5C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53" name="Csoportba foglalás 152">
                <a:extLst>
                  <a:ext uri="{FF2B5EF4-FFF2-40B4-BE49-F238E27FC236}">
                    <a16:creationId xmlns:a16="http://schemas.microsoft.com/office/drawing/2014/main" id="{BE608FCC-D966-2AD9-5751-9DD739853C53}"/>
                  </a:ext>
                </a:extLst>
              </p:cNvPr>
              <p:cNvGrpSpPr/>
              <p:nvPr/>
            </p:nvGrpSpPr>
            <p:grpSpPr>
              <a:xfrm>
                <a:off x="575780" y="6470917"/>
                <a:ext cx="289933" cy="445835"/>
                <a:chOff x="2352" y="6210033"/>
                <a:chExt cx="289933" cy="445835"/>
              </a:xfrm>
            </p:grpSpPr>
            <p:sp>
              <p:nvSpPr>
                <p:cNvPr id="157" name="Téglalap 156">
                  <a:extLst>
                    <a:ext uri="{FF2B5EF4-FFF2-40B4-BE49-F238E27FC236}">
                      <a16:creationId xmlns:a16="http://schemas.microsoft.com/office/drawing/2014/main" id="{D7DB125B-14DE-1751-0FCC-FF5F35955171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Felhő 157">
                  <a:extLst>
                    <a:ext uri="{FF2B5EF4-FFF2-40B4-BE49-F238E27FC236}">
                      <a16:creationId xmlns:a16="http://schemas.microsoft.com/office/drawing/2014/main" id="{7AB29734-792A-0B27-CDF3-24348B22B1A1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54" name="Csoportba foglalás 153">
                <a:extLst>
                  <a:ext uri="{FF2B5EF4-FFF2-40B4-BE49-F238E27FC236}">
                    <a16:creationId xmlns:a16="http://schemas.microsoft.com/office/drawing/2014/main" id="{4DBAE70B-845B-BB4A-D8F6-1F16FFB03A57}"/>
                  </a:ext>
                </a:extLst>
              </p:cNvPr>
              <p:cNvGrpSpPr/>
              <p:nvPr/>
            </p:nvGrpSpPr>
            <p:grpSpPr>
              <a:xfrm>
                <a:off x="677616" y="6081774"/>
                <a:ext cx="289933" cy="445835"/>
                <a:chOff x="2352" y="6210033"/>
                <a:chExt cx="289933" cy="445835"/>
              </a:xfrm>
            </p:grpSpPr>
            <p:sp>
              <p:nvSpPr>
                <p:cNvPr id="155" name="Téglalap 154">
                  <a:extLst>
                    <a:ext uri="{FF2B5EF4-FFF2-40B4-BE49-F238E27FC236}">
                      <a16:creationId xmlns:a16="http://schemas.microsoft.com/office/drawing/2014/main" id="{2EA45757-BB93-6C17-585C-4052AF17D44D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Felhő 155">
                  <a:extLst>
                    <a:ext uri="{FF2B5EF4-FFF2-40B4-BE49-F238E27FC236}">
                      <a16:creationId xmlns:a16="http://schemas.microsoft.com/office/drawing/2014/main" id="{3B307FB8-5DBE-2EF1-285E-AD02139BB7EB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</p:grpSp>
        <p:grpSp>
          <p:nvGrpSpPr>
            <p:cNvPr id="130" name="Csoportba foglalás 129">
              <a:extLst>
                <a:ext uri="{FF2B5EF4-FFF2-40B4-BE49-F238E27FC236}">
                  <a16:creationId xmlns:a16="http://schemas.microsoft.com/office/drawing/2014/main" id="{E32DE330-CF0F-915E-A291-7AE03F96BE2E}"/>
                </a:ext>
              </a:extLst>
            </p:cNvPr>
            <p:cNvGrpSpPr/>
            <p:nvPr/>
          </p:nvGrpSpPr>
          <p:grpSpPr>
            <a:xfrm>
              <a:off x="1665025" y="6250068"/>
              <a:ext cx="289933" cy="445835"/>
              <a:chOff x="2352" y="6210033"/>
              <a:chExt cx="289933" cy="445835"/>
            </a:xfrm>
          </p:grpSpPr>
          <p:sp>
            <p:nvSpPr>
              <p:cNvPr id="146" name="Téglalap 145">
                <a:extLst>
                  <a:ext uri="{FF2B5EF4-FFF2-40B4-BE49-F238E27FC236}">
                    <a16:creationId xmlns:a16="http://schemas.microsoft.com/office/drawing/2014/main" id="{CEC8A8E4-B7CB-00E5-637E-3AF85B490899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7" name="Felhő 146">
                <a:extLst>
                  <a:ext uri="{FF2B5EF4-FFF2-40B4-BE49-F238E27FC236}">
                    <a16:creationId xmlns:a16="http://schemas.microsoft.com/office/drawing/2014/main" id="{06DFB2A0-706E-8D37-80EB-76B2315FB6B1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1" name="Csoportba foglalás 130">
              <a:extLst>
                <a:ext uri="{FF2B5EF4-FFF2-40B4-BE49-F238E27FC236}">
                  <a16:creationId xmlns:a16="http://schemas.microsoft.com/office/drawing/2014/main" id="{C69877B8-B628-A858-ED5C-E78EFB3580E9}"/>
                </a:ext>
              </a:extLst>
            </p:cNvPr>
            <p:cNvGrpSpPr/>
            <p:nvPr/>
          </p:nvGrpSpPr>
          <p:grpSpPr>
            <a:xfrm>
              <a:off x="750739" y="6426000"/>
              <a:ext cx="289933" cy="445835"/>
              <a:chOff x="2352" y="6210033"/>
              <a:chExt cx="289933" cy="445835"/>
            </a:xfrm>
          </p:grpSpPr>
          <p:sp>
            <p:nvSpPr>
              <p:cNvPr id="144" name="Téglalap 143">
                <a:extLst>
                  <a:ext uri="{FF2B5EF4-FFF2-40B4-BE49-F238E27FC236}">
                    <a16:creationId xmlns:a16="http://schemas.microsoft.com/office/drawing/2014/main" id="{7B5970B5-0974-C61E-839B-FF502668E2B4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5" name="Felhő 144">
                <a:extLst>
                  <a:ext uri="{FF2B5EF4-FFF2-40B4-BE49-F238E27FC236}">
                    <a16:creationId xmlns:a16="http://schemas.microsoft.com/office/drawing/2014/main" id="{6E0A67C0-57E9-8951-05D5-AD06E2CAE997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2" name="Csoportba foglalás 131">
              <a:extLst>
                <a:ext uri="{FF2B5EF4-FFF2-40B4-BE49-F238E27FC236}">
                  <a16:creationId xmlns:a16="http://schemas.microsoft.com/office/drawing/2014/main" id="{BDC1F441-DB23-CF6A-70D9-A0CFC5E66580}"/>
                </a:ext>
              </a:extLst>
            </p:cNvPr>
            <p:cNvGrpSpPr/>
            <p:nvPr/>
          </p:nvGrpSpPr>
          <p:grpSpPr>
            <a:xfrm>
              <a:off x="205855" y="6160332"/>
              <a:ext cx="289933" cy="445835"/>
              <a:chOff x="2352" y="6210033"/>
              <a:chExt cx="289933" cy="445835"/>
            </a:xfrm>
          </p:grpSpPr>
          <p:sp>
            <p:nvSpPr>
              <p:cNvPr id="142" name="Téglalap 141">
                <a:extLst>
                  <a:ext uri="{FF2B5EF4-FFF2-40B4-BE49-F238E27FC236}">
                    <a16:creationId xmlns:a16="http://schemas.microsoft.com/office/drawing/2014/main" id="{51A96AF5-3F52-3598-E572-55C8A786D8BA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3" name="Felhő 142">
                <a:extLst>
                  <a:ext uri="{FF2B5EF4-FFF2-40B4-BE49-F238E27FC236}">
                    <a16:creationId xmlns:a16="http://schemas.microsoft.com/office/drawing/2014/main" id="{CE9308D8-B107-35C5-A45D-442987415FA4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3" name="Csoportba foglalás 132">
              <a:extLst>
                <a:ext uri="{FF2B5EF4-FFF2-40B4-BE49-F238E27FC236}">
                  <a16:creationId xmlns:a16="http://schemas.microsoft.com/office/drawing/2014/main" id="{3B46FA07-3128-F5C7-B0BC-940DA8FD2F47}"/>
                </a:ext>
              </a:extLst>
            </p:cNvPr>
            <p:cNvGrpSpPr/>
            <p:nvPr/>
          </p:nvGrpSpPr>
          <p:grpSpPr>
            <a:xfrm>
              <a:off x="1094709" y="6147548"/>
              <a:ext cx="289933" cy="445835"/>
              <a:chOff x="2352" y="6210033"/>
              <a:chExt cx="289933" cy="445835"/>
            </a:xfrm>
          </p:grpSpPr>
          <p:sp>
            <p:nvSpPr>
              <p:cNvPr id="140" name="Téglalap 139">
                <a:extLst>
                  <a:ext uri="{FF2B5EF4-FFF2-40B4-BE49-F238E27FC236}">
                    <a16:creationId xmlns:a16="http://schemas.microsoft.com/office/drawing/2014/main" id="{03902663-02F5-2AF5-9AF6-75B962A79C80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41" name="Felhő 140">
                <a:extLst>
                  <a:ext uri="{FF2B5EF4-FFF2-40B4-BE49-F238E27FC236}">
                    <a16:creationId xmlns:a16="http://schemas.microsoft.com/office/drawing/2014/main" id="{1F08EDDE-EF22-1D06-630A-75E8E5A2EA81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4" name="Csoportba foglalás 133">
              <a:extLst>
                <a:ext uri="{FF2B5EF4-FFF2-40B4-BE49-F238E27FC236}">
                  <a16:creationId xmlns:a16="http://schemas.microsoft.com/office/drawing/2014/main" id="{3211FBF2-08A2-8DCE-FAA4-2CC7526BADBF}"/>
                </a:ext>
              </a:extLst>
            </p:cNvPr>
            <p:cNvGrpSpPr/>
            <p:nvPr/>
          </p:nvGrpSpPr>
          <p:grpSpPr>
            <a:xfrm>
              <a:off x="54262" y="6399429"/>
              <a:ext cx="289933" cy="445835"/>
              <a:chOff x="2352" y="6210033"/>
              <a:chExt cx="289933" cy="445835"/>
            </a:xfrm>
          </p:grpSpPr>
          <p:sp>
            <p:nvSpPr>
              <p:cNvPr id="138" name="Téglalap 137">
                <a:extLst>
                  <a:ext uri="{FF2B5EF4-FFF2-40B4-BE49-F238E27FC236}">
                    <a16:creationId xmlns:a16="http://schemas.microsoft.com/office/drawing/2014/main" id="{79393020-D3F3-066C-4892-49905C4B474C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9" name="Felhő 138">
                <a:extLst>
                  <a:ext uri="{FF2B5EF4-FFF2-40B4-BE49-F238E27FC236}">
                    <a16:creationId xmlns:a16="http://schemas.microsoft.com/office/drawing/2014/main" id="{E2DC1382-2608-B0FD-5AFE-6C6F69525AED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35" name="Csoportba foglalás 134">
              <a:extLst>
                <a:ext uri="{FF2B5EF4-FFF2-40B4-BE49-F238E27FC236}">
                  <a16:creationId xmlns:a16="http://schemas.microsoft.com/office/drawing/2014/main" id="{B5719A9D-5734-E304-66C9-B2232AAC2D94}"/>
                </a:ext>
              </a:extLst>
            </p:cNvPr>
            <p:cNvGrpSpPr/>
            <p:nvPr/>
          </p:nvGrpSpPr>
          <p:grpSpPr>
            <a:xfrm>
              <a:off x="1373374" y="6375866"/>
              <a:ext cx="289933" cy="445835"/>
              <a:chOff x="2352" y="6210033"/>
              <a:chExt cx="289933" cy="445835"/>
            </a:xfrm>
          </p:grpSpPr>
          <p:sp>
            <p:nvSpPr>
              <p:cNvPr id="136" name="Téglalap 135">
                <a:extLst>
                  <a:ext uri="{FF2B5EF4-FFF2-40B4-BE49-F238E27FC236}">
                    <a16:creationId xmlns:a16="http://schemas.microsoft.com/office/drawing/2014/main" id="{9743F717-DFA9-4172-BC48-E6E77BFCE7F4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7" name="Felhő 136">
                <a:extLst>
                  <a:ext uri="{FF2B5EF4-FFF2-40B4-BE49-F238E27FC236}">
                    <a16:creationId xmlns:a16="http://schemas.microsoft.com/office/drawing/2014/main" id="{1131ADCA-75F7-846C-533C-01C8584A1FCC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sp>
        <p:nvSpPr>
          <p:cNvPr id="169" name="Felhő 168">
            <a:extLst>
              <a:ext uri="{FF2B5EF4-FFF2-40B4-BE49-F238E27FC236}">
                <a16:creationId xmlns:a16="http://schemas.microsoft.com/office/drawing/2014/main" id="{3E3CBD17-C2D7-B580-4CF4-35FF886FD822}"/>
              </a:ext>
            </a:extLst>
          </p:cNvPr>
          <p:cNvSpPr/>
          <p:nvPr/>
        </p:nvSpPr>
        <p:spPr>
          <a:xfrm>
            <a:off x="-78661" y="6437025"/>
            <a:ext cx="2844539" cy="430819"/>
          </a:xfrm>
          <a:prstGeom prst="cloud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557490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DE5313AD-51DA-D834-81C3-83FB8F0C4BE5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8C3F31DC-A5E3-2ED3-C731-C0178201B87C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CA96AD2A-BEE2-0F8D-0CA8-D647EDC67197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54CC9F-9E93-E513-8F9B-86F4FA90A7E6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466D51FC-8EC4-86A8-9821-30A445A60C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2B6956A9-3A6C-1208-8B95-C7015290C5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AB3A6ACB-1C81-C749-17E2-3D20F67427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CED7D42B-910C-A362-1DD2-9A48F6F39F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0361F23A-DA7B-970C-FEC9-406490B933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09259ED5-6438-575A-8457-7FF797AE38A6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9DD52F9E-9D91-B259-861A-E8FE3556311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34" name="Téglalap 133">
            <a:extLst>
              <a:ext uri="{FF2B5EF4-FFF2-40B4-BE49-F238E27FC236}">
                <a16:creationId xmlns:a16="http://schemas.microsoft.com/office/drawing/2014/main" id="{91DB9C42-51F8-40A2-2E1F-EC85DEBED352}"/>
              </a:ext>
            </a:extLst>
          </p:cNvPr>
          <p:cNvSpPr/>
          <p:nvPr/>
        </p:nvSpPr>
        <p:spPr>
          <a:xfrm>
            <a:off x="-36027" y="6536173"/>
            <a:ext cx="3630127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4" name="Csoportba foglalás 13">
            <a:extLst>
              <a:ext uri="{FF2B5EF4-FFF2-40B4-BE49-F238E27FC236}">
                <a16:creationId xmlns:a16="http://schemas.microsoft.com/office/drawing/2014/main" id="{E628DE22-99C0-69C5-C1DA-77F84CFDC58C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5" name="Csoportba foglalás 14">
              <a:extLst>
                <a:ext uri="{FF2B5EF4-FFF2-40B4-BE49-F238E27FC236}">
                  <a16:creationId xmlns:a16="http://schemas.microsoft.com/office/drawing/2014/main" id="{55969A6F-60DA-0E52-9547-7B1F8E8CBF6A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8" name="Henger 17">
                <a:extLst>
                  <a:ext uri="{FF2B5EF4-FFF2-40B4-BE49-F238E27FC236}">
                    <a16:creationId xmlns:a16="http://schemas.microsoft.com/office/drawing/2014/main" id="{E6C1594E-CFCB-79E0-3C15-10C86AEC998B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" name="Ellipszis 18">
                <a:extLst>
                  <a:ext uri="{FF2B5EF4-FFF2-40B4-BE49-F238E27FC236}">
                    <a16:creationId xmlns:a16="http://schemas.microsoft.com/office/drawing/2014/main" id="{B9D657E6-96F5-38B6-AB3A-85D4389AF65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0" name="Téglalap 19">
                <a:extLst>
                  <a:ext uri="{FF2B5EF4-FFF2-40B4-BE49-F238E27FC236}">
                    <a16:creationId xmlns:a16="http://schemas.microsoft.com/office/drawing/2014/main" id="{EF59E48C-1E2F-3AA9-51C4-ABCE058F4DB6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Ellipszis 20">
                <a:extLst>
                  <a:ext uri="{FF2B5EF4-FFF2-40B4-BE49-F238E27FC236}">
                    <a16:creationId xmlns:a16="http://schemas.microsoft.com/office/drawing/2014/main" id="{B8DE0A72-AEFC-E184-65C9-D2B843AAB10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2" name="Egyenes összekötő 21">
                <a:extLst>
                  <a:ext uri="{FF2B5EF4-FFF2-40B4-BE49-F238E27FC236}">
                    <a16:creationId xmlns:a16="http://schemas.microsoft.com/office/drawing/2014/main" id="{7FA1FFB1-5D05-953E-554B-D5CC73143C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0AFED260-461A-4A80-1C97-52FEAC4632C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ABF96D94-F2B9-7CBC-B191-01610815BE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7AD682B4-85DD-7FBB-23FE-B9871F8315D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D356709D-E43F-E1CB-74FC-6CF5358910C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6" name="Egyenes összekötő 15">
              <a:extLst>
                <a:ext uri="{FF2B5EF4-FFF2-40B4-BE49-F238E27FC236}">
                  <a16:creationId xmlns:a16="http://schemas.microsoft.com/office/drawing/2014/main" id="{B739972A-6A4D-2D06-6130-35AAF0A3C4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6CD01C0E-BF2C-E73E-957A-CF2B3A515ED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31D03A67-76FC-FAE0-3449-54B287F4A244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F139F723-9918-E8B4-23E3-BCECDAA3BE0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0" name="Csoportba foglalás 69">
                <a:extLst>
                  <a:ext uri="{FF2B5EF4-FFF2-40B4-BE49-F238E27FC236}">
                    <a16:creationId xmlns:a16="http://schemas.microsoft.com/office/drawing/2014/main" id="{28D3C154-E9EF-D7A7-A0D3-BBB5D72DE0AE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3" name="Derékszögű háromszög 72">
                  <a:extLst>
                    <a:ext uri="{FF2B5EF4-FFF2-40B4-BE49-F238E27FC236}">
                      <a16:creationId xmlns:a16="http://schemas.microsoft.com/office/drawing/2014/main" id="{BF704205-E4A0-EBB0-1B2E-54FD11A34F08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3F963B4F-9FEA-0F3A-43F4-8969F6EDF429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 15">
                  <a:extLst>
                    <a:ext uri="{FF2B5EF4-FFF2-40B4-BE49-F238E27FC236}">
                      <a16:creationId xmlns:a16="http://schemas.microsoft.com/office/drawing/2014/main" id="{EC6886A4-E32E-10FF-BF15-FC7AFBBDF796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6" name="Folyamatábra: Tárolt adat 17">
                  <a:extLst>
                    <a:ext uri="{FF2B5EF4-FFF2-40B4-BE49-F238E27FC236}">
                      <a16:creationId xmlns:a16="http://schemas.microsoft.com/office/drawing/2014/main" id="{09070FD8-DA34-48D7-1392-021CD0A0F474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E7E3CA32-BD40-71F5-B697-6E733B97F4D1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Romboid 77">
                  <a:extLst>
                    <a:ext uri="{FF2B5EF4-FFF2-40B4-BE49-F238E27FC236}">
                      <a16:creationId xmlns:a16="http://schemas.microsoft.com/office/drawing/2014/main" id="{D4CC741F-390A-64B9-3FD1-41CEEF157812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78">
                  <a:extLst>
                    <a:ext uri="{FF2B5EF4-FFF2-40B4-BE49-F238E27FC236}">
                      <a16:creationId xmlns:a16="http://schemas.microsoft.com/office/drawing/2014/main" id="{CAB21351-5365-09B4-C0E7-F186886472CA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: lekerekített 79">
                  <a:extLst>
                    <a:ext uri="{FF2B5EF4-FFF2-40B4-BE49-F238E27FC236}">
                      <a16:creationId xmlns:a16="http://schemas.microsoft.com/office/drawing/2014/main" id="{7BD2931B-96D3-727D-F65B-D9FBD94687C6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28F23E58-CD4E-D1DA-6191-36A300D3A835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3EA31FBE-DA54-D655-E684-620BAC6F2850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26A3FE42-8609-4038-E629-3C54231E9D0D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0D9ED0FA-19F7-4E74-E691-0A5482C54B2D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BDA1E1EC-B369-A49A-E9D4-73B8C3E39C2C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1" name="Picture 2" descr="Forráskép megtekintése">
                <a:extLst>
                  <a:ext uri="{FF2B5EF4-FFF2-40B4-BE49-F238E27FC236}">
                    <a16:creationId xmlns:a16="http://schemas.microsoft.com/office/drawing/2014/main" id="{03FD7D1F-D4C4-7FDC-41D4-D0A306789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2" name="Picture 6" descr="Forráskép megtekintése">
                <a:extLst>
                  <a:ext uri="{FF2B5EF4-FFF2-40B4-BE49-F238E27FC236}">
                    <a16:creationId xmlns:a16="http://schemas.microsoft.com/office/drawing/2014/main" id="{A378BFFA-D60E-A76B-FDBD-74CFD820B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83A59F25-AA1D-C943-51F1-782F0E9AFEC1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8" name="Csoportba foglalás 57">
                <a:extLst>
                  <a:ext uri="{FF2B5EF4-FFF2-40B4-BE49-F238E27FC236}">
                    <a16:creationId xmlns:a16="http://schemas.microsoft.com/office/drawing/2014/main" id="{B00B7F10-06F1-CE19-7972-5DC3D2CE5ECF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1" name="Henger 60">
                  <a:extLst>
                    <a:ext uri="{FF2B5EF4-FFF2-40B4-BE49-F238E27FC236}">
                      <a16:creationId xmlns:a16="http://schemas.microsoft.com/office/drawing/2014/main" id="{817B05B1-BEFD-4568-049B-9E5F93A449AD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2" name="Ellipszis 61">
                  <a:extLst>
                    <a:ext uri="{FF2B5EF4-FFF2-40B4-BE49-F238E27FC236}">
                      <a16:creationId xmlns:a16="http://schemas.microsoft.com/office/drawing/2014/main" id="{AD0F3727-E571-C8B4-7E5F-F4667D6CBA69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3" name="Téglalap 62">
                  <a:extLst>
                    <a:ext uri="{FF2B5EF4-FFF2-40B4-BE49-F238E27FC236}">
                      <a16:creationId xmlns:a16="http://schemas.microsoft.com/office/drawing/2014/main" id="{DC635F9B-9813-DADA-7E69-9FB5A8085A78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Ellipszis 63">
                  <a:extLst>
                    <a:ext uri="{FF2B5EF4-FFF2-40B4-BE49-F238E27FC236}">
                      <a16:creationId xmlns:a16="http://schemas.microsoft.com/office/drawing/2014/main" id="{0245C7DA-1E36-3A61-7232-FCE333D0ABD6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5" name="Egyenes összekötő 64">
                  <a:extLst>
                    <a:ext uri="{FF2B5EF4-FFF2-40B4-BE49-F238E27FC236}">
                      <a16:creationId xmlns:a16="http://schemas.microsoft.com/office/drawing/2014/main" id="{ACC01120-2CBC-631A-EDEC-874B29C6B2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047C1369-12C0-FAB0-CB59-58F7DD0EED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8E036446-02B9-941C-3E34-C8A82FF786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6A9EAAEB-E82F-A675-B1D8-C33F09FE6F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EA59E8C7-A18D-9524-A23D-8FFBE59C2D90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59" name="Egyenes összekötő 58">
                <a:extLst>
                  <a:ext uri="{FF2B5EF4-FFF2-40B4-BE49-F238E27FC236}">
                    <a16:creationId xmlns:a16="http://schemas.microsoft.com/office/drawing/2014/main" id="{1DC99EE3-1B42-9B8D-B8C6-01C586C3A6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AB10163F-34F1-77E6-8494-7A7D76EA77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942ABCBD-426D-EAE7-AEE6-D2FE7A790F66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8" name="Henger 47">
                <a:extLst>
                  <a:ext uri="{FF2B5EF4-FFF2-40B4-BE49-F238E27FC236}">
                    <a16:creationId xmlns:a16="http://schemas.microsoft.com/office/drawing/2014/main" id="{B7C1AF3E-F189-0683-618D-4AF3737C4C7B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9" name="Csoportba foglalás 48">
                <a:extLst>
                  <a:ext uri="{FF2B5EF4-FFF2-40B4-BE49-F238E27FC236}">
                    <a16:creationId xmlns:a16="http://schemas.microsoft.com/office/drawing/2014/main" id="{6A4F4DB3-0F39-1BE8-BAF6-7BF6E165FB13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3CD77991-5008-FE6A-ED60-1EDAADF39E1E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82297BEC-2DD9-CA0E-18FB-C4F28FFF18A0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3" name="Egyenes összekötő 52">
                  <a:extLst>
                    <a:ext uri="{FF2B5EF4-FFF2-40B4-BE49-F238E27FC236}">
                      <a16:creationId xmlns:a16="http://schemas.microsoft.com/office/drawing/2014/main" id="{076136E5-672E-433D-4D71-42AE7A0423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08684A77-5CF0-9B45-8E50-059B210D3F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2ACFA799-5058-DE99-BD8F-D43970E9D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E5B8CA74-96E9-8F0A-ABA7-A63A07B28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7" name="Ellipszis 56">
                  <a:extLst>
                    <a:ext uri="{FF2B5EF4-FFF2-40B4-BE49-F238E27FC236}">
                      <a16:creationId xmlns:a16="http://schemas.microsoft.com/office/drawing/2014/main" id="{E905F641-16C3-0E5E-950E-3DCE5665A939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0" name="Téglalap 49">
                <a:extLst>
                  <a:ext uri="{FF2B5EF4-FFF2-40B4-BE49-F238E27FC236}">
                    <a16:creationId xmlns:a16="http://schemas.microsoft.com/office/drawing/2014/main" id="{C68F5922-05F0-1C0F-6447-CE600B97A9C9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C1932122-D795-C4FC-BE24-2E88846A28EC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A2BCC78A-FEDF-2638-BEAD-C94D987F3AE8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0" name="Henger 39">
                  <a:extLst>
                    <a:ext uri="{FF2B5EF4-FFF2-40B4-BE49-F238E27FC236}">
                      <a16:creationId xmlns:a16="http://schemas.microsoft.com/office/drawing/2014/main" id="{02A1A82B-F159-5753-D425-8FF7324AD0A6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5C5EDC61-0BEA-2872-F43F-AA87BE0F92B6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2" name="Ív 41">
                  <a:extLst>
                    <a:ext uri="{FF2B5EF4-FFF2-40B4-BE49-F238E27FC236}">
                      <a16:creationId xmlns:a16="http://schemas.microsoft.com/office/drawing/2014/main" id="{397F285C-796B-E126-E03B-3E4C430DBDA7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3" name="Picture 2" descr="Forráskép megtekintése">
                  <a:extLst>
                    <a:ext uri="{FF2B5EF4-FFF2-40B4-BE49-F238E27FC236}">
                      <a16:creationId xmlns:a16="http://schemas.microsoft.com/office/drawing/2014/main" id="{BB882733-8619-F5EF-0AD7-D34399942CE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4" name="Téglalap 43">
                  <a:extLst>
                    <a:ext uri="{FF2B5EF4-FFF2-40B4-BE49-F238E27FC236}">
                      <a16:creationId xmlns:a16="http://schemas.microsoft.com/office/drawing/2014/main" id="{B1180047-62BD-7822-3A80-99F457A5B4C4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Csillag: 4 ágú 44">
                  <a:extLst>
                    <a:ext uri="{FF2B5EF4-FFF2-40B4-BE49-F238E27FC236}">
                      <a16:creationId xmlns:a16="http://schemas.microsoft.com/office/drawing/2014/main" id="{B1D10194-9335-2A7D-D27A-56D60EA029BE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6" name="Szabadkézi sokszög: alakzat 45">
                  <a:extLst>
                    <a:ext uri="{FF2B5EF4-FFF2-40B4-BE49-F238E27FC236}">
                      <a16:creationId xmlns:a16="http://schemas.microsoft.com/office/drawing/2014/main" id="{F0943200-6EC7-D8C8-0AE1-D05FD00D26B2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A0748301-2EA2-7ACE-13F9-858FF3CA7CDB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3" name="Ellipszis 32">
                <a:extLst>
                  <a:ext uri="{FF2B5EF4-FFF2-40B4-BE49-F238E27FC236}">
                    <a16:creationId xmlns:a16="http://schemas.microsoft.com/office/drawing/2014/main" id="{69428392-51D6-33A9-20F9-F6876FEA46BD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6B4C91EB-4C13-6064-5E9A-B9BE46E6E70F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5" name="Egyenes összekötő 34">
                <a:extLst>
                  <a:ext uri="{FF2B5EF4-FFF2-40B4-BE49-F238E27FC236}">
                    <a16:creationId xmlns:a16="http://schemas.microsoft.com/office/drawing/2014/main" id="{970D9A88-60CA-A78D-43D1-E256DDBEA42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493445D1-5B76-B902-5DF9-F36B92F9A79F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F057B432-791F-A15A-2593-62C01FA7C79F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8" name="Kép 37">
                <a:extLst>
                  <a:ext uri="{FF2B5EF4-FFF2-40B4-BE49-F238E27FC236}">
                    <a16:creationId xmlns:a16="http://schemas.microsoft.com/office/drawing/2014/main" id="{F3469A1F-F5A9-F7DB-DF8A-8BEB0D0558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46A62D44-4BB9-8CE3-AF47-D89386D1AF4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Téglalap 85">
            <a:extLst>
              <a:ext uri="{FF2B5EF4-FFF2-40B4-BE49-F238E27FC236}">
                <a16:creationId xmlns:a16="http://schemas.microsoft.com/office/drawing/2014/main" id="{9FF71CB7-A0F8-571A-404D-95A480AB6816}"/>
              </a:ext>
            </a:extLst>
          </p:cNvPr>
          <p:cNvSpPr/>
          <p:nvPr/>
        </p:nvSpPr>
        <p:spPr>
          <a:xfrm>
            <a:off x="1427602" y="6426000"/>
            <a:ext cx="12192000" cy="432000"/>
          </a:xfrm>
          <a:custGeom>
            <a:avLst/>
            <a:gdLst>
              <a:gd name="connsiteX0" fmla="*/ 0 w 12192000"/>
              <a:gd name="connsiteY0" fmla="*/ 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4" fmla="*/ 0 w 12192000"/>
              <a:gd name="connsiteY4" fmla="*/ 0 h 432000"/>
              <a:gd name="connsiteX0" fmla="*/ 0 w 12192000"/>
              <a:gd name="connsiteY0" fmla="*/ 43200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0" fmla="*/ 0 w 12192000"/>
              <a:gd name="connsiteY0" fmla="*/ 432000 h 432000"/>
              <a:gd name="connsiteX1" fmla="*/ 3436498 w 12192000"/>
              <a:gd name="connsiteY1" fmla="*/ 3177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  <a:gd name="connsiteX0" fmla="*/ 0 w 12192000"/>
              <a:gd name="connsiteY0" fmla="*/ 444500 h 444500"/>
              <a:gd name="connsiteX1" fmla="*/ 2407798 w 12192000"/>
              <a:gd name="connsiteY1" fmla="*/ 0 h 444500"/>
              <a:gd name="connsiteX2" fmla="*/ 12192000 w 12192000"/>
              <a:gd name="connsiteY2" fmla="*/ 12500 h 444500"/>
              <a:gd name="connsiteX3" fmla="*/ 12192000 w 12192000"/>
              <a:gd name="connsiteY3" fmla="*/ 444500 h 444500"/>
              <a:gd name="connsiteX4" fmla="*/ 0 w 12192000"/>
              <a:gd name="connsiteY4" fmla="*/ 444500 h 444500"/>
              <a:gd name="connsiteX0" fmla="*/ 0 w 12192000"/>
              <a:gd name="connsiteY0" fmla="*/ 432000 h 432000"/>
              <a:gd name="connsiteX1" fmla="*/ 2395098 w 12192000"/>
              <a:gd name="connsiteY1" fmla="*/ 1018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432000">
                <a:moveTo>
                  <a:pt x="0" y="432000"/>
                </a:moveTo>
                <a:lnTo>
                  <a:pt x="2395098" y="101800"/>
                </a:lnTo>
                <a:lnTo>
                  <a:pt x="12192000" y="0"/>
                </a:lnTo>
                <a:lnTo>
                  <a:pt x="12192000" y="432000"/>
                </a:lnTo>
                <a:lnTo>
                  <a:pt x="0" y="432000"/>
                </a:lnTo>
                <a:close/>
              </a:path>
            </a:pathLst>
          </a:cu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Téglalap 89">
            <a:extLst>
              <a:ext uri="{FF2B5EF4-FFF2-40B4-BE49-F238E27FC236}">
                <a16:creationId xmlns:a16="http://schemas.microsoft.com/office/drawing/2014/main" id="{08650267-AB8C-C087-2CF7-21D6A91A149E}"/>
              </a:ext>
            </a:extLst>
          </p:cNvPr>
          <p:cNvSpPr/>
          <p:nvPr/>
        </p:nvSpPr>
        <p:spPr>
          <a:xfrm>
            <a:off x="11711006" y="6627574"/>
            <a:ext cx="133727" cy="230736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sp>
        <p:nvSpPr>
          <p:cNvPr id="91" name="Háromszög 90">
            <a:extLst>
              <a:ext uri="{FF2B5EF4-FFF2-40B4-BE49-F238E27FC236}">
                <a16:creationId xmlns:a16="http://schemas.microsoft.com/office/drawing/2014/main" id="{674C5C0E-E05D-9BF3-7ECE-5194E95854C6}"/>
              </a:ext>
            </a:extLst>
          </p:cNvPr>
          <p:cNvSpPr/>
          <p:nvPr/>
        </p:nvSpPr>
        <p:spPr>
          <a:xfrm>
            <a:off x="11711006" y="6396528"/>
            <a:ext cx="133727" cy="230736"/>
          </a:xfrm>
          <a:prstGeom prst="triangle">
            <a:avLst/>
          </a:prstGeom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2" name="Csoportba foglalás 91">
            <a:extLst>
              <a:ext uri="{FF2B5EF4-FFF2-40B4-BE49-F238E27FC236}">
                <a16:creationId xmlns:a16="http://schemas.microsoft.com/office/drawing/2014/main" id="{505B2739-8522-8787-28EA-57D909061FD3}"/>
              </a:ext>
            </a:extLst>
          </p:cNvPr>
          <p:cNvGrpSpPr/>
          <p:nvPr/>
        </p:nvGrpSpPr>
        <p:grpSpPr>
          <a:xfrm>
            <a:off x="5988123" y="6057428"/>
            <a:ext cx="7827587" cy="834978"/>
            <a:chOff x="54262" y="6093411"/>
            <a:chExt cx="7827587" cy="834978"/>
          </a:xfrm>
        </p:grpSpPr>
        <p:grpSp>
          <p:nvGrpSpPr>
            <p:cNvPr id="93" name="Csoportba foglalás 92">
              <a:extLst>
                <a:ext uri="{FF2B5EF4-FFF2-40B4-BE49-F238E27FC236}">
                  <a16:creationId xmlns:a16="http://schemas.microsoft.com/office/drawing/2014/main" id="{44BB2056-349D-3964-9EEA-6C96BFF649C0}"/>
                </a:ext>
              </a:extLst>
            </p:cNvPr>
            <p:cNvGrpSpPr/>
            <p:nvPr/>
          </p:nvGrpSpPr>
          <p:grpSpPr>
            <a:xfrm flipH="1">
              <a:off x="6004232" y="6093411"/>
              <a:ext cx="1877617" cy="834978"/>
              <a:chOff x="575780" y="6081774"/>
              <a:chExt cx="1877617" cy="834978"/>
            </a:xfrm>
          </p:grpSpPr>
          <p:grpSp>
            <p:nvGrpSpPr>
              <p:cNvPr id="112" name="Csoportba foglalás 111">
                <a:extLst>
                  <a:ext uri="{FF2B5EF4-FFF2-40B4-BE49-F238E27FC236}">
                    <a16:creationId xmlns:a16="http://schemas.microsoft.com/office/drawing/2014/main" id="{14975BFE-C3B7-08DA-50ED-4AAA6908A719}"/>
                  </a:ext>
                </a:extLst>
              </p:cNvPr>
              <p:cNvGrpSpPr/>
              <p:nvPr/>
            </p:nvGrpSpPr>
            <p:grpSpPr>
              <a:xfrm>
                <a:off x="1894652" y="6210033"/>
                <a:ext cx="289933" cy="445835"/>
                <a:chOff x="2352" y="6210033"/>
                <a:chExt cx="289933" cy="445835"/>
              </a:xfrm>
            </p:grpSpPr>
            <p:sp>
              <p:nvSpPr>
                <p:cNvPr id="131" name="Téglalap 130">
                  <a:extLst>
                    <a:ext uri="{FF2B5EF4-FFF2-40B4-BE49-F238E27FC236}">
                      <a16:creationId xmlns:a16="http://schemas.microsoft.com/office/drawing/2014/main" id="{4E38D62E-FC48-13DA-9DB0-F62AB249F64B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2" name="Felhő 131">
                  <a:extLst>
                    <a:ext uri="{FF2B5EF4-FFF2-40B4-BE49-F238E27FC236}">
                      <a16:creationId xmlns:a16="http://schemas.microsoft.com/office/drawing/2014/main" id="{75985DFC-C9A8-6925-0B3E-123D857BFFA6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3" name="Csoportba foglalás 112">
                <a:extLst>
                  <a:ext uri="{FF2B5EF4-FFF2-40B4-BE49-F238E27FC236}">
                    <a16:creationId xmlns:a16="http://schemas.microsoft.com/office/drawing/2014/main" id="{B06A84AF-CECA-AB3F-BDB9-71EF11580D47}"/>
                  </a:ext>
                </a:extLst>
              </p:cNvPr>
              <p:cNvGrpSpPr/>
              <p:nvPr/>
            </p:nvGrpSpPr>
            <p:grpSpPr>
              <a:xfrm>
                <a:off x="1059835" y="6361632"/>
                <a:ext cx="289933" cy="445835"/>
                <a:chOff x="2352" y="6210033"/>
                <a:chExt cx="289933" cy="445835"/>
              </a:xfrm>
            </p:grpSpPr>
            <p:sp>
              <p:nvSpPr>
                <p:cNvPr id="129" name="Téglalap 128">
                  <a:extLst>
                    <a:ext uri="{FF2B5EF4-FFF2-40B4-BE49-F238E27FC236}">
                      <a16:creationId xmlns:a16="http://schemas.microsoft.com/office/drawing/2014/main" id="{412EBCB8-D400-F886-A305-CA5FC1BE2006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Felhő 129">
                  <a:extLst>
                    <a:ext uri="{FF2B5EF4-FFF2-40B4-BE49-F238E27FC236}">
                      <a16:creationId xmlns:a16="http://schemas.microsoft.com/office/drawing/2014/main" id="{426FF016-030A-87A8-5D76-C3BDA21425E7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4" name="Csoportba foglalás 113">
                <a:extLst>
                  <a:ext uri="{FF2B5EF4-FFF2-40B4-BE49-F238E27FC236}">
                    <a16:creationId xmlns:a16="http://schemas.microsoft.com/office/drawing/2014/main" id="{A35E5408-8365-8789-561C-D90E7F0A697B}"/>
                  </a:ext>
                </a:extLst>
              </p:cNvPr>
              <p:cNvGrpSpPr/>
              <p:nvPr/>
            </p:nvGrpSpPr>
            <p:grpSpPr>
              <a:xfrm>
                <a:off x="766512" y="6233965"/>
                <a:ext cx="289933" cy="445835"/>
                <a:chOff x="2352" y="6210033"/>
                <a:chExt cx="289933" cy="445835"/>
              </a:xfrm>
            </p:grpSpPr>
            <p:sp>
              <p:nvSpPr>
                <p:cNvPr id="127" name="Téglalap 126">
                  <a:extLst>
                    <a:ext uri="{FF2B5EF4-FFF2-40B4-BE49-F238E27FC236}">
                      <a16:creationId xmlns:a16="http://schemas.microsoft.com/office/drawing/2014/main" id="{33711916-501C-9467-4F13-F0EF4AAAF6C6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Felhő 127">
                  <a:extLst>
                    <a:ext uri="{FF2B5EF4-FFF2-40B4-BE49-F238E27FC236}">
                      <a16:creationId xmlns:a16="http://schemas.microsoft.com/office/drawing/2014/main" id="{940C9BBD-7999-323C-D228-36EF4828D10A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5" name="Csoportba foglalás 114">
                <a:extLst>
                  <a:ext uri="{FF2B5EF4-FFF2-40B4-BE49-F238E27FC236}">
                    <a16:creationId xmlns:a16="http://schemas.microsoft.com/office/drawing/2014/main" id="{515F357A-AD17-9BEF-48C9-EA455921A577}"/>
                  </a:ext>
                </a:extLst>
              </p:cNvPr>
              <p:cNvGrpSpPr/>
              <p:nvPr/>
            </p:nvGrpSpPr>
            <p:grpSpPr>
              <a:xfrm>
                <a:off x="1591910" y="6374675"/>
                <a:ext cx="289933" cy="445835"/>
                <a:chOff x="2352" y="6210033"/>
                <a:chExt cx="289933" cy="445835"/>
              </a:xfrm>
            </p:grpSpPr>
            <p:sp>
              <p:nvSpPr>
                <p:cNvPr id="125" name="Téglalap 124">
                  <a:extLst>
                    <a:ext uri="{FF2B5EF4-FFF2-40B4-BE49-F238E27FC236}">
                      <a16:creationId xmlns:a16="http://schemas.microsoft.com/office/drawing/2014/main" id="{1CAF1209-9D7A-5D1A-335C-59ACF5A921C0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Felhő 125">
                  <a:extLst>
                    <a:ext uri="{FF2B5EF4-FFF2-40B4-BE49-F238E27FC236}">
                      <a16:creationId xmlns:a16="http://schemas.microsoft.com/office/drawing/2014/main" id="{6BEC5589-B5F1-D1E5-8F4C-6F01BC5F5A06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6" name="Csoportba foglalás 115">
                <a:extLst>
                  <a:ext uri="{FF2B5EF4-FFF2-40B4-BE49-F238E27FC236}">
                    <a16:creationId xmlns:a16="http://schemas.microsoft.com/office/drawing/2014/main" id="{DB4506F9-917C-1C86-86BF-7A53FA65E67C}"/>
                  </a:ext>
                </a:extLst>
              </p:cNvPr>
              <p:cNvGrpSpPr/>
              <p:nvPr/>
            </p:nvGrpSpPr>
            <p:grpSpPr>
              <a:xfrm>
                <a:off x="2163464" y="6170102"/>
                <a:ext cx="289933" cy="445835"/>
                <a:chOff x="2352" y="6210033"/>
                <a:chExt cx="289933" cy="445835"/>
              </a:xfrm>
            </p:grpSpPr>
            <p:sp>
              <p:nvSpPr>
                <p:cNvPr id="123" name="Téglalap 122">
                  <a:extLst>
                    <a:ext uri="{FF2B5EF4-FFF2-40B4-BE49-F238E27FC236}">
                      <a16:creationId xmlns:a16="http://schemas.microsoft.com/office/drawing/2014/main" id="{1982D02E-D004-C2FD-7FAB-7FAD4043620F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Felhő 123">
                  <a:extLst>
                    <a:ext uri="{FF2B5EF4-FFF2-40B4-BE49-F238E27FC236}">
                      <a16:creationId xmlns:a16="http://schemas.microsoft.com/office/drawing/2014/main" id="{6552B83C-165B-4BFA-255E-4D2A6EE129AA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EEC89461-161C-046E-FF6F-8D8EA98D80F6}"/>
                  </a:ext>
                </a:extLst>
              </p:cNvPr>
              <p:cNvGrpSpPr/>
              <p:nvPr/>
            </p:nvGrpSpPr>
            <p:grpSpPr>
              <a:xfrm>
                <a:off x="575780" y="6470917"/>
                <a:ext cx="289933" cy="445835"/>
                <a:chOff x="2352" y="6210033"/>
                <a:chExt cx="289933" cy="445835"/>
              </a:xfrm>
            </p:grpSpPr>
            <p:sp>
              <p:nvSpPr>
                <p:cNvPr id="121" name="Téglalap 120">
                  <a:extLst>
                    <a:ext uri="{FF2B5EF4-FFF2-40B4-BE49-F238E27FC236}">
                      <a16:creationId xmlns:a16="http://schemas.microsoft.com/office/drawing/2014/main" id="{67FA6E22-F7BC-AEE4-A910-66DAF6703FE9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Felhő 121">
                  <a:extLst>
                    <a:ext uri="{FF2B5EF4-FFF2-40B4-BE49-F238E27FC236}">
                      <a16:creationId xmlns:a16="http://schemas.microsoft.com/office/drawing/2014/main" id="{C74E1662-B286-E904-239D-2B50C16AE785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8" name="Csoportba foglalás 117">
                <a:extLst>
                  <a:ext uri="{FF2B5EF4-FFF2-40B4-BE49-F238E27FC236}">
                    <a16:creationId xmlns:a16="http://schemas.microsoft.com/office/drawing/2014/main" id="{0C905A82-7B3B-A5B6-27C5-50E9BCF1E882}"/>
                  </a:ext>
                </a:extLst>
              </p:cNvPr>
              <p:cNvGrpSpPr/>
              <p:nvPr/>
            </p:nvGrpSpPr>
            <p:grpSpPr>
              <a:xfrm>
                <a:off x="677616" y="6081774"/>
                <a:ext cx="289933" cy="445835"/>
                <a:chOff x="2352" y="6210033"/>
                <a:chExt cx="289933" cy="445835"/>
              </a:xfrm>
            </p:grpSpPr>
            <p:sp>
              <p:nvSpPr>
                <p:cNvPr id="119" name="Téglalap 118">
                  <a:extLst>
                    <a:ext uri="{FF2B5EF4-FFF2-40B4-BE49-F238E27FC236}">
                      <a16:creationId xmlns:a16="http://schemas.microsoft.com/office/drawing/2014/main" id="{5495D1CA-43F3-D5C8-88EE-B1E9186E115F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Felhő 119">
                  <a:extLst>
                    <a:ext uri="{FF2B5EF4-FFF2-40B4-BE49-F238E27FC236}">
                      <a16:creationId xmlns:a16="http://schemas.microsoft.com/office/drawing/2014/main" id="{BCBA933E-1995-32CB-69A2-AE54320C98AE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</p:grpSp>
        <p:grpSp>
          <p:nvGrpSpPr>
            <p:cNvPr id="94" name="Csoportba foglalás 93">
              <a:extLst>
                <a:ext uri="{FF2B5EF4-FFF2-40B4-BE49-F238E27FC236}">
                  <a16:creationId xmlns:a16="http://schemas.microsoft.com/office/drawing/2014/main" id="{710D57E4-0F85-95BD-38E8-A8679AACE29F}"/>
                </a:ext>
              </a:extLst>
            </p:cNvPr>
            <p:cNvGrpSpPr/>
            <p:nvPr/>
          </p:nvGrpSpPr>
          <p:grpSpPr>
            <a:xfrm>
              <a:off x="1665025" y="6250068"/>
              <a:ext cx="289933" cy="445835"/>
              <a:chOff x="2352" y="6210033"/>
              <a:chExt cx="289933" cy="445835"/>
            </a:xfrm>
          </p:grpSpPr>
          <p:sp>
            <p:nvSpPr>
              <p:cNvPr id="110" name="Téglalap 109">
                <a:extLst>
                  <a:ext uri="{FF2B5EF4-FFF2-40B4-BE49-F238E27FC236}">
                    <a16:creationId xmlns:a16="http://schemas.microsoft.com/office/drawing/2014/main" id="{A7640D0B-D3D7-743F-A43A-D55DCE3B6DDB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1" name="Felhő 110">
                <a:extLst>
                  <a:ext uri="{FF2B5EF4-FFF2-40B4-BE49-F238E27FC236}">
                    <a16:creationId xmlns:a16="http://schemas.microsoft.com/office/drawing/2014/main" id="{FE56F2F8-2DC9-AE98-952C-DBFAEE60A2D9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C2C5C66A-1824-AEA5-B97D-E982FF02AA69}"/>
                </a:ext>
              </a:extLst>
            </p:cNvPr>
            <p:cNvGrpSpPr/>
            <p:nvPr/>
          </p:nvGrpSpPr>
          <p:grpSpPr>
            <a:xfrm>
              <a:off x="750739" y="6426000"/>
              <a:ext cx="289933" cy="445835"/>
              <a:chOff x="2352" y="6210033"/>
              <a:chExt cx="289933" cy="445835"/>
            </a:xfrm>
          </p:grpSpPr>
          <p:sp>
            <p:nvSpPr>
              <p:cNvPr id="108" name="Téglalap 107">
                <a:extLst>
                  <a:ext uri="{FF2B5EF4-FFF2-40B4-BE49-F238E27FC236}">
                    <a16:creationId xmlns:a16="http://schemas.microsoft.com/office/drawing/2014/main" id="{77881E87-8022-F536-DBCB-23F70CD11B51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9" name="Felhő 108">
                <a:extLst>
                  <a:ext uri="{FF2B5EF4-FFF2-40B4-BE49-F238E27FC236}">
                    <a16:creationId xmlns:a16="http://schemas.microsoft.com/office/drawing/2014/main" id="{F6F7AEC6-25F6-AF10-4AC9-B68775389DEE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D0B44F21-D442-1BA9-20FB-137073323AE2}"/>
                </a:ext>
              </a:extLst>
            </p:cNvPr>
            <p:cNvGrpSpPr/>
            <p:nvPr/>
          </p:nvGrpSpPr>
          <p:grpSpPr>
            <a:xfrm>
              <a:off x="205855" y="6160332"/>
              <a:ext cx="289933" cy="445835"/>
              <a:chOff x="2352" y="6210033"/>
              <a:chExt cx="289933" cy="445835"/>
            </a:xfrm>
          </p:grpSpPr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1562AB39-CECF-A711-722A-9EE2919DD4BC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Felhő 106">
                <a:extLst>
                  <a:ext uri="{FF2B5EF4-FFF2-40B4-BE49-F238E27FC236}">
                    <a16:creationId xmlns:a16="http://schemas.microsoft.com/office/drawing/2014/main" id="{A0EA52BF-9C03-AD83-F8C2-35F4BF45FB2D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7" name="Csoportba foglalás 96">
              <a:extLst>
                <a:ext uri="{FF2B5EF4-FFF2-40B4-BE49-F238E27FC236}">
                  <a16:creationId xmlns:a16="http://schemas.microsoft.com/office/drawing/2014/main" id="{D38247F6-E2E4-F3F5-09B1-F12CFF475E20}"/>
                </a:ext>
              </a:extLst>
            </p:cNvPr>
            <p:cNvGrpSpPr/>
            <p:nvPr/>
          </p:nvGrpSpPr>
          <p:grpSpPr>
            <a:xfrm>
              <a:off x="1094709" y="6147548"/>
              <a:ext cx="289933" cy="445835"/>
              <a:chOff x="2352" y="6210033"/>
              <a:chExt cx="289933" cy="445835"/>
            </a:xfrm>
          </p:grpSpPr>
          <p:sp>
            <p:nvSpPr>
              <p:cNvPr id="104" name="Téglalap 103">
                <a:extLst>
                  <a:ext uri="{FF2B5EF4-FFF2-40B4-BE49-F238E27FC236}">
                    <a16:creationId xmlns:a16="http://schemas.microsoft.com/office/drawing/2014/main" id="{8F7C94E7-2654-0FFF-0783-CBAF4369D738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Felhő 104">
                <a:extLst>
                  <a:ext uri="{FF2B5EF4-FFF2-40B4-BE49-F238E27FC236}">
                    <a16:creationId xmlns:a16="http://schemas.microsoft.com/office/drawing/2014/main" id="{374AAFFA-8C75-275D-54A2-CAC6AFC32D6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8" name="Csoportba foglalás 97">
              <a:extLst>
                <a:ext uri="{FF2B5EF4-FFF2-40B4-BE49-F238E27FC236}">
                  <a16:creationId xmlns:a16="http://schemas.microsoft.com/office/drawing/2014/main" id="{D6BD5B90-7AED-C6BC-BEAB-775D46EEEEFA}"/>
                </a:ext>
              </a:extLst>
            </p:cNvPr>
            <p:cNvGrpSpPr/>
            <p:nvPr/>
          </p:nvGrpSpPr>
          <p:grpSpPr>
            <a:xfrm>
              <a:off x="54262" y="6399429"/>
              <a:ext cx="289933" cy="445835"/>
              <a:chOff x="2352" y="6210033"/>
              <a:chExt cx="289933" cy="44583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C7724678-B2AD-AB72-9C12-59DADC2D4AEE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Felhő 102">
                <a:extLst>
                  <a:ext uri="{FF2B5EF4-FFF2-40B4-BE49-F238E27FC236}">
                    <a16:creationId xmlns:a16="http://schemas.microsoft.com/office/drawing/2014/main" id="{E9FFE37D-36A5-E9AD-33FF-DA415326130B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9" name="Csoportba foglalás 98">
              <a:extLst>
                <a:ext uri="{FF2B5EF4-FFF2-40B4-BE49-F238E27FC236}">
                  <a16:creationId xmlns:a16="http://schemas.microsoft.com/office/drawing/2014/main" id="{160C4B0C-8C1D-6144-1C48-486298713F52}"/>
                </a:ext>
              </a:extLst>
            </p:cNvPr>
            <p:cNvGrpSpPr/>
            <p:nvPr/>
          </p:nvGrpSpPr>
          <p:grpSpPr>
            <a:xfrm>
              <a:off x="1373374" y="6375866"/>
              <a:ext cx="289933" cy="445835"/>
              <a:chOff x="2352" y="6210033"/>
              <a:chExt cx="289933" cy="445835"/>
            </a:xfrm>
          </p:grpSpPr>
          <p:sp>
            <p:nvSpPr>
              <p:cNvPr id="100" name="Téglalap 99">
                <a:extLst>
                  <a:ext uri="{FF2B5EF4-FFF2-40B4-BE49-F238E27FC236}">
                    <a16:creationId xmlns:a16="http://schemas.microsoft.com/office/drawing/2014/main" id="{E6D30CD5-8F47-962C-FDE0-B63D361A7156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Felhő 100">
                <a:extLst>
                  <a:ext uri="{FF2B5EF4-FFF2-40B4-BE49-F238E27FC236}">
                    <a16:creationId xmlns:a16="http://schemas.microsoft.com/office/drawing/2014/main" id="{7A01DC3D-ADE0-6502-EF89-4C4E1D142B30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sp>
        <p:nvSpPr>
          <p:cNvPr id="133" name="Felhő 132">
            <a:extLst>
              <a:ext uri="{FF2B5EF4-FFF2-40B4-BE49-F238E27FC236}">
                <a16:creationId xmlns:a16="http://schemas.microsoft.com/office/drawing/2014/main" id="{390019A0-B738-7CE9-9D43-7756B94B6897}"/>
              </a:ext>
            </a:extLst>
          </p:cNvPr>
          <p:cNvSpPr/>
          <p:nvPr/>
        </p:nvSpPr>
        <p:spPr>
          <a:xfrm>
            <a:off x="3337089" y="6465223"/>
            <a:ext cx="2844539" cy="430819"/>
          </a:xfrm>
          <a:prstGeom prst="cloud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3210737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BF51A2FD-7BBE-E1F1-B778-283CA258BDD8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B8C297FF-63E9-4D2C-ADBC-3C652420589A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5BE8491B-B812-8AFE-FD3D-F9F23FB70CAB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82A0751A-91DC-C6BB-5F3D-409E0EFC0191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93ED7EBA-9A60-78BC-27A0-FC1C69932E6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FABB431C-16BF-59E3-B65D-37BFEC3FE2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55CE141B-AFCC-7FBA-BC12-05D3FDA0AD0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A4E806F5-FB8C-A3F5-BF55-4BEE42A40D7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8FFC9E9C-EE95-AF46-74A4-DC031A81EDE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FAEC7FCE-5C8B-7999-E6CD-E739FFFA8B59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CAE9FF2C-DB80-A348-58D8-B39F3227AC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4" name="Téglalap 13">
            <a:extLst>
              <a:ext uri="{FF2B5EF4-FFF2-40B4-BE49-F238E27FC236}">
                <a16:creationId xmlns:a16="http://schemas.microsoft.com/office/drawing/2014/main" id="{85CA9F5A-6102-1E3B-1C29-AAC3F593E8A7}"/>
              </a:ext>
            </a:extLst>
          </p:cNvPr>
          <p:cNvSpPr/>
          <p:nvPr/>
        </p:nvSpPr>
        <p:spPr>
          <a:xfrm>
            <a:off x="0" y="6536173"/>
            <a:ext cx="6724421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" name="Csoportba foglalás 14">
            <a:extLst>
              <a:ext uri="{FF2B5EF4-FFF2-40B4-BE49-F238E27FC236}">
                <a16:creationId xmlns:a16="http://schemas.microsoft.com/office/drawing/2014/main" id="{A9EEA5C8-0CF7-EC3F-17D3-DC06AA82B655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6" name="Csoportba foglalás 15">
              <a:extLst>
                <a:ext uri="{FF2B5EF4-FFF2-40B4-BE49-F238E27FC236}">
                  <a16:creationId xmlns:a16="http://schemas.microsoft.com/office/drawing/2014/main" id="{4B975946-32C0-7857-8C30-3EFA20B293E3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9" name="Henger 18">
                <a:extLst>
                  <a:ext uri="{FF2B5EF4-FFF2-40B4-BE49-F238E27FC236}">
                    <a16:creationId xmlns:a16="http://schemas.microsoft.com/office/drawing/2014/main" id="{01107E8C-7114-B97C-303B-44CCAC9E0282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971B9FAE-4C5F-407A-A9F1-D0178C6B2CB8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Téglalap 20">
                <a:extLst>
                  <a:ext uri="{FF2B5EF4-FFF2-40B4-BE49-F238E27FC236}">
                    <a16:creationId xmlns:a16="http://schemas.microsoft.com/office/drawing/2014/main" id="{3A604080-B97B-4CED-E3A2-12CB92FFBE9F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9F3FF7D1-E87A-46C2-41DC-943088390E27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0789945C-BD00-A8B5-6835-0D132AF7E1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A8F188EA-5FB3-1E22-4EFF-CB8ED58A45E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99E0CB56-93B4-2FC8-CFDF-83D26CCDA9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4546A1A0-F12C-0036-9B1D-EBB7CD3C89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0FC37235-F3A3-2DD1-4299-C20C80E1AF51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6E8713AA-0CE1-8954-A730-2708FAB3CD4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8" name="Egyenes összekötő 17">
              <a:extLst>
                <a:ext uri="{FF2B5EF4-FFF2-40B4-BE49-F238E27FC236}">
                  <a16:creationId xmlns:a16="http://schemas.microsoft.com/office/drawing/2014/main" id="{CBE040A2-637F-BA41-5D4B-3B3343520497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C74E47F2-922D-B44E-3BC6-5D6E61AB8327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217E6EA5-A9CA-CD08-97F6-749226759AEC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5A8B16FC-A171-01AA-3D90-333B4F1518E5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3ED44BF3-DA2F-A7F4-A975-0CA4311DEF06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Derékszögű háromszög 74">
                  <a:extLst>
                    <a:ext uri="{FF2B5EF4-FFF2-40B4-BE49-F238E27FC236}">
                      <a16:creationId xmlns:a16="http://schemas.microsoft.com/office/drawing/2014/main" id="{619B82EE-4C81-E410-0417-B4C917056566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6" name="Téglalap 15">
                  <a:extLst>
                    <a:ext uri="{FF2B5EF4-FFF2-40B4-BE49-F238E27FC236}">
                      <a16:creationId xmlns:a16="http://schemas.microsoft.com/office/drawing/2014/main" id="{BF1B65CF-4BD8-CD77-E5D7-869C0344974F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7" name="Folyamatábra: Tárolt adat 17">
                  <a:extLst>
                    <a:ext uri="{FF2B5EF4-FFF2-40B4-BE49-F238E27FC236}">
                      <a16:creationId xmlns:a16="http://schemas.microsoft.com/office/drawing/2014/main" id="{6C4184D4-5FC4-BBE1-00BE-F7C277FF82A3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B1B7DFCA-0FD8-C906-A2EF-EE68745AEB99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Romboid 78">
                  <a:extLst>
                    <a:ext uri="{FF2B5EF4-FFF2-40B4-BE49-F238E27FC236}">
                      <a16:creationId xmlns:a16="http://schemas.microsoft.com/office/drawing/2014/main" id="{58612922-107E-3DD7-9CDF-6773C2360F66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 79">
                  <a:extLst>
                    <a:ext uri="{FF2B5EF4-FFF2-40B4-BE49-F238E27FC236}">
                      <a16:creationId xmlns:a16="http://schemas.microsoft.com/office/drawing/2014/main" id="{A6A4ACE3-B058-346C-5B59-A16818DD17AE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531222A1-4642-859E-1A43-5A90B63B57E9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76E79989-0FEC-9115-C468-02E783D26FB7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AD8882E2-DB9F-29CB-782E-41585330243F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E9B4F596-CA87-DC9A-2F5A-4FB980F86E5A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FD5AD0EF-D1D3-62A5-8DBD-93ECFCEEE107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8DC24660-14A5-A596-0C42-7068A157FA01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2" name="Picture 2" descr="Forráskép megtekintése">
                <a:extLst>
                  <a:ext uri="{FF2B5EF4-FFF2-40B4-BE49-F238E27FC236}">
                    <a16:creationId xmlns:a16="http://schemas.microsoft.com/office/drawing/2014/main" id="{FDBBB9E5-E481-3520-F7D9-575621F0E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3" name="Picture 6" descr="Forráskép megtekintése">
                <a:extLst>
                  <a:ext uri="{FF2B5EF4-FFF2-40B4-BE49-F238E27FC236}">
                    <a16:creationId xmlns:a16="http://schemas.microsoft.com/office/drawing/2014/main" id="{C2A961EA-2491-5F56-DF11-83DCA84CF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90A0C51C-BFE3-528D-1889-EF0A6F095C86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9" name="Csoportba foglalás 58">
                <a:extLst>
                  <a:ext uri="{FF2B5EF4-FFF2-40B4-BE49-F238E27FC236}">
                    <a16:creationId xmlns:a16="http://schemas.microsoft.com/office/drawing/2014/main" id="{E1D5F9A8-E87B-54C4-651C-B48D44DACAF2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2ADCE177-3975-E02F-21FC-599C25194D13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6625AEBF-1038-196A-0E62-EDD8C583B2E6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Téglalap 63">
                  <a:extLst>
                    <a:ext uri="{FF2B5EF4-FFF2-40B4-BE49-F238E27FC236}">
                      <a16:creationId xmlns:a16="http://schemas.microsoft.com/office/drawing/2014/main" id="{A42ABCB6-932A-5D9D-537B-C25C1E40667E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9BD632B0-1042-8052-8CA0-0EB5BFE8865F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1571EC71-DBE8-91BE-E2BF-E28EAD158D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6BF10FE0-56E0-89DD-90AE-30E9D8201D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AEE1081E-9583-0F18-D930-B39E6D6219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234EE19F-0D3A-6943-A22D-9BFE974E7A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0" name="Ellipszis 69">
                  <a:extLst>
                    <a:ext uri="{FF2B5EF4-FFF2-40B4-BE49-F238E27FC236}">
                      <a16:creationId xmlns:a16="http://schemas.microsoft.com/office/drawing/2014/main" id="{5131AEFD-42EA-5060-D78B-17F4EB95580D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9CD55E0F-D249-BFF8-6E76-5ADCB00B27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720117A5-C649-C486-8070-F0EAF30B76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A9A20002-1FCF-54EF-8682-74AB99713388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9" name="Henger 48">
                <a:extLst>
                  <a:ext uri="{FF2B5EF4-FFF2-40B4-BE49-F238E27FC236}">
                    <a16:creationId xmlns:a16="http://schemas.microsoft.com/office/drawing/2014/main" id="{8169BD85-3253-BE34-36BC-F321A56EE16D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0" name="Csoportba foglalás 49">
                <a:extLst>
                  <a:ext uri="{FF2B5EF4-FFF2-40B4-BE49-F238E27FC236}">
                    <a16:creationId xmlns:a16="http://schemas.microsoft.com/office/drawing/2014/main" id="{30AA53C3-5CE4-6612-9234-9785A65729D5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ADA06C83-C264-60F5-1CC7-C64DFAE65BFD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3" name="Ellipszis 52">
                  <a:extLst>
                    <a:ext uri="{FF2B5EF4-FFF2-40B4-BE49-F238E27FC236}">
                      <a16:creationId xmlns:a16="http://schemas.microsoft.com/office/drawing/2014/main" id="{86BAAE7E-BA8F-1393-51DF-968CF0A21B01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4ECB42C9-3661-4352-B6B8-DC3A64F120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90D9D841-C7A0-A8AC-CACF-B7AE4A3895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B6250542-FED3-EA43-62DC-228FF22828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B759EDD8-5A13-EC4F-2FBA-9077100419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8" name="Ellipszis 57">
                  <a:extLst>
                    <a:ext uri="{FF2B5EF4-FFF2-40B4-BE49-F238E27FC236}">
                      <a16:creationId xmlns:a16="http://schemas.microsoft.com/office/drawing/2014/main" id="{15CFAB76-3A41-8E14-4B2B-91ED35DD538C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1" name="Téglalap 50">
                <a:extLst>
                  <a:ext uri="{FF2B5EF4-FFF2-40B4-BE49-F238E27FC236}">
                    <a16:creationId xmlns:a16="http://schemas.microsoft.com/office/drawing/2014/main" id="{5264D908-8A5A-B1F5-55E5-882091C646C3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69B399FD-25A3-5614-B076-0D9A11ECCC4B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3" name="Csoportba foglalás 32">
                <a:extLst>
                  <a:ext uri="{FF2B5EF4-FFF2-40B4-BE49-F238E27FC236}">
                    <a16:creationId xmlns:a16="http://schemas.microsoft.com/office/drawing/2014/main" id="{B3004B04-2B84-F0CE-CBFA-3257A4C95847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1" name="Henger 40">
                  <a:extLst>
                    <a:ext uri="{FF2B5EF4-FFF2-40B4-BE49-F238E27FC236}">
                      <a16:creationId xmlns:a16="http://schemas.microsoft.com/office/drawing/2014/main" id="{E0D894C3-C309-E443-A644-5F5A4A1C8499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85B73BC7-9F9A-8602-52FC-7E913B42D2EB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3" name="Ív 42">
                  <a:extLst>
                    <a:ext uri="{FF2B5EF4-FFF2-40B4-BE49-F238E27FC236}">
                      <a16:creationId xmlns:a16="http://schemas.microsoft.com/office/drawing/2014/main" id="{9B9B6C70-5BDF-1DC0-5ED3-C155D36C497B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4" name="Picture 2" descr="Forráskép megtekintése">
                  <a:extLst>
                    <a:ext uri="{FF2B5EF4-FFF2-40B4-BE49-F238E27FC236}">
                      <a16:creationId xmlns:a16="http://schemas.microsoft.com/office/drawing/2014/main" id="{8ACF04C7-AEA7-3540-6DF6-070EB07D8F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5" name="Téglalap 44">
                  <a:extLst>
                    <a:ext uri="{FF2B5EF4-FFF2-40B4-BE49-F238E27FC236}">
                      <a16:creationId xmlns:a16="http://schemas.microsoft.com/office/drawing/2014/main" id="{C238D934-2B6F-A6F1-4F5F-9A256D0127CA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Csillag: 4 ágú 45">
                  <a:extLst>
                    <a:ext uri="{FF2B5EF4-FFF2-40B4-BE49-F238E27FC236}">
                      <a16:creationId xmlns:a16="http://schemas.microsoft.com/office/drawing/2014/main" id="{A0ECD788-5259-34AB-9D7E-31D86A535E22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Szabadkézi sokszög: alakzat 46">
                  <a:extLst>
                    <a:ext uri="{FF2B5EF4-FFF2-40B4-BE49-F238E27FC236}">
                      <a16:creationId xmlns:a16="http://schemas.microsoft.com/office/drawing/2014/main" id="{9BEFD1D9-DDAC-3374-A814-A90377F03C9E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8" name="Ellipszis 47">
                  <a:extLst>
                    <a:ext uri="{FF2B5EF4-FFF2-40B4-BE49-F238E27FC236}">
                      <a16:creationId xmlns:a16="http://schemas.microsoft.com/office/drawing/2014/main" id="{603ACB1C-49E3-758F-45F2-CDA3188E510E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0B737EA1-95BF-D07C-7A60-D61B09727A9D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A3850F2B-78D1-97FE-CDAB-3C56B9EA9F5E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6" name="Egyenes összekötő 35">
                <a:extLst>
                  <a:ext uri="{FF2B5EF4-FFF2-40B4-BE49-F238E27FC236}">
                    <a16:creationId xmlns:a16="http://schemas.microsoft.com/office/drawing/2014/main" id="{2FE8268F-7BCF-CAED-CA0C-031B29468E7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6BE64066-EDEB-FAD5-5F1A-9B8B0000551A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97C6DA25-4874-DE67-0F95-0674769BDE88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9" name="Kép 38">
                <a:extLst>
                  <a:ext uri="{FF2B5EF4-FFF2-40B4-BE49-F238E27FC236}">
                    <a16:creationId xmlns:a16="http://schemas.microsoft.com/office/drawing/2014/main" id="{FF4DA3A3-184E-681B-1F28-FEFE383CC3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D9371373-14AA-B3C7-1077-8B2D808A58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7" name="Téglalap 85">
            <a:extLst>
              <a:ext uri="{FF2B5EF4-FFF2-40B4-BE49-F238E27FC236}">
                <a16:creationId xmlns:a16="http://schemas.microsoft.com/office/drawing/2014/main" id="{28C17527-3E97-53C6-3411-A859BB93E155}"/>
              </a:ext>
            </a:extLst>
          </p:cNvPr>
          <p:cNvSpPr/>
          <p:nvPr/>
        </p:nvSpPr>
        <p:spPr>
          <a:xfrm>
            <a:off x="4107302" y="6426000"/>
            <a:ext cx="12192000" cy="432000"/>
          </a:xfrm>
          <a:custGeom>
            <a:avLst/>
            <a:gdLst>
              <a:gd name="connsiteX0" fmla="*/ 0 w 12192000"/>
              <a:gd name="connsiteY0" fmla="*/ 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4" fmla="*/ 0 w 12192000"/>
              <a:gd name="connsiteY4" fmla="*/ 0 h 432000"/>
              <a:gd name="connsiteX0" fmla="*/ 0 w 12192000"/>
              <a:gd name="connsiteY0" fmla="*/ 43200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0" fmla="*/ 0 w 12192000"/>
              <a:gd name="connsiteY0" fmla="*/ 432000 h 432000"/>
              <a:gd name="connsiteX1" fmla="*/ 3436498 w 12192000"/>
              <a:gd name="connsiteY1" fmla="*/ 3177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  <a:gd name="connsiteX0" fmla="*/ 0 w 12192000"/>
              <a:gd name="connsiteY0" fmla="*/ 444500 h 444500"/>
              <a:gd name="connsiteX1" fmla="*/ 2407798 w 12192000"/>
              <a:gd name="connsiteY1" fmla="*/ 0 h 444500"/>
              <a:gd name="connsiteX2" fmla="*/ 12192000 w 12192000"/>
              <a:gd name="connsiteY2" fmla="*/ 12500 h 444500"/>
              <a:gd name="connsiteX3" fmla="*/ 12192000 w 12192000"/>
              <a:gd name="connsiteY3" fmla="*/ 444500 h 444500"/>
              <a:gd name="connsiteX4" fmla="*/ 0 w 12192000"/>
              <a:gd name="connsiteY4" fmla="*/ 444500 h 444500"/>
              <a:gd name="connsiteX0" fmla="*/ 0 w 12192000"/>
              <a:gd name="connsiteY0" fmla="*/ 432000 h 432000"/>
              <a:gd name="connsiteX1" fmla="*/ 2395098 w 12192000"/>
              <a:gd name="connsiteY1" fmla="*/ 1018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432000">
                <a:moveTo>
                  <a:pt x="0" y="432000"/>
                </a:moveTo>
                <a:lnTo>
                  <a:pt x="2395098" y="101800"/>
                </a:lnTo>
                <a:lnTo>
                  <a:pt x="12192000" y="0"/>
                </a:lnTo>
                <a:lnTo>
                  <a:pt x="12192000" y="432000"/>
                </a:lnTo>
                <a:lnTo>
                  <a:pt x="0" y="432000"/>
                </a:lnTo>
                <a:close/>
              </a:path>
            </a:pathLst>
          </a:cu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90" name="Csoportba foglalás 89">
            <a:extLst>
              <a:ext uri="{FF2B5EF4-FFF2-40B4-BE49-F238E27FC236}">
                <a16:creationId xmlns:a16="http://schemas.microsoft.com/office/drawing/2014/main" id="{26EDBD29-08C9-4DA8-E15B-14F71DFE7D25}"/>
              </a:ext>
            </a:extLst>
          </p:cNvPr>
          <p:cNvGrpSpPr/>
          <p:nvPr/>
        </p:nvGrpSpPr>
        <p:grpSpPr>
          <a:xfrm>
            <a:off x="9836223" y="6057428"/>
            <a:ext cx="7827587" cy="834978"/>
            <a:chOff x="54262" y="6093411"/>
            <a:chExt cx="7827587" cy="834978"/>
          </a:xfrm>
        </p:grpSpPr>
        <p:grpSp>
          <p:nvGrpSpPr>
            <p:cNvPr id="91" name="Csoportba foglalás 90">
              <a:extLst>
                <a:ext uri="{FF2B5EF4-FFF2-40B4-BE49-F238E27FC236}">
                  <a16:creationId xmlns:a16="http://schemas.microsoft.com/office/drawing/2014/main" id="{73C12DAB-42A9-AD98-5261-CBB233E62EA9}"/>
                </a:ext>
              </a:extLst>
            </p:cNvPr>
            <p:cNvGrpSpPr/>
            <p:nvPr/>
          </p:nvGrpSpPr>
          <p:grpSpPr>
            <a:xfrm flipH="1">
              <a:off x="6004232" y="6093411"/>
              <a:ext cx="1877617" cy="834978"/>
              <a:chOff x="575780" y="6081774"/>
              <a:chExt cx="1877617" cy="834978"/>
            </a:xfrm>
          </p:grpSpPr>
          <p:grpSp>
            <p:nvGrpSpPr>
              <p:cNvPr id="110" name="Csoportba foglalás 109">
                <a:extLst>
                  <a:ext uri="{FF2B5EF4-FFF2-40B4-BE49-F238E27FC236}">
                    <a16:creationId xmlns:a16="http://schemas.microsoft.com/office/drawing/2014/main" id="{D76E5D07-B329-2579-D66F-4C1BBCE32A30}"/>
                  </a:ext>
                </a:extLst>
              </p:cNvPr>
              <p:cNvGrpSpPr/>
              <p:nvPr/>
            </p:nvGrpSpPr>
            <p:grpSpPr>
              <a:xfrm>
                <a:off x="1894652" y="6210033"/>
                <a:ext cx="289933" cy="445835"/>
                <a:chOff x="2352" y="6210033"/>
                <a:chExt cx="289933" cy="445835"/>
              </a:xfrm>
            </p:grpSpPr>
            <p:sp>
              <p:nvSpPr>
                <p:cNvPr id="129" name="Téglalap 128">
                  <a:extLst>
                    <a:ext uri="{FF2B5EF4-FFF2-40B4-BE49-F238E27FC236}">
                      <a16:creationId xmlns:a16="http://schemas.microsoft.com/office/drawing/2014/main" id="{C1CE441C-D71C-2450-9682-786CCF77C2A7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0" name="Felhő 129">
                  <a:extLst>
                    <a:ext uri="{FF2B5EF4-FFF2-40B4-BE49-F238E27FC236}">
                      <a16:creationId xmlns:a16="http://schemas.microsoft.com/office/drawing/2014/main" id="{E90F945D-D5A2-0625-A971-0D9944B17E4C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1" name="Csoportba foglalás 110">
                <a:extLst>
                  <a:ext uri="{FF2B5EF4-FFF2-40B4-BE49-F238E27FC236}">
                    <a16:creationId xmlns:a16="http://schemas.microsoft.com/office/drawing/2014/main" id="{0AAE9D50-8AE8-F287-44F9-4EABCF19739E}"/>
                  </a:ext>
                </a:extLst>
              </p:cNvPr>
              <p:cNvGrpSpPr/>
              <p:nvPr/>
            </p:nvGrpSpPr>
            <p:grpSpPr>
              <a:xfrm>
                <a:off x="1059835" y="6361632"/>
                <a:ext cx="289933" cy="445835"/>
                <a:chOff x="2352" y="6210033"/>
                <a:chExt cx="289933" cy="445835"/>
              </a:xfrm>
            </p:grpSpPr>
            <p:sp>
              <p:nvSpPr>
                <p:cNvPr id="127" name="Téglalap 126">
                  <a:extLst>
                    <a:ext uri="{FF2B5EF4-FFF2-40B4-BE49-F238E27FC236}">
                      <a16:creationId xmlns:a16="http://schemas.microsoft.com/office/drawing/2014/main" id="{77D82C6F-B08D-642C-4F3E-2998AB20F124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Felhő 127">
                  <a:extLst>
                    <a:ext uri="{FF2B5EF4-FFF2-40B4-BE49-F238E27FC236}">
                      <a16:creationId xmlns:a16="http://schemas.microsoft.com/office/drawing/2014/main" id="{22988C02-4572-9BD4-DF17-986064F61B3B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2" name="Csoportba foglalás 111">
                <a:extLst>
                  <a:ext uri="{FF2B5EF4-FFF2-40B4-BE49-F238E27FC236}">
                    <a16:creationId xmlns:a16="http://schemas.microsoft.com/office/drawing/2014/main" id="{BC39AF8F-7707-0292-4487-6EEA6A5AE0E6}"/>
                  </a:ext>
                </a:extLst>
              </p:cNvPr>
              <p:cNvGrpSpPr/>
              <p:nvPr/>
            </p:nvGrpSpPr>
            <p:grpSpPr>
              <a:xfrm>
                <a:off x="766512" y="6233965"/>
                <a:ext cx="289933" cy="445835"/>
                <a:chOff x="2352" y="6210033"/>
                <a:chExt cx="289933" cy="445835"/>
              </a:xfrm>
            </p:grpSpPr>
            <p:sp>
              <p:nvSpPr>
                <p:cNvPr id="125" name="Téglalap 124">
                  <a:extLst>
                    <a:ext uri="{FF2B5EF4-FFF2-40B4-BE49-F238E27FC236}">
                      <a16:creationId xmlns:a16="http://schemas.microsoft.com/office/drawing/2014/main" id="{E84C8AB8-8128-EDF9-C4B4-E0FCCA118EF9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Felhő 125">
                  <a:extLst>
                    <a:ext uri="{FF2B5EF4-FFF2-40B4-BE49-F238E27FC236}">
                      <a16:creationId xmlns:a16="http://schemas.microsoft.com/office/drawing/2014/main" id="{D3D8CE58-8F37-B152-921E-14B7E21387F9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3" name="Csoportba foglalás 112">
                <a:extLst>
                  <a:ext uri="{FF2B5EF4-FFF2-40B4-BE49-F238E27FC236}">
                    <a16:creationId xmlns:a16="http://schemas.microsoft.com/office/drawing/2014/main" id="{ADD72F75-7124-0574-377B-C959B29CBE45}"/>
                  </a:ext>
                </a:extLst>
              </p:cNvPr>
              <p:cNvGrpSpPr/>
              <p:nvPr/>
            </p:nvGrpSpPr>
            <p:grpSpPr>
              <a:xfrm>
                <a:off x="1591910" y="6374675"/>
                <a:ext cx="289933" cy="445835"/>
                <a:chOff x="2352" y="6210033"/>
                <a:chExt cx="289933" cy="445835"/>
              </a:xfrm>
            </p:grpSpPr>
            <p:sp>
              <p:nvSpPr>
                <p:cNvPr id="123" name="Téglalap 122">
                  <a:extLst>
                    <a:ext uri="{FF2B5EF4-FFF2-40B4-BE49-F238E27FC236}">
                      <a16:creationId xmlns:a16="http://schemas.microsoft.com/office/drawing/2014/main" id="{19D1871C-ACC6-FC0A-052A-EB398522F9FF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Felhő 123">
                  <a:extLst>
                    <a:ext uri="{FF2B5EF4-FFF2-40B4-BE49-F238E27FC236}">
                      <a16:creationId xmlns:a16="http://schemas.microsoft.com/office/drawing/2014/main" id="{325ED8C4-B079-469A-03ED-63CAC68368E1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4" name="Csoportba foglalás 113">
                <a:extLst>
                  <a:ext uri="{FF2B5EF4-FFF2-40B4-BE49-F238E27FC236}">
                    <a16:creationId xmlns:a16="http://schemas.microsoft.com/office/drawing/2014/main" id="{92157DBE-4080-43F7-264F-A2594A871B5B}"/>
                  </a:ext>
                </a:extLst>
              </p:cNvPr>
              <p:cNvGrpSpPr/>
              <p:nvPr/>
            </p:nvGrpSpPr>
            <p:grpSpPr>
              <a:xfrm>
                <a:off x="2163464" y="6170102"/>
                <a:ext cx="289933" cy="445835"/>
                <a:chOff x="2352" y="6210033"/>
                <a:chExt cx="289933" cy="445835"/>
              </a:xfrm>
            </p:grpSpPr>
            <p:sp>
              <p:nvSpPr>
                <p:cNvPr id="121" name="Téglalap 120">
                  <a:extLst>
                    <a:ext uri="{FF2B5EF4-FFF2-40B4-BE49-F238E27FC236}">
                      <a16:creationId xmlns:a16="http://schemas.microsoft.com/office/drawing/2014/main" id="{369D5F60-81CF-448C-8366-7D47CEE05A21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Felhő 121">
                  <a:extLst>
                    <a:ext uri="{FF2B5EF4-FFF2-40B4-BE49-F238E27FC236}">
                      <a16:creationId xmlns:a16="http://schemas.microsoft.com/office/drawing/2014/main" id="{D7B439C7-D76D-464D-7D13-4CD11AC2F11B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5" name="Csoportba foglalás 114">
                <a:extLst>
                  <a:ext uri="{FF2B5EF4-FFF2-40B4-BE49-F238E27FC236}">
                    <a16:creationId xmlns:a16="http://schemas.microsoft.com/office/drawing/2014/main" id="{9741E77E-2577-BF89-F41C-2D7158B98AF9}"/>
                  </a:ext>
                </a:extLst>
              </p:cNvPr>
              <p:cNvGrpSpPr/>
              <p:nvPr/>
            </p:nvGrpSpPr>
            <p:grpSpPr>
              <a:xfrm>
                <a:off x="575780" y="6470917"/>
                <a:ext cx="289933" cy="445835"/>
                <a:chOff x="2352" y="6210033"/>
                <a:chExt cx="289933" cy="445835"/>
              </a:xfrm>
            </p:grpSpPr>
            <p:sp>
              <p:nvSpPr>
                <p:cNvPr id="119" name="Téglalap 118">
                  <a:extLst>
                    <a:ext uri="{FF2B5EF4-FFF2-40B4-BE49-F238E27FC236}">
                      <a16:creationId xmlns:a16="http://schemas.microsoft.com/office/drawing/2014/main" id="{A90C5517-D162-70CA-BA11-4BD1CA8C62A5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Felhő 119">
                  <a:extLst>
                    <a:ext uri="{FF2B5EF4-FFF2-40B4-BE49-F238E27FC236}">
                      <a16:creationId xmlns:a16="http://schemas.microsoft.com/office/drawing/2014/main" id="{D1752368-1BFA-A804-9846-C6F2580B8158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6" name="Csoportba foglalás 115">
                <a:extLst>
                  <a:ext uri="{FF2B5EF4-FFF2-40B4-BE49-F238E27FC236}">
                    <a16:creationId xmlns:a16="http://schemas.microsoft.com/office/drawing/2014/main" id="{3200C89C-4C89-8B9F-F274-FE58A8EACF21}"/>
                  </a:ext>
                </a:extLst>
              </p:cNvPr>
              <p:cNvGrpSpPr/>
              <p:nvPr/>
            </p:nvGrpSpPr>
            <p:grpSpPr>
              <a:xfrm>
                <a:off x="677616" y="6081774"/>
                <a:ext cx="289933" cy="445835"/>
                <a:chOff x="2352" y="6210033"/>
                <a:chExt cx="289933" cy="445835"/>
              </a:xfrm>
            </p:grpSpPr>
            <p:sp>
              <p:nvSpPr>
                <p:cNvPr id="117" name="Téglalap 116">
                  <a:extLst>
                    <a:ext uri="{FF2B5EF4-FFF2-40B4-BE49-F238E27FC236}">
                      <a16:creationId xmlns:a16="http://schemas.microsoft.com/office/drawing/2014/main" id="{0F347662-02D0-7F10-45B2-07AB0AB7AF7D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8" name="Felhő 117">
                  <a:extLst>
                    <a:ext uri="{FF2B5EF4-FFF2-40B4-BE49-F238E27FC236}">
                      <a16:creationId xmlns:a16="http://schemas.microsoft.com/office/drawing/2014/main" id="{2648C782-C7C6-F5A9-A0CA-54A18004EAD4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</p:grpSp>
        <p:grpSp>
          <p:nvGrpSpPr>
            <p:cNvPr id="92" name="Csoportba foglalás 91">
              <a:extLst>
                <a:ext uri="{FF2B5EF4-FFF2-40B4-BE49-F238E27FC236}">
                  <a16:creationId xmlns:a16="http://schemas.microsoft.com/office/drawing/2014/main" id="{586521D5-796E-B282-C8E6-78AE71D20A18}"/>
                </a:ext>
              </a:extLst>
            </p:cNvPr>
            <p:cNvGrpSpPr/>
            <p:nvPr/>
          </p:nvGrpSpPr>
          <p:grpSpPr>
            <a:xfrm>
              <a:off x="1665025" y="6250068"/>
              <a:ext cx="289933" cy="445835"/>
              <a:chOff x="2352" y="6210033"/>
              <a:chExt cx="289933" cy="445835"/>
            </a:xfrm>
          </p:grpSpPr>
          <p:sp>
            <p:nvSpPr>
              <p:cNvPr id="108" name="Téglalap 107">
                <a:extLst>
                  <a:ext uri="{FF2B5EF4-FFF2-40B4-BE49-F238E27FC236}">
                    <a16:creationId xmlns:a16="http://schemas.microsoft.com/office/drawing/2014/main" id="{6FF1E67F-FA27-C1D8-19C6-67791B7D77A1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9" name="Felhő 108">
                <a:extLst>
                  <a:ext uri="{FF2B5EF4-FFF2-40B4-BE49-F238E27FC236}">
                    <a16:creationId xmlns:a16="http://schemas.microsoft.com/office/drawing/2014/main" id="{023FF32F-AB03-2EFB-0A13-408BFEA6915F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3" name="Csoportba foglalás 92">
              <a:extLst>
                <a:ext uri="{FF2B5EF4-FFF2-40B4-BE49-F238E27FC236}">
                  <a16:creationId xmlns:a16="http://schemas.microsoft.com/office/drawing/2014/main" id="{99339EB2-6DE7-58D3-2A0A-4B2284887F0B}"/>
                </a:ext>
              </a:extLst>
            </p:cNvPr>
            <p:cNvGrpSpPr/>
            <p:nvPr/>
          </p:nvGrpSpPr>
          <p:grpSpPr>
            <a:xfrm>
              <a:off x="750739" y="6426000"/>
              <a:ext cx="289933" cy="445835"/>
              <a:chOff x="2352" y="6210033"/>
              <a:chExt cx="289933" cy="445835"/>
            </a:xfrm>
          </p:grpSpPr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F6E09EA2-C33A-6258-A9E2-DBB8FE8CC8BC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Felhő 106">
                <a:extLst>
                  <a:ext uri="{FF2B5EF4-FFF2-40B4-BE49-F238E27FC236}">
                    <a16:creationId xmlns:a16="http://schemas.microsoft.com/office/drawing/2014/main" id="{8F5C240E-AA93-5047-4484-FABE2A025367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4" name="Csoportba foglalás 93">
              <a:extLst>
                <a:ext uri="{FF2B5EF4-FFF2-40B4-BE49-F238E27FC236}">
                  <a16:creationId xmlns:a16="http://schemas.microsoft.com/office/drawing/2014/main" id="{46C1180B-A77E-CD55-29CF-954FC9271E36}"/>
                </a:ext>
              </a:extLst>
            </p:cNvPr>
            <p:cNvGrpSpPr/>
            <p:nvPr/>
          </p:nvGrpSpPr>
          <p:grpSpPr>
            <a:xfrm>
              <a:off x="205855" y="6160332"/>
              <a:ext cx="289933" cy="445835"/>
              <a:chOff x="2352" y="6210033"/>
              <a:chExt cx="289933" cy="445835"/>
            </a:xfrm>
          </p:grpSpPr>
          <p:sp>
            <p:nvSpPr>
              <p:cNvPr id="104" name="Téglalap 103">
                <a:extLst>
                  <a:ext uri="{FF2B5EF4-FFF2-40B4-BE49-F238E27FC236}">
                    <a16:creationId xmlns:a16="http://schemas.microsoft.com/office/drawing/2014/main" id="{053E3CC8-4C9E-6029-2FA5-CF241B920F98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Felhő 104">
                <a:extLst>
                  <a:ext uri="{FF2B5EF4-FFF2-40B4-BE49-F238E27FC236}">
                    <a16:creationId xmlns:a16="http://schemas.microsoft.com/office/drawing/2014/main" id="{95CDC867-A9A8-19B9-0F5B-1F11D96A2DEF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BD7FC40D-D650-5078-FC71-C30E71983A04}"/>
                </a:ext>
              </a:extLst>
            </p:cNvPr>
            <p:cNvGrpSpPr/>
            <p:nvPr/>
          </p:nvGrpSpPr>
          <p:grpSpPr>
            <a:xfrm>
              <a:off x="1094709" y="6147548"/>
              <a:ext cx="289933" cy="445835"/>
              <a:chOff x="2352" y="6210033"/>
              <a:chExt cx="289933" cy="44583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C359A968-DCBF-9D62-194E-9BDC6983948C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Felhő 102">
                <a:extLst>
                  <a:ext uri="{FF2B5EF4-FFF2-40B4-BE49-F238E27FC236}">
                    <a16:creationId xmlns:a16="http://schemas.microsoft.com/office/drawing/2014/main" id="{1D30B52B-F51C-F842-9A02-6408CDB149BB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6" name="Csoportba foglalás 95">
              <a:extLst>
                <a:ext uri="{FF2B5EF4-FFF2-40B4-BE49-F238E27FC236}">
                  <a16:creationId xmlns:a16="http://schemas.microsoft.com/office/drawing/2014/main" id="{F5516EDF-8E43-8938-94F4-853CCC588413}"/>
                </a:ext>
              </a:extLst>
            </p:cNvPr>
            <p:cNvGrpSpPr/>
            <p:nvPr/>
          </p:nvGrpSpPr>
          <p:grpSpPr>
            <a:xfrm>
              <a:off x="54262" y="6399429"/>
              <a:ext cx="289933" cy="445835"/>
              <a:chOff x="2352" y="6210033"/>
              <a:chExt cx="289933" cy="445835"/>
            </a:xfrm>
          </p:grpSpPr>
          <p:sp>
            <p:nvSpPr>
              <p:cNvPr id="100" name="Téglalap 99">
                <a:extLst>
                  <a:ext uri="{FF2B5EF4-FFF2-40B4-BE49-F238E27FC236}">
                    <a16:creationId xmlns:a16="http://schemas.microsoft.com/office/drawing/2014/main" id="{7AE8B1A6-D9D9-359C-E67F-C6C082FD24BE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Felhő 100">
                <a:extLst>
                  <a:ext uri="{FF2B5EF4-FFF2-40B4-BE49-F238E27FC236}">
                    <a16:creationId xmlns:a16="http://schemas.microsoft.com/office/drawing/2014/main" id="{17FBBAB5-C80E-9372-7C94-AF7B9E024F0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7" name="Csoportba foglalás 96">
              <a:extLst>
                <a:ext uri="{FF2B5EF4-FFF2-40B4-BE49-F238E27FC236}">
                  <a16:creationId xmlns:a16="http://schemas.microsoft.com/office/drawing/2014/main" id="{CDC04B19-CC62-CF4E-5836-CFC02D5CCDC1}"/>
                </a:ext>
              </a:extLst>
            </p:cNvPr>
            <p:cNvGrpSpPr/>
            <p:nvPr/>
          </p:nvGrpSpPr>
          <p:grpSpPr>
            <a:xfrm>
              <a:off x="1373374" y="6375866"/>
              <a:ext cx="289933" cy="445835"/>
              <a:chOff x="2352" y="6210033"/>
              <a:chExt cx="289933" cy="445835"/>
            </a:xfrm>
          </p:grpSpPr>
          <p:sp>
            <p:nvSpPr>
              <p:cNvPr id="98" name="Téglalap 97">
                <a:extLst>
                  <a:ext uri="{FF2B5EF4-FFF2-40B4-BE49-F238E27FC236}">
                    <a16:creationId xmlns:a16="http://schemas.microsoft.com/office/drawing/2014/main" id="{E7DC6226-A497-0ED2-0901-76C5AEF5934B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Felhő 98">
                <a:extLst>
                  <a:ext uri="{FF2B5EF4-FFF2-40B4-BE49-F238E27FC236}">
                    <a16:creationId xmlns:a16="http://schemas.microsoft.com/office/drawing/2014/main" id="{8621E53B-181F-29A3-008D-F5446E040D2A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sp>
        <p:nvSpPr>
          <p:cNvPr id="131" name="Felhő 130">
            <a:extLst>
              <a:ext uri="{FF2B5EF4-FFF2-40B4-BE49-F238E27FC236}">
                <a16:creationId xmlns:a16="http://schemas.microsoft.com/office/drawing/2014/main" id="{6FB40AC0-A7AB-CAEE-58D2-331D6EEEBFAC}"/>
              </a:ext>
            </a:extLst>
          </p:cNvPr>
          <p:cNvSpPr/>
          <p:nvPr/>
        </p:nvSpPr>
        <p:spPr>
          <a:xfrm>
            <a:off x="6156489" y="6465223"/>
            <a:ext cx="2844539" cy="430819"/>
          </a:xfrm>
          <a:prstGeom prst="cloud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1F4A7936-1415-6342-E39F-E7315181EB26}"/>
              </a:ext>
            </a:extLst>
          </p:cNvPr>
          <p:cNvSpPr/>
          <p:nvPr/>
        </p:nvSpPr>
        <p:spPr>
          <a:xfrm rot="19577717">
            <a:off x="122995" y="13537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F9D71E67-7531-92F3-0ED8-6CDABF6C03F2}"/>
              </a:ext>
            </a:extLst>
          </p:cNvPr>
          <p:cNvSpPr/>
          <p:nvPr/>
        </p:nvSpPr>
        <p:spPr>
          <a:xfrm rot="19577717">
            <a:off x="721007" y="10067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B308989E-37C7-5C91-2526-E53DAD712344}"/>
              </a:ext>
            </a:extLst>
          </p:cNvPr>
          <p:cNvSpPr/>
          <p:nvPr/>
        </p:nvSpPr>
        <p:spPr>
          <a:xfrm rot="19577717">
            <a:off x="1059743" y="13065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D9A43EB4-F4D2-8536-F077-4328F26E4ACD}"/>
              </a:ext>
            </a:extLst>
          </p:cNvPr>
          <p:cNvSpPr/>
          <p:nvPr/>
        </p:nvSpPr>
        <p:spPr>
          <a:xfrm rot="19577717">
            <a:off x="967719" y="22843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7DB01A20-470B-9742-AB05-124DA105ECDB}"/>
              </a:ext>
            </a:extLst>
          </p:cNvPr>
          <p:cNvSpPr/>
          <p:nvPr/>
        </p:nvSpPr>
        <p:spPr>
          <a:xfrm rot="19577717">
            <a:off x="406837" y="10318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4F3C52F0-58DF-F4AB-E33A-836C376E7DF9}"/>
              </a:ext>
            </a:extLst>
          </p:cNvPr>
          <p:cNvSpPr/>
          <p:nvPr/>
        </p:nvSpPr>
        <p:spPr>
          <a:xfrm rot="19577717">
            <a:off x="946761" y="16577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76F05AAF-1118-63B0-40F2-1741AD44546E}"/>
              </a:ext>
            </a:extLst>
          </p:cNvPr>
          <p:cNvSpPr/>
          <p:nvPr/>
        </p:nvSpPr>
        <p:spPr>
          <a:xfrm rot="19577717">
            <a:off x="406837" y="35055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6011AC4C-B7BD-80D5-BCED-65567C087E14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9ECE4E62-081B-BAA3-FBC9-E6C2A74F9FCF}"/>
              </a:ext>
            </a:extLst>
          </p:cNvPr>
          <p:cNvSpPr/>
          <p:nvPr/>
        </p:nvSpPr>
        <p:spPr>
          <a:xfrm rot="19577717">
            <a:off x="805309" y="272390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8DBB6694-0C16-8B4D-9EE0-E021FD0B4FC5}"/>
              </a:ext>
            </a:extLst>
          </p:cNvPr>
          <p:cNvSpPr/>
          <p:nvPr/>
        </p:nvSpPr>
        <p:spPr>
          <a:xfrm rot="18333733">
            <a:off x="1281162" y="38587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6C0C7155-5B50-2A17-CDAD-6F2FA1C2524B}"/>
              </a:ext>
            </a:extLst>
          </p:cNvPr>
          <p:cNvSpPr/>
          <p:nvPr/>
        </p:nvSpPr>
        <p:spPr>
          <a:xfrm rot="19577717">
            <a:off x="696093" y="19578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6B45EF9D-AFE1-F358-5304-D7F24CBF973B}"/>
              </a:ext>
            </a:extLst>
          </p:cNvPr>
          <p:cNvSpPr/>
          <p:nvPr/>
        </p:nvSpPr>
        <p:spPr>
          <a:xfrm rot="19577717">
            <a:off x="1236017" y="25837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Felhő 152">
            <a:extLst>
              <a:ext uri="{FF2B5EF4-FFF2-40B4-BE49-F238E27FC236}">
                <a16:creationId xmlns:a16="http://schemas.microsoft.com/office/drawing/2014/main" id="{4757AD63-1601-E75B-0E95-3B26D5FBFEA1}"/>
              </a:ext>
            </a:extLst>
          </p:cNvPr>
          <p:cNvSpPr/>
          <p:nvPr/>
        </p:nvSpPr>
        <p:spPr>
          <a:xfrm>
            <a:off x="0" y="30805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4154903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9B1D703F-7E35-4215-84F8-2EEC1E2943DD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F82FC4C2-91D8-4DE2-B24E-046392F0F96F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37E3BD33-9B2B-443B-93BE-EA0559BFCA48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99CFA911-026E-4670-B84C-76C1C88EB5A0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6006FD4B-7526-4609-AA21-CB066F280B6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AB9E9AF8-ADFB-4152-9B57-5B2DD42DBA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5B23E9EE-9261-4B85-A5B5-85DED92D957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647167FE-750A-4E1A-9902-CBC5876FA0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5D541388-D1B8-44DA-A267-C1E7E298DF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B50FE6C0-7A98-452E-BBC3-831C35216C3C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EF8CE0A3-74AE-48B7-9493-A1D641743D6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4" name="Téglalap 13">
            <a:extLst>
              <a:ext uri="{FF2B5EF4-FFF2-40B4-BE49-F238E27FC236}">
                <a16:creationId xmlns:a16="http://schemas.microsoft.com/office/drawing/2014/main" id="{F4E9D8A7-07D4-4C81-848A-343F6EA4B1B0}"/>
              </a:ext>
            </a:extLst>
          </p:cNvPr>
          <p:cNvSpPr/>
          <p:nvPr/>
        </p:nvSpPr>
        <p:spPr>
          <a:xfrm>
            <a:off x="0" y="6536173"/>
            <a:ext cx="8446076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" name="Csoportba foglalás 14">
            <a:extLst>
              <a:ext uri="{FF2B5EF4-FFF2-40B4-BE49-F238E27FC236}">
                <a16:creationId xmlns:a16="http://schemas.microsoft.com/office/drawing/2014/main" id="{90CE8C95-0403-456F-A4EE-9EE3B9C78AAC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6" name="Csoportba foglalás 15">
              <a:extLst>
                <a:ext uri="{FF2B5EF4-FFF2-40B4-BE49-F238E27FC236}">
                  <a16:creationId xmlns:a16="http://schemas.microsoft.com/office/drawing/2014/main" id="{D05CE4ED-440E-45A8-BAC4-1B4474109C82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9" name="Henger 18">
                <a:extLst>
                  <a:ext uri="{FF2B5EF4-FFF2-40B4-BE49-F238E27FC236}">
                    <a16:creationId xmlns:a16="http://schemas.microsoft.com/office/drawing/2014/main" id="{BBC09AC9-8A1D-45AE-9351-71E449DB757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E0399D5E-5C79-4B71-9508-9B6DBEA05A7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Téglalap 20">
                <a:extLst>
                  <a:ext uri="{FF2B5EF4-FFF2-40B4-BE49-F238E27FC236}">
                    <a16:creationId xmlns:a16="http://schemas.microsoft.com/office/drawing/2014/main" id="{C8BE57E4-DF62-4A5D-B846-018BAE8F3C5A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53FC13F2-C1F5-418E-AA96-F241AA9268F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6A531EFB-BB2A-42FD-B6D1-37F70C07E0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04807FCD-4509-4172-A36C-24FAC910F96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C8026B07-CFD6-4D37-B16D-D48DE31A34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EB99FC56-D71B-4A25-913F-258C95945BD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2D978199-7FED-416F-B87F-21C6B18266F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91545B55-4DC7-4C77-B107-0212FA7E590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8" name="Egyenes összekötő 17">
              <a:extLst>
                <a:ext uri="{FF2B5EF4-FFF2-40B4-BE49-F238E27FC236}">
                  <a16:creationId xmlns:a16="http://schemas.microsoft.com/office/drawing/2014/main" id="{19A662FD-7989-4CF5-815B-902F38FFC701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FE0C7A6F-1431-4A9A-AEFA-4DD57F8DB0AE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E4431C5C-459F-4ABA-B74E-A0E49AE3018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D7A3ECEB-19B6-49C2-BA04-D13EFB14D53E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797124C1-49BB-47E4-8270-4E0275A1AAD1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Derékszögű háromszög 74">
                  <a:extLst>
                    <a:ext uri="{FF2B5EF4-FFF2-40B4-BE49-F238E27FC236}">
                      <a16:creationId xmlns:a16="http://schemas.microsoft.com/office/drawing/2014/main" id="{03081B5F-B19A-4E65-9596-591D935F4053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6" name="Téglalap 15">
                  <a:extLst>
                    <a:ext uri="{FF2B5EF4-FFF2-40B4-BE49-F238E27FC236}">
                      <a16:creationId xmlns:a16="http://schemas.microsoft.com/office/drawing/2014/main" id="{1B49EBA4-CA16-479A-AA32-8B66D1ED8F72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7" name="Folyamatábra: Tárolt adat 17">
                  <a:extLst>
                    <a:ext uri="{FF2B5EF4-FFF2-40B4-BE49-F238E27FC236}">
                      <a16:creationId xmlns:a16="http://schemas.microsoft.com/office/drawing/2014/main" id="{0DFCB701-0D92-4588-AF2D-CF10D1A96CFC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8917B6F5-95FF-46D2-B5DC-19B5B8BB1AC8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Romboid 78">
                  <a:extLst>
                    <a:ext uri="{FF2B5EF4-FFF2-40B4-BE49-F238E27FC236}">
                      <a16:creationId xmlns:a16="http://schemas.microsoft.com/office/drawing/2014/main" id="{AB47CBBA-3AAF-4DAC-874E-60433CB8F90E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 79">
                  <a:extLst>
                    <a:ext uri="{FF2B5EF4-FFF2-40B4-BE49-F238E27FC236}">
                      <a16:creationId xmlns:a16="http://schemas.microsoft.com/office/drawing/2014/main" id="{7FBA6C5F-AF90-4A82-A816-AF593E3D6A19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81CF4292-D6E2-4289-9771-2B7FF341C547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08CA3387-079E-4BF6-8F6C-8FCDA8E8177B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7758A447-FA34-47B7-BF87-CBCBB29350AF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24AA03A1-026F-407D-9834-5448DCD9543E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DB7575A6-0098-42C5-9F82-F094FFFCAD00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F2B1EF73-23E9-4D94-8D1E-272556597B37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2" name="Picture 2" descr="Forráskép megtekintése">
                <a:extLst>
                  <a:ext uri="{FF2B5EF4-FFF2-40B4-BE49-F238E27FC236}">
                    <a16:creationId xmlns:a16="http://schemas.microsoft.com/office/drawing/2014/main" id="{115F0060-101B-4545-9468-D72B5AE72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3" name="Picture 6" descr="Forráskép megtekintése">
                <a:extLst>
                  <a:ext uri="{FF2B5EF4-FFF2-40B4-BE49-F238E27FC236}">
                    <a16:creationId xmlns:a16="http://schemas.microsoft.com/office/drawing/2014/main" id="{4CDBF534-29D5-4D94-85E4-FC5160711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F881652D-D34C-45C2-8727-649BBE1322F9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9" name="Csoportba foglalás 58">
                <a:extLst>
                  <a:ext uri="{FF2B5EF4-FFF2-40B4-BE49-F238E27FC236}">
                    <a16:creationId xmlns:a16="http://schemas.microsoft.com/office/drawing/2014/main" id="{D2CBFE66-33F7-43F2-901C-6C060B51BF77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1F705AA5-DBEF-4E5B-B533-D5F24FD191BA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3B7CB03B-1B62-4933-85A1-F31606E640CE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Téglalap 63">
                  <a:extLst>
                    <a:ext uri="{FF2B5EF4-FFF2-40B4-BE49-F238E27FC236}">
                      <a16:creationId xmlns:a16="http://schemas.microsoft.com/office/drawing/2014/main" id="{4DFE5094-29AB-438C-8C74-3BEEBED1CA2E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ECE3F599-35C0-457D-AE26-9F9869D7CF90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456CAF1E-5E89-4CFB-86A5-B490D5FDB1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7568D396-152E-44D9-97D4-03A4854896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31AB7753-34CC-427A-A84A-C942C20B87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8590815D-6369-42B2-9031-BF60C1C26B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0" name="Ellipszis 69">
                  <a:extLst>
                    <a:ext uri="{FF2B5EF4-FFF2-40B4-BE49-F238E27FC236}">
                      <a16:creationId xmlns:a16="http://schemas.microsoft.com/office/drawing/2014/main" id="{1321A479-7B8D-4703-800E-FA125BE4A946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FC5F52A3-E722-4517-BBD7-ED413A68259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AAEEBEB4-23A8-46B1-BCDF-A2E8E2FFD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B171C3FE-ACE8-4BB6-8B4E-A68642898D40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9" name="Henger 48">
                <a:extLst>
                  <a:ext uri="{FF2B5EF4-FFF2-40B4-BE49-F238E27FC236}">
                    <a16:creationId xmlns:a16="http://schemas.microsoft.com/office/drawing/2014/main" id="{FF454BFC-6376-483F-A8B6-10DC1B8313FE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0" name="Csoportba foglalás 49">
                <a:extLst>
                  <a:ext uri="{FF2B5EF4-FFF2-40B4-BE49-F238E27FC236}">
                    <a16:creationId xmlns:a16="http://schemas.microsoft.com/office/drawing/2014/main" id="{A2C9CECF-E478-4AC3-8F62-9EBBF5B84AEB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723292DD-6E39-4667-BD7A-2871C65FA927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3" name="Ellipszis 52">
                  <a:extLst>
                    <a:ext uri="{FF2B5EF4-FFF2-40B4-BE49-F238E27FC236}">
                      <a16:creationId xmlns:a16="http://schemas.microsoft.com/office/drawing/2014/main" id="{9B72AF69-46C3-4C38-96FF-EE2D302232DA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C6B3C01B-DB6F-4054-9D9D-082BEFD4F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A70750EB-69AD-4621-A59B-5975EF41C0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BC885077-981F-4BE1-99E0-F0233E929D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DB2C64AA-F885-442E-96CB-68E8DBD613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8" name="Ellipszis 57">
                  <a:extLst>
                    <a:ext uri="{FF2B5EF4-FFF2-40B4-BE49-F238E27FC236}">
                      <a16:creationId xmlns:a16="http://schemas.microsoft.com/office/drawing/2014/main" id="{D09DD634-27BD-445B-9826-B505B320F205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1" name="Téglalap 50">
                <a:extLst>
                  <a:ext uri="{FF2B5EF4-FFF2-40B4-BE49-F238E27FC236}">
                    <a16:creationId xmlns:a16="http://schemas.microsoft.com/office/drawing/2014/main" id="{251AE8EA-621C-493C-9C50-722B6B61C3BB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7BB4619E-7C27-4997-B33A-C07F3F31C38E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3" name="Csoportba foglalás 32">
                <a:extLst>
                  <a:ext uri="{FF2B5EF4-FFF2-40B4-BE49-F238E27FC236}">
                    <a16:creationId xmlns:a16="http://schemas.microsoft.com/office/drawing/2014/main" id="{42B0793A-6055-46C5-9885-96EDA891972D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1" name="Henger 40">
                  <a:extLst>
                    <a:ext uri="{FF2B5EF4-FFF2-40B4-BE49-F238E27FC236}">
                      <a16:creationId xmlns:a16="http://schemas.microsoft.com/office/drawing/2014/main" id="{1F30E585-28E3-4F52-8D94-425DAB967997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0CB5A62D-2820-4805-AAE7-AC8A136DE781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3" name="Ív 42">
                  <a:extLst>
                    <a:ext uri="{FF2B5EF4-FFF2-40B4-BE49-F238E27FC236}">
                      <a16:creationId xmlns:a16="http://schemas.microsoft.com/office/drawing/2014/main" id="{59E8677D-E775-4F1A-9E62-06FC57A99E6B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4" name="Picture 2" descr="Forráskép megtekintése">
                  <a:extLst>
                    <a:ext uri="{FF2B5EF4-FFF2-40B4-BE49-F238E27FC236}">
                      <a16:creationId xmlns:a16="http://schemas.microsoft.com/office/drawing/2014/main" id="{A92914BD-C796-486C-BDD5-83D9FC8A22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5" name="Téglalap 44">
                  <a:extLst>
                    <a:ext uri="{FF2B5EF4-FFF2-40B4-BE49-F238E27FC236}">
                      <a16:creationId xmlns:a16="http://schemas.microsoft.com/office/drawing/2014/main" id="{1C21C0C3-8A6E-4FBD-9719-6F320BE43E9E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Csillag: 4 ágú 45">
                  <a:extLst>
                    <a:ext uri="{FF2B5EF4-FFF2-40B4-BE49-F238E27FC236}">
                      <a16:creationId xmlns:a16="http://schemas.microsoft.com/office/drawing/2014/main" id="{72DE3B88-3007-442F-975A-32AFDD07BA35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Szabadkézi sokszög: alakzat 46">
                  <a:extLst>
                    <a:ext uri="{FF2B5EF4-FFF2-40B4-BE49-F238E27FC236}">
                      <a16:creationId xmlns:a16="http://schemas.microsoft.com/office/drawing/2014/main" id="{79C99D51-83CA-4C56-B40A-6737B4BCBA0B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8" name="Ellipszis 47">
                  <a:extLst>
                    <a:ext uri="{FF2B5EF4-FFF2-40B4-BE49-F238E27FC236}">
                      <a16:creationId xmlns:a16="http://schemas.microsoft.com/office/drawing/2014/main" id="{62FF5FC7-6316-45ED-9D6F-083E4D5FCAEE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598E4A9E-756D-4F36-B4EA-D3020B7CB1E9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D3A2BD89-3B1B-4FE8-B967-214CD19F95FE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6" name="Egyenes összekötő 35">
                <a:extLst>
                  <a:ext uri="{FF2B5EF4-FFF2-40B4-BE49-F238E27FC236}">
                    <a16:creationId xmlns:a16="http://schemas.microsoft.com/office/drawing/2014/main" id="{23067895-8FB0-44C9-8F2C-F002701E1C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6CA457FD-A6B0-4269-8C1A-FD8E78EF9FA1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96413AE8-B5A9-4EAE-AA93-C82CC1E153D7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9" name="Kép 38">
                <a:extLst>
                  <a:ext uri="{FF2B5EF4-FFF2-40B4-BE49-F238E27FC236}">
                    <a16:creationId xmlns:a16="http://schemas.microsoft.com/office/drawing/2014/main" id="{CB66B449-EFAC-4F1B-BB19-5B80C561B9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4B6CACF7-B6B7-4D22-BD0C-C6F80C0A7E5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7" name="Téglalap 85">
            <a:extLst>
              <a:ext uri="{FF2B5EF4-FFF2-40B4-BE49-F238E27FC236}">
                <a16:creationId xmlns:a16="http://schemas.microsoft.com/office/drawing/2014/main" id="{7C313967-2B61-4A9C-B6B5-FE1B68F931EA}"/>
              </a:ext>
            </a:extLst>
          </p:cNvPr>
          <p:cNvSpPr/>
          <p:nvPr/>
        </p:nvSpPr>
        <p:spPr>
          <a:xfrm>
            <a:off x="4297802" y="6426000"/>
            <a:ext cx="12192000" cy="432000"/>
          </a:xfrm>
          <a:custGeom>
            <a:avLst/>
            <a:gdLst>
              <a:gd name="connsiteX0" fmla="*/ 0 w 12192000"/>
              <a:gd name="connsiteY0" fmla="*/ 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4" fmla="*/ 0 w 12192000"/>
              <a:gd name="connsiteY4" fmla="*/ 0 h 432000"/>
              <a:gd name="connsiteX0" fmla="*/ 0 w 12192000"/>
              <a:gd name="connsiteY0" fmla="*/ 43200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0" fmla="*/ 0 w 12192000"/>
              <a:gd name="connsiteY0" fmla="*/ 432000 h 432000"/>
              <a:gd name="connsiteX1" fmla="*/ 3436498 w 12192000"/>
              <a:gd name="connsiteY1" fmla="*/ 3177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  <a:gd name="connsiteX0" fmla="*/ 0 w 12192000"/>
              <a:gd name="connsiteY0" fmla="*/ 444500 h 444500"/>
              <a:gd name="connsiteX1" fmla="*/ 2407798 w 12192000"/>
              <a:gd name="connsiteY1" fmla="*/ 0 h 444500"/>
              <a:gd name="connsiteX2" fmla="*/ 12192000 w 12192000"/>
              <a:gd name="connsiteY2" fmla="*/ 12500 h 444500"/>
              <a:gd name="connsiteX3" fmla="*/ 12192000 w 12192000"/>
              <a:gd name="connsiteY3" fmla="*/ 444500 h 444500"/>
              <a:gd name="connsiteX4" fmla="*/ 0 w 12192000"/>
              <a:gd name="connsiteY4" fmla="*/ 444500 h 444500"/>
              <a:gd name="connsiteX0" fmla="*/ 0 w 12192000"/>
              <a:gd name="connsiteY0" fmla="*/ 432000 h 432000"/>
              <a:gd name="connsiteX1" fmla="*/ 2395098 w 12192000"/>
              <a:gd name="connsiteY1" fmla="*/ 1018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432000">
                <a:moveTo>
                  <a:pt x="0" y="432000"/>
                </a:moveTo>
                <a:lnTo>
                  <a:pt x="2395098" y="101800"/>
                </a:lnTo>
                <a:lnTo>
                  <a:pt x="12192000" y="0"/>
                </a:lnTo>
                <a:lnTo>
                  <a:pt x="12192000" y="432000"/>
                </a:lnTo>
                <a:lnTo>
                  <a:pt x="0" y="432000"/>
                </a:lnTo>
                <a:close/>
              </a:path>
            </a:pathLst>
          </a:cu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8" name="Csoportba foglalás 87">
            <a:extLst>
              <a:ext uri="{FF2B5EF4-FFF2-40B4-BE49-F238E27FC236}">
                <a16:creationId xmlns:a16="http://schemas.microsoft.com/office/drawing/2014/main" id="{E11B5073-D469-494E-933B-DADDB427C905}"/>
              </a:ext>
            </a:extLst>
          </p:cNvPr>
          <p:cNvGrpSpPr/>
          <p:nvPr/>
        </p:nvGrpSpPr>
        <p:grpSpPr>
          <a:xfrm>
            <a:off x="10750623" y="6057428"/>
            <a:ext cx="7827587" cy="834978"/>
            <a:chOff x="54262" y="6093411"/>
            <a:chExt cx="7827587" cy="834978"/>
          </a:xfrm>
        </p:grpSpPr>
        <p:grpSp>
          <p:nvGrpSpPr>
            <p:cNvPr id="89" name="Csoportba foglalás 88">
              <a:extLst>
                <a:ext uri="{FF2B5EF4-FFF2-40B4-BE49-F238E27FC236}">
                  <a16:creationId xmlns:a16="http://schemas.microsoft.com/office/drawing/2014/main" id="{707D5710-5E17-43A1-AA5A-D424E8A7983B}"/>
                </a:ext>
              </a:extLst>
            </p:cNvPr>
            <p:cNvGrpSpPr/>
            <p:nvPr/>
          </p:nvGrpSpPr>
          <p:grpSpPr>
            <a:xfrm flipH="1">
              <a:off x="6004232" y="6093411"/>
              <a:ext cx="1877617" cy="834978"/>
              <a:chOff x="575780" y="6081774"/>
              <a:chExt cx="1877617" cy="834978"/>
            </a:xfrm>
          </p:grpSpPr>
          <p:grpSp>
            <p:nvGrpSpPr>
              <p:cNvPr id="108" name="Csoportba foglalás 107">
                <a:extLst>
                  <a:ext uri="{FF2B5EF4-FFF2-40B4-BE49-F238E27FC236}">
                    <a16:creationId xmlns:a16="http://schemas.microsoft.com/office/drawing/2014/main" id="{DA14CD43-55E5-4329-81BD-48847EF4AA78}"/>
                  </a:ext>
                </a:extLst>
              </p:cNvPr>
              <p:cNvGrpSpPr/>
              <p:nvPr/>
            </p:nvGrpSpPr>
            <p:grpSpPr>
              <a:xfrm>
                <a:off x="1894652" y="6210033"/>
                <a:ext cx="289933" cy="445835"/>
                <a:chOff x="2352" y="6210033"/>
                <a:chExt cx="289933" cy="445835"/>
              </a:xfrm>
            </p:grpSpPr>
            <p:sp>
              <p:nvSpPr>
                <p:cNvPr id="127" name="Téglalap 126">
                  <a:extLst>
                    <a:ext uri="{FF2B5EF4-FFF2-40B4-BE49-F238E27FC236}">
                      <a16:creationId xmlns:a16="http://schemas.microsoft.com/office/drawing/2014/main" id="{E997E479-4736-4E38-B472-4F565AAB5231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Felhő 127">
                  <a:extLst>
                    <a:ext uri="{FF2B5EF4-FFF2-40B4-BE49-F238E27FC236}">
                      <a16:creationId xmlns:a16="http://schemas.microsoft.com/office/drawing/2014/main" id="{8E3CFB2E-D410-4171-8648-6E265AE97D5B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9" name="Csoportba foglalás 108">
                <a:extLst>
                  <a:ext uri="{FF2B5EF4-FFF2-40B4-BE49-F238E27FC236}">
                    <a16:creationId xmlns:a16="http://schemas.microsoft.com/office/drawing/2014/main" id="{AB36E95C-3C18-4E17-91BC-990A42BE6F1D}"/>
                  </a:ext>
                </a:extLst>
              </p:cNvPr>
              <p:cNvGrpSpPr/>
              <p:nvPr/>
            </p:nvGrpSpPr>
            <p:grpSpPr>
              <a:xfrm>
                <a:off x="1059835" y="6361632"/>
                <a:ext cx="289933" cy="445835"/>
                <a:chOff x="2352" y="6210033"/>
                <a:chExt cx="289933" cy="445835"/>
              </a:xfrm>
            </p:grpSpPr>
            <p:sp>
              <p:nvSpPr>
                <p:cNvPr id="125" name="Téglalap 124">
                  <a:extLst>
                    <a:ext uri="{FF2B5EF4-FFF2-40B4-BE49-F238E27FC236}">
                      <a16:creationId xmlns:a16="http://schemas.microsoft.com/office/drawing/2014/main" id="{8A159645-F24A-4DA9-86D3-FD06F50A0430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Felhő 125">
                  <a:extLst>
                    <a:ext uri="{FF2B5EF4-FFF2-40B4-BE49-F238E27FC236}">
                      <a16:creationId xmlns:a16="http://schemas.microsoft.com/office/drawing/2014/main" id="{7FD2F1D2-A8C3-43A0-9171-DDC36FBFE5D7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0" name="Csoportba foglalás 109">
                <a:extLst>
                  <a:ext uri="{FF2B5EF4-FFF2-40B4-BE49-F238E27FC236}">
                    <a16:creationId xmlns:a16="http://schemas.microsoft.com/office/drawing/2014/main" id="{15235B9E-8A7A-4EBB-BA4E-33055B6D667E}"/>
                  </a:ext>
                </a:extLst>
              </p:cNvPr>
              <p:cNvGrpSpPr/>
              <p:nvPr/>
            </p:nvGrpSpPr>
            <p:grpSpPr>
              <a:xfrm>
                <a:off x="766512" y="6233965"/>
                <a:ext cx="289933" cy="445835"/>
                <a:chOff x="2352" y="6210033"/>
                <a:chExt cx="289933" cy="445835"/>
              </a:xfrm>
            </p:grpSpPr>
            <p:sp>
              <p:nvSpPr>
                <p:cNvPr id="123" name="Téglalap 122">
                  <a:extLst>
                    <a:ext uri="{FF2B5EF4-FFF2-40B4-BE49-F238E27FC236}">
                      <a16:creationId xmlns:a16="http://schemas.microsoft.com/office/drawing/2014/main" id="{D9D08923-A347-40C9-8EC1-95F8CE2F681B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Felhő 123">
                  <a:extLst>
                    <a:ext uri="{FF2B5EF4-FFF2-40B4-BE49-F238E27FC236}">
                      <a16:creationId xmlns:a16="http://schemas.microsoft.com/office/drawing/2014/main" id="{65A92EB1-6CE8-4054-894E-653F9A26DC50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1" name="Csoportba foglalás 110">
                <a:extLst>
                  <a:ext uri="{FF2B5EF4-FFF2-40B4-BE49-F238E27FC236}">
                    <a16:creationId xmlns:a16="http://schemas.microsoft.com/office/drawing/2014/main" id="{050AE42B-28E7-4801-9923-E41E1D4B4B7F}"/>
                  </a:ext>
                </a:extLst>
              </p:cNvPr>
              <p:cNvGrpSpPr/>
              <p:nvPr/>
            </p:nvGrpSpPr>
            <p:grpSpPr>
              <a:xfrm>
                <a:off x="1591910" y="6374675"/>
                <a:ext cx="289933" cy="445835"/>
                <a:chOff x="2352" y="6210033"/>
                <a:chExt cx="289933" cy="445835"/>
              </a:xfrm>
            </p:grpSpPr>
            <p:sp>
              <p:nvSpPr>
                <p:cNvPr id="121" name="Téglalap 120">
                  <a:extLst>
                    <a:ext uri="{FF2B5EF4-FFF2-40B4-BE49-F238E27FC236}">
                      <a16:creationId xmlns:a16="http://schemas.microsoft.com/office/drawing/2014/main" id="{84AFD329-7972-490C-A83A-26342C328BDE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Felhő 121">
                  <a:extLst>
                    <a:ext uri="{FF2B5EF4-FFF2-40B4-BE49-F238E27FC236}">
                      <a16:creationId xmlns:a16="http://schemas.microsoft.com/office/drawing/2014/main" id="{2D4B29C8-45FC-4212-9D9E-E6DCCFA10DBB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2" name="Csoportba foglalás 111">
                <a:extLst>
                  <a:ext uri="{FF2B5EF4-FFF2-40B4-BE49-F238E27FC236}">
                    <a16:creationId xmlns:a16="http://schemas.microsoft.com/office/drawing/2014/main" id="{2C20CD7C-005C-434A-8891-E3091651DC3C}"/>
                  </a:ext>
                </a:extLst>
              </p:cNvPr>
              <p:cNvGrpSpPr/>
              <p:nvPr/>
            </p:nvGrpSpPr>
            <p:grpSpPr>
              <a:xfrm>
                <a:off x="2163464" y="6170102"/>
                <a:ext cx="289933" cy="445835"/>
                <a:chOff x="2352" y="6210033"/>
                <a:chExt cx="289933" cy="445835"/>
              </a:xfrm>
            </p:grpSpPr>
            <p:sp>
              <p:nvSpPr>
                <p:cNvPr id="119" name="Téglalap 118">
                  <a:extLst>
                    <a:ext uri="{FF2B5EF4-FFF2-40B4-BE49-F238E27FC236}">
                      <a16:creationId xmlns:a16="http://schemas.microsoft.com/office/drawing/2014/main" id="{D98EF964-9F91-4242-A2E5-C8E02CB789E0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Felhő 119">
                  <a:extLst>
                    <a:ext uri="{FF2B5EF4-FFF2-40B4-BE49-F238E27FC236}">
                      <a16:creationId xmlns:a16="http://schemas.microsoft.com/office/drawing/2014/main" id="{29BC5CC7-0859-4793-871C-47ECE5CD6F5C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3" name="Csoportba foglalás 112">
                <a:extLst>
                  <a:ext uri="{FF2B5EF4-FFF2-40B4-BE49-F238E27FC236}">
                    <a16:creationId xmlns:a16="http://schemas.microsoft.com/office/drawing/2014/main" id="{9A86CA19-51E8-4911-B101-C89D095A1961}"/>
                  </a:ext>
                </a:extLst>
              </p:cNvPr>
              <p:cNvGrpSpPr/>
              <p:nvPr/>
            </p:nvGrpSpPr>
            <p:grpSpPr>
              <a:xfrm>
                <a:off x="575780" y="6470917"/>
                <a:ext cx="289933" cy="445835"/>
                <a:chOff x="2352" y="6210033"/>
                <a:chExt cx="289933" cy="445835"/>
              </a:xfrm>
            </p:grpSpPr>
            <p:sp>
              <p:nvSpPr>
                <p:cNvPr id="117" name="Téglalap 116">
                  <a:extLst>
                    <a:ext uri="{FF2B5EF4-FFF2-40B4-BE49-F238E27FC236}">
                      <a16:creationId xmlns:a16="http://schemas.microsoft.com/office/drawing/2014/main" id="{2F7E2202-C21F-4F99-B3CA-E0AD8BD85166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8" name="Felhő 117">
                  <a:extLst>
                    <a:ext uri="{FF2B5EF4-FFF2-40B4-BE49-F238E27FC236}">
                      <a16:creationId xmlns:a16="http://schemas.microsoft.com/office/drawing/2014/main" id="{F00309D0-B95C-49DE-91F6-82B56161C673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4" name="Csoportba foglalás 113">
                <a:extLst>
                  <a:ext uri="{FF2B5EF4-FFF2-40B4-BE49-F238E27FC236}">
                    <a16:creationId xmlns:a16="http://schemas.microsoft.com/office/drawing/2014/main" id="{7C8D56AA-BD4C-449E-9B6A-99385D11A3E4}"/>
                  </a:ext>
                </a:extLst>
              </p:cNvPr>
              <p:cNvGrpSpPr/>
              <p:nvPr/>
            </p:nvGrpSpPr>
            <p:grpSpPr>
              <a:xfrm>
                <a:off x="677616" y="6081774"/>
                <a:ext cx="289933" cy="445835"/>
                <a:chOff x="2352" y="6210033"/>
                <a:chExt cx="289933" cy="445835"/>
              </a:xfrm>
            </p:grpSpPr>
            <p:sp>
              <p:nvSpPr>
                <p:cNvPr id="115" name="Téglalap 114">
                  <a:extLst>
                    <a:ext uri="{FF2B5EF4-FFF2-40B4-BE49-F238E27FC236}">
                      <a16:creationId xmlns:a16="http://schemas.microsoft.com/office/drawing/2014/main" id="{F45165F6-07AA-409D-8C87-3446572F187D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6" name="Felhő 115">
                  <a:extLst>
                    <a:ext uri="{FF2B5EF4-FFF2-40B4-BE49-F238E27FC236}">
                      <a16:creationId xmlns:a16="http://schemas.microsoft.com/office/drawing/2014/main" id="{92F7B705-6E5F-4080-B84C-E4FFEB41F0CA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</p:grpSp>
        <p:grpSp>
          <p:nvGrpSpPr>
            <p:cNvPr id="90" name="Csoportba foglalás 89">
              <a:extLst>
                <a:ext uri="{FF2B5EF4-FFF2-40B4-BE49-F238E27FC236}">
                  <a16:creationId xmlns:a16="http://schemas.microsoft.com/office/drawing/2014/main" id="{0C83F35B-2633-4549-BDB2-70C87EEAA5E0}"/>
                </a:ext>
              </a:extLst>
            </p:cNvPr>
            <p:cNvGrpSpPr/>
            <p:nvPr/>
          </p:nvGrpSpPr>
          <p:grpSpPr>
            <a:xfrm>
              <a:off x="1665025" y="6250068"/>
              <a:ext cx="289933" cy="445835"/>
              <a:chOff x="2352" y="6210033"/>
              <a:chExt cx="289933" cy="445835"/>
            </a:xfrm>
          </p:grpSpPr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27219109-F31B-4310-BBF8-6E3969BF2264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Felhő 106">
                <a:extLst>
                  <a:ext uri="{FF2B5EF4-FFF2-40B4-BE49-F238E27FC236}">
                    <a16:creationId xmlns:a16="http://schemas.microsoft.com/office/drawing/2014/main" id="{DBC59460-F23D-41D1-8BB1-8F389117B834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1" name="Csoportba foglalás 90">
              <a:extLst>
                <a:ext uri="{FF2B5EF4-FFF2-40B4-BE49-F238E27FC236}">
                  <a16:creationId xmlns:a16="http://schemas.microsoft.com/office/drawing/2014/main" id="{ABE75628-C3A5-45B7-931A-4E7BD594E0EF}"/>
                </a:ext>
              </a:extLst>
            </p:cNvPr>
            <p:cNvGrpSpPr/>
            <p:nvPr/>
          </p:nvGrpSpPr>
          <p:grpSpPr>
            <a:xfrm>
              <a:off x="750739" y="6426000"/>
              <a:ext cx="289933" cy="445835"/>
              <a:chOff x="2352" y="6210033"/>
              <a:chExt cx="289933" cy="445835"/>
            </a:xfrm>
          </p:grpSpPr>
          <p:sp>
            <p:nvSpPr>
              <p:cNvPr id="104" name="Téglalap 103">
                <a:extLst>
                  <a:ext uri="{FF2B5EF4-FFF2-40B4-BE49-F238E27FC236}">
                    <a16:creationId xmlns:a16="http://schemas.microsoft.com/office/drawing/2014/main" id="{FA47C2B7-46AF-4DE6-A554-CBB8B616231A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Felhő 104">
                <a:extLst>
                  <a:ext uri="{FF2B5EF4-FFF2-40B4-BE49-F238E27FC236}">
                    <a16:creationId xmlns:a16="http://schemas.microsoft.com/office/drawing/2014/main" id="{35558285-5507-44C8-90A7-44C22E0A5D64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2" name="Csoportba foglalás 91">
              <a:extLst>
                <a:ext uri="{FF2B5EF4-FFF2-40B4-BE49-F238E27FC236}">
                  <a16:creationId xmlns:a16="http://schemas.microsoft.com/office/drawing/2014/main" id="{98C0DD07-EA78-4859-A830-B73B790151F6}"/>
                </a:ext>
              </a:extLst>
            </p:cNvPr>
            <p:cNvGrpSpPr/>
            <p:nvPr/>
          </p:nvGrpSpPr>
          <p:grpSpPr>
            <a:xfrm>
              <a:off x="205855" y="6160332"/>
              <a:ext cx="289933" cy="445835"/>
              <a:chOff x="2352" y="6210033"/>
              <a:chExt cx="289933" cy="44583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9458BCF2-CFD6-4CD6-A6A5-867C2A315123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Felhő 102">
                <a:extLst>
                  <a:ext uri="{FF2B5EF4-FFF2-40B4-BE49-F238E27FC236}">
                    <a16:creationId xmlns:a16="http://schemas.microsoft.com/office/drawing/2014/main" id="{4EC117DC-5D46-4551-AD80-85D80A1784DB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3" name="Csoportba foglalás 92">
              <a:extLst>
                <a:ext uri="{FF2B5EF4-FFF2-40B4-BE49-F238E27FC236}">
                  <a16:creationId xmlns:a16="http://schemas.microsoft.com/office/drawing/2014/main" id="{039E4213-B457-4B5C-AC63-E101E137152D}"/>
                </a:ext>
              </a:extLst>
            </p:cNvPr>
            <p:cNvGrpSpPr/>
            <p:nvPr/>
          </p:nvGrpSpPr>
          <p:grpSpPr>
            <a:xfrm>
              <a:off x="1094709" y="6147548"/>
              <a:ext cx="289933" cy="445835"/>
              <a:chOff x="2352" y="6210033"/>
              <a:chExt cx="289933" cy="445835"/>
            </a:xfrm>
          </p:grpSpPr>
          <p:sp>
            <p:nvSpPr>
              <p:cNvPr id="100" name="Téglalap 99">
                <a:extLst>
                  <a:ext uri="{FF2B5EF4-FFF2-40B4-BE49-F238E27FC236}">
                    <a16:creationId xmlns:a16="http://schemas.microsoft.com/office/drawing/2014/main" id="{4BBA6A56-9926-4C41-A9B0-F143A7CBBD39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Felhő 100">
                <a:extLst>
                  <a:ext uri="{FF2B5EF4-FFF2-40B4-BE49-F238E27FC236}">
                    <a16:creationId xmlns:a16="http://schemas.microsoft.com/office/drawing/2014/main" id="{A9B8EA87-06B6-4B45-8FF7-75F082E687B7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4" name="Csoportba foglalás 93">
              <a:extLst>
                <a:ext uri="{FF2B5EF4-FFF2-40B4-BE49-F238E27FC236}">
                  <a16:creationId xmlns:a16="http://schemas.microsoft.com/office/drawing/2014/main" id="{15300338-9F39-41B1-A120-FAF14B1924F2}"/>
                </a:ext>
              </a:extLst>
            </p:cNvPr>
            <p:cNvGrpSpPr/>
            <p:nvPr/>
          </p:nvGrpSpPr>
          <p:grpSpPr>
            <a:xfrm>
              <a:off x="54262" y="6399429"/>
              <a:ext cx="289933" cy="445835"/>
              <a:chOff x="2352" y="6210033"/>
              <a:chExt cx="289933" cy="445835"/>
            </a:xfrm>
          </p:grpSpPr>
          <p:sp>
            <p:nvSpPr>
              <p:cNvPr id="98" name="Téglalap 97">
                <a:extLst>
                  <a:ext uri="{FF2B5EF4-FFF2-40B4-BE49-F238E27FC236}">
                    <a16:creationId xmlns:a16="http://schemas.microsoft.com/office/drawing/2014/main" id="{28135C27-5B96-48E3-94C4-5FA2EC42F6EA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Felhő 98">
                <a:extLst>
                  <a:ext uri="{FF2B5EF4-FFF2-40B4-BE49-F238E27FC236}">
                    <a16:creationId xmlns:a16="http://schemas.microsoft.com/office/drawing/2014/main" id="{4B36BEC5-D6D2-4953-A7DF-FB162CF4C89E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1F3DFC85-4496-48F3-8411-825076A1CE84}"/>
                </a:ext>
              </a:extLst>
            </p:cNvPr>
            <p:cNvGrpSpPr/>
            <p:nvPr/>
          </p:nvGrpSpPr>
          <p:grpSpPr>
            <a:xfrm>
              <a:off x="1373374" y="6375866"/>
              <a:ext cx="289933" cy="445835"/>
              <a:chOff x="2352" y="6210033"/>
              <a:chExt cx="289933" cy="445835"/>
            </a:xfrm>
          </p:grpSpPr>
          <p:sp>
            <p:nvSpPr>
              <p:cNvPr id="96" name="Téglalap 95">
                <a:extLst>
                  <a:ext uri="{FF2B5EF4-FFF2-40B4-BE49-F238E27FC236}">
                    <a16:creationId xmlns:a16="http://schemas.microsoft.com/office/drawing/2014/main" id="{46E8C60C-E685-476A-A223-0F35B00CBF44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Felhő 96">
                <a:extLst>
                  <a:ext uri="{FF2B5EF4-FFF2-40B4-BE49-F238E27FC236}">
                    <a16:creationId xmlns:a16="http://schemas.microsoft.com/office/drawing/2014/main" id="{793D54B3-D9FF-45CA-B4CB-9004FCA011A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sp>
        <p:nvSpPr>
          <p:cNvPr id="129" name="Felhő 128">
            <a:extLst>
              <a:ext uri="{FF2B5EF4-FFF2-40B4-BE49-F238E27FC236}">
                <a16:creationId xmlns:a16="http://schemas.microsoft.com/office/drawing/2014/main" id="{7F4F6FA4-C28A-4C67-B3F1-BB2BF0A24BBC}"/>
              </a:ext>
            </a:extLst>
          </p:cNvPr>
          <p:cNvSpPr/>
          <p:nvPr/>
        </p:nvSpPr>
        <p:spPr>
          <a:xfrm>
            <a:off x="7235989" y="6465223"/>
            <a:ext cx="2844539" cy="430819"/>
          </a:xfrm>
          <a:prstGeom prst="cloud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F02DF3F5-B2C2-4B52-AA45-3CB3FA6447F9}"/>
              </a:ext>
            </a:extLst>
          </p:cNvPr>
          <p:cNvSpPr/>
          <p:nvPr/>
        </p:nvSpPr>
        <p:spPr>
          <a:xfrm rot="19577717">
            <a:off x="122995" y="13537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33B2E545-19E4-4F60-9FC6-C3F723CC6CBB}"/>
              </a:ext>
            </a:extLst>
          </p:cNvPr>
          <p:cNvSpPr/>
          <p:nvPr/>
        </p:nvSpPr>
        <p:spPr>
          <a:xfrm rot="19577717">
            <a:off x="721007" y="10067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A11C949C-C907-43A1-8048-4C3A05A771B2}"/>
              </a:ext>
            </a:extLst>
          </p:cNvPr>
          <p:cNvSpPr/>
          <p:nvPr/>
        </p:nvSpPr>
        <p:spPr>
          <a:xfrm rot="19577717">
            <a:off x="1059743" y="13065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6EEBD00C-507C-4F54-9D49-3CFAFF195942}"/>
              </a:ext>
            </a:extLst>
          </p:cNvPr>
          <p:cNvSpPr/>
          <p:nvPr/>
        </p:nvSpPr>
        <p:spPr>
          <a:xfrm rot="19577717">
            <a:off x="967719" y="22843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8A1DAF4B-1AA5-48B9-8205-A829E99B5E48}"/>
              </a:ext>
            </a:extLst>
          </p:cNvPr>
          <p:cNvSpPr/>
          <p:nvPr/>
        </p:nvSpPr>
        <p:spPr>
          <a:xfrm rot="19577717">
            <a:off x="406837" y="10318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57E1FD61-C347-4420-AE26-AD4F64CBDD09}"/>
              </a:ext>
            </a:extLst>
          </p:cNvPr>
          <p:cNvSpPr/>
          <p:nvPr/>
        </p:nvSpPr>
        <p:spPr>
          <a:xfrm rot="19577717">
            <a:off x="946761" y="16577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40B78276-B7CB-4321-B33C-2C29FD03C9A9}"/>
              </a:ext>
            </a:extLst>
          </p:cNvPr>
          <p:cNvSpPr/>
          <p:nvPr/>
        </p:nvSpPr>
        <p:spPr>
          <a:xfrm rot="19577717">
            <a:off x="406837" y="35055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EB591AF2-00E4-4D3E-96B7-A3B74A24853D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3C5E6826-4BDD-40B8-86E4-704F443D3754}"/>
              </a:ext>
            </a:extLst>
          </p:cNvPr>
          <p:cNvSpPr/>
          <p:nvPr/>
        </p:nvSpPr>
        <p:spPr>
          <a:xfrm rot="19577717">
            <a:off x="805309" y="272390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223BC12A-28C3-4E02-80B4-68A45A011ADF}"/>
              </a:ext>
            </a:extLst>
          </p:cNvPr>
          <p:cNvSpPr/>
          <p:nvPr/>
        </p:nvSpPr>
        <p:spPr>
          <a:xfrm rot="18333733">
            <a:off x="1281162" y="38587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4114AA86-C3F1-4BAD-930D-3045A5911CC2}"/>
              </a:ext>
            </a:extLst>
          </p:cNvPr>
          <p:cNvSpPr/>
          <p:nvPr/>
        </p:nvSpPr>
        <p:spPr>
          <a:xfrm rot="19577717">
            <a:off x="696093" y="19578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D39D303C-84C6-41A0-A5B7-C989F6749B94}"/>
              </a:ext>
            </a:extLst>
          </p:cNvPr>
          <p:cNvSpPr/>
          <p:nvPr/>
        </p:nvSpPr>
        <p:spPr>
          <a:xfrm rot="19577717">
            <a:off x="1236017" y="25837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Felhő 141">
            <a:extLst>
              <a:ext uri="{FF2B5EF4-FFF2-40B4-BE49-F238E27FC236}">
                <a16:creationId xmlns:a16="http://schemas.microsoft.com/office/drawing/2014/main" id="{BC44FADB-B3AA-4E6E-8293-41721EEF8F5E}"/>
              </a:ext>
            </a:extLst>
          </p:cNvPr>
          <p:cNvSpPr/>
          <p:nvPr/>
        </p:nvSpPr>
        <p:spPr>
          <a:xfrm>
            <a:off x="0" y="30805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Felhő 142">
            <a:extLst>
              <a:ext uri="{FF2B5EF4-FFF2-40B4-BE49-F238E27FC236}">
                <a16:creationId xmlns:a16="http://schemas.microsoft.com/office/drawing/2014/main" id="{4486FA33-6826-4874-AC75-90966A4FBE71}"/>
              </a:ext>
            </a:extLst>
          </p:cNvPr>
          <p:cNvSpPr/>
          <p:nvPr/>
        </p:nvSpPr>
        <p:spPr>
          <a:xfrm>
            <a:off x="1522637" y="433876"/>
            <a:ext cx="2069392" cy="743353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D3B35104-FC91-4B45-AFB0-A23DD8FA6B75}"/>
              </a:ext>
            </a:extLst>
          </p:cNvPr>
          <p:cNvSpPr/>
          <p:nvPr/>
        </p:nvSpPr>
        <p:spPr>
          <a:xfrm rot="19577717">
            <a:off x="2790706" y="14331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0B867752-CBB9-45BB-B24E-B0219CA96B96}"/>
              </a:ext>
            </a:extLst>
          </p:cNvPr>
          <p:cNvSpPr/>
          <p:nvPr/>
        </p:nvSpPr>
        <p:spPr>
          <a:xfrm rot="19577717">
            <a:off x="1795883" y="163218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370CCFA5-2916-46C9-8F12-5A9E95764B30}"/>
              </a:ext>
            </a:extLst>
          </p:cNvPr>
          <p:cNvSpPr/>
          <p:nvPr/>
        </p:nvSpPr>
        <p:spPr>
          <a:xfrm rot="19577717">
            <a:off x="3255943" y="16968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4175632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194EBA8C-BF2A-458E-8C9D-F839E8A41DCD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67A6A1E9-092F-4C1C-8A7F-CC2EE7CB25FE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1D949F2B-9724-4CCE-BDD3-5BD4FC234FAD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C4ACB34F-1217-44CF-B29A-866AC58A1AAA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FFEC655A-1007-4DB3-89A3-FC26EE1E70E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2ED8AC76-9B58-483C-8E1F-9B1EB12A04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DA6D1B16-6342-4895-B7B0-BC9356ED35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00273101-3B7B-4E35-920D-5DEC89AD260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F5FAECEE-1DC5-4B5A-B28B-2FC8EE28DC3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90FB3491-F78B-4356-9904-0047CDF635AE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5D209188-6A54-49FF-8AA0-741EF0C3D0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4" name="Téglalap 13">
            <a:extLst>
              <a:ext uri="{FF2B5EF4-FFF2-40B4-BE49-F238E27FC236}">
                <a16:creationId xmlns:a16="http://schemas.microsoft.com/office/drawing/2014/main" id="{D8DB5720-D6F9-4AFA-90C8-27BAEFFA5E11}"/>
              </a:ext>
            </a:extLst>
          </p:cNvPr>
          <p:cNvSpPr/>
          <p:nvPr/>
        </p:nvSpPr>
        <p:spPr>
          <a:xfrm>
            <a:off x="0" y="6536173"/>
            <a:ext cx="12247881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" name="Csoportba foglalás 14">
            <a:extLst>
              <a:ext uri="{FF2B5EF4-FFF2-40B4-BE49-F238E27FC236}">
                <a16:creationId xmlns:a16="http://schemas.microsoft.com/office/drawing/2014/main" id="{4CAC9C44-521B-46EE-91DF-F8EBAFDF8D88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6" name="Csoportba foglalás 15">
              <a:extLst>
                <a:ext uri="{FF2B5EF4-FFF2-40B4-BE49-F238E27FC236}">
                  <a16:creationId xmlns:a16="http://schemas.microsoft.com/office/drawing/2014/main" id="{C29B7223-0DDA-45E9-B22E-1C8FF271A800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9" name="Henger 18">
                <a:extLst>
                  <a:ext uri="{FF2B5EF4-FFF2-40B4-BE49-F238E27FC236}">
                    <a16:creationId xmlns:a16="http://schemas.microsoft.com/office/drawing/2014/main" id="{B2190404-6812-4B2B-BEB9-392D960EA4E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1BB66978-3D17-4C51-AF2F-782813E7B61D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Téglalap 20">
                <a:extLst>
                  <a:ext uri="{FF2B5EF4-FFF2-40B4-BE49-F238E27FC236}">
                    <a16:creationId xmlns:a16="http://schemas.microsoft.com/office/drawing/2014/main" id="{72018303-2843-44AF-87F7-BD7CBDF04D5C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25282500-8DF3-478C-AB41-16E630B41F2F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6DA378AC-47F7-45A4-960E-57435C3CDC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C5CFC739-D9C8-4364-B21C-7A39447A3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EE40E215-2D77-46D4-AB2C-08E2149304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F6FAFBC1-056C-4E6A-AD7E-84547C409B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738EC537-FBD8-461E-84E8-7D80B8CDD2B7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B072230B-44A4-4F43-B5A2-E56925C348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8" name="Egyenes összekötő 17">
              <a:extLst>
                <a:ext uri="{FF2B5EF4-FFF2-40B4-BE49-F238E27FC236}">
                  <a16:creationId xmlns:a16="http://schemas.microsoft.com/office/drawing/2014/main" id="{2A9FDBDF-0A9E-4387-965C-79C2AFAD1330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21D2389A-4F67-423B-AFB2-A923C4F3A92E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090D7D72-9EB8-46B9-9C1B-B58E95278BF0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3B1EE67F-B582-4E9B-BDFA-06D52887ED74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1DBEECC7-B8FF-48DC-BCD9-27E5B4850C37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Derékszögű háromszög 74">
                  <a:extLst>
                    <a:ext uri="{FF2B5EF4-FFF2-40B4-BE49-F238E27FC236}">
                      <a16:creationId xmlns:a16="http://schemas.microsoft.com/office/drawing/2014/main" id="{E98556DB-D52D-421B-8490-DFF6377ACD0E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6" name="Téglalap 15">
                  <a:extLst>
                    <a:ext uri="{FF2B5EF4-FFF2-40B4-BE49-F238E27FC236}">
                      <a16:creationId xmlns:a16="http://schemas.microsoft.com/office/drawing/2014/main" id="{74A491F5-E674-4A55-86BD-7F72C16F09F3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7" name="Folyamatábra: Tárolt adat 17">
                  <a:extLst>
                    <a:ext uri="{FF2B5EF4-FFF2-40B4-BE49-F238E27FC236}">
                      <a16:creationId xmlns:a16="http://schemas.microsoft.com/office/drawing/2014/main" id="{06CB14D0-757E-4B30-A2BB-BBB2DBCDD295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9BB90733-2E8D-4BCA-97A0-5BFC9EFBF8B4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Romboid 78">
                  <a:extLst>
                    <a:ext uri="{FF2B5EF4-FFF2-40B4-BE49-F238E27FC236}">
                      <a16:creationId xmlns:a16="http://schemas.microsoft.com/office/drawing/2014/main" id="{1127F5AE-7FA3-4F0E-8455-64DBA60D5606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 79">
                  <a:extLst>
                    <a:ext uri="{FF2B5EF4-FFF2-40B4-BE49-F238E27FC236}">
                      <a16:creationId xmlns:a16="http://schemas.microsoft.com/office/drawing/2014/main" id="{155812FC-C422-48CA-AA48-F2C7B061D6A9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7D56E8C7-9CD8-4CAA-B941-2430B9A38612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DD2E4332-E390-4EAA-84E3-0E90AA2070CE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88E561C9-DA1D-4F0E-8AFC-D979D6CF294B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34A68595-1204-4E1C-A79E-BCD3E789DB88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5C29E85F-D72F-4725-97FC-BB606E5780AA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D2187AA5-4ED3-4617-B7A7-1937FCC8F5C5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2" name="Picture 2" descr="Forráskép megtekintése">
                <a:extLst>
                  <a:ext uri="{FF2B5EF4-FFF2-40B4-BE49-F238E27FC236}">
                    <a16:creationId xmlns:a16="http://schemas.microsoft.com/office/drawing/2014/main" id="{42FEC5D6-D119-4A52-9E28-8967BBA87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3" name="Picture 6" descr="Forráskép megtekintése">
                <a:extLst>
                  <a:ext uri="{FF2B5EF4-FFF2-40B4-BE49-F238E27FC236}">
                    <a16:creationId xmlns:a16="http://schemas.microsoft.com/office/drawing/2014/main" id="{5A52C3E4-166E-4703-8C0F-BDD400829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F4AF07EB-FF37-4341-9355-90B143693095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9" name="Csoportba foglalás 58">
                <a:extLst>
                  <a:ext uri="{FF2B5EF4-FFF2-40B4-BE49-F238E27FC236}">
                    <a16:creationId xmlns:a16="http://schemas.microsoft.com/office/drawing/2014/main" id="{0AB70270-591C-49B0-A153-7BA587BBBA3C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B0C92A0A-582B-44CD-A3FC-62223EE5C5CC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48AB239F-71AA-40AE-A9D5-0524369CA909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Téglalap 63">
                  <a:extLst>
                    <a:ext uri="{FF2B5EF4-FFF2-40B4-BE49-F238E27FC236}">
                      <a16:creationId xmlns:a16="http://schemas.microsoft.com/office/drawing/2014/main" id="{0CF12F55-D744-45F9-AE1D-55D55419D93B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06693F71-B3D1-4E42-BD52-AF26482AA198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43A2A93D-81DB-4320-9921-2B81816C5D4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F823DE81-DBBB-425E-B7BB-BF36F4F64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1553A062-4366-4CCA-9922-963451A815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A1792F6D-6933-417B-82BA-5ADD74FBBC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0" name="Ellipszis 69">
                  <a:extLst>
                    <a:ext uri="{FF2B5EF4-FFF2-40B4-BE49-F238E27FC236}">
                      <a16:creationId xmlns:a16="http://schemas.microsoft.com/office/drawing/2014/main" id="{44DF4855-6068-4265-A2B4-FB6D94463A45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14DE7878-0ACC-4F06-BD17-7DA5CE21B4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54F72E5E-4594-4A94-837E-0FAC6AFDB0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9CFF67F6-B99A-4763-B2B7-3EEBE527C15B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9" name="Henger 48">
                <a:extLst>
                  <a:ext uri="{FF2B5EF4-FFF2-40B4-BE49-F238E27FC236}">
                    <a16:creationId xmlns:a16="http://schemas.microsoft.com/office/drawing/2014/main" id="{A5E00208-1E98-4469-B609-B71FC28D332B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0" name="Csoportba foglalás 49">
                <a:extLst>
                  <a:ext uri="{FF2B5EF4-FFF2-40B4-BE49-F238E27FC236}">
                    <a16:creationId xmlns:a16="http://schemas.microsoft.com/office/drawing/2014/main" id="{8AE017ED-E481-4A8B-A512-BE6C3A63F66D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E8F1E8B2-A60B-4280-91A5-EEACDC258272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3" name="Ellipszis 52">
                  <a:extLst>
                    <a:ext uri="{FF2B5EF4-FFF2-40B4-BE49-F238E27FC236}">
                      <a16:creationId xmlns:a16="http://schemas.microsoft.com/office/drawing/2014/main" id="{530963DD-63C2-40CC-91A1-635C0E5FB201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74D7B50A-B455-4A45-BB8E-3AC164445E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35E249A7-C957-4169-9D18-EE2830AE4DC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3D749380-3128-432E-874F-7FAB85FCCF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E016A0D4-5A2F-4075-BE93-7823BDDC7F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8" name="Ellipszis 57">
                  <a:extLst>
                    <a:ext uri="{FF2B5EF4-FFF2-40B4-BE49-F238E27FC236}">
                      <a16:creationId xmlns:a16="http://schemas.microsoft.com/office/drawing/2014/main" id="{5FBDDC4D-066D-40ED-B6B1-1BB7BCE031A8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1" name="Téglalap 50">
                <a:extLst>
                  <a:ext uri="{FF2B5EF4-FFF2-40B4-BE49-F238E27FC236}">
                    <a16:creationId xmlns:a16="http://schemas.microsoft.com/office/drawing/2014/main" id="{1D315E88-3253-4DA0-AD7D-2E9ECBA68402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C7CF27A5-784E-4802-B869-454B912FE692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3" name="Csoportba foglalás 32">
                <a:extLst>
                  <a:ext uri="{FF2B5EF4-FFF2-40B4-BE49-F238E27FC236}">
                    <a16:creationId xmlns:a16="http://schemas.microsoft.com/office/drawing/2014/main" id="{9A42F045-8CEA-463A-9E4A-6CA284B3CBF7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1" name="Henger 40">
                  <a:extLst>
                    <a:ext uri="{FF2B5EF4-FFF2-40B4-BE49-F238E27FC236}">
                      <a16:creationId xmlns:a16="http://schemas.microsoft.com/office/drawing/2014/main" id="{1B858702-86A5-40A3-B4A1-308F1F636FC9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3FA4B17B-283F-4B7B-B213-A95F53BAE0BD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3" name="Ív 42">
                  <a:extLst>
                    <a:ext uri="{FF2B5EF4-FFF2-40B4-BE49-F238E27FC236}">
                      <a16:creationId xmlns:a16="http://schemas.microsoft.com/office/drawing/2014/main" id="{6AA38730-9B64-47B7-A960-D0B626D0B63C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4" name="Picture 2" descr="Forráskép megtekintése">
                  <a:extLst>
                    <a:ext uri="{FF2B5EF4-FFF2-40B4-BE49-F238E27FC236}">
                      <a16:creationId xmlns:a16="http://schemas.microsoft.com/office/drawing/2014/main" id="{40B5ABA5-C05C-4DE3-807C-0E78940DE9A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5" name="Téglalap 44">
                  <a:extLst>
                    <a:ext uri="{FF2B5EF4-FFF2-40B4-BE49-F238E27FC236}">
                      <a16:creationId xmlns:a16="http://schemas.microsoft.com/office/drawing/2014/main" id="{292C5EE2-59FC-4B1B-A31C-9FB5089779C5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Csillag: 4 ágú 45">
                  <a:extLst>
                    <a:ext uri="{FF2B5EF4-FFF2-40B4-BE49-F238E27FC236}">
                      <a16:creationId xmlns:a16="http://schemas.microsoft.com/office/drawing/2014/main" id="{E2BB2EB6-FB33-4612-994D-503E441630D2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Szabadkézi sokszög: alakzat 46">
                  <a:extLst>
                    <a:ext uri="{FF2B5EF4-FFF2-40B4-BE49-F238E27FC236}">
                      <a16:creationId xmlns:a16="http://schemas.microsoft.com/office/drawing/2014/main" id="{6A25F889-1CA3-4A0C-99D9-B9F67916517C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8" name="Ellipszis 47">
                  <a:extLst>
                    <a:ext uri="{FF2B5EF4-FFF2-40B4-BE49-F238E27FC236}">
                      <a16:creationId xmlns:a16="http://schemas.microsoft.com/office/drawing/2014/main" id="{83EAD4FF-F00E-47E7-81DA-82B5661DCEF7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35D7EF7C-726B-47AA-AECA-863384B7152A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8AC7D8AC-C51F-497C-AD3A-4FACFD13EB5E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6" name="Egyenes összekötő 35">
                <a:extLst>
                  <a:ext uri="{FF2B5EF4-FFF2-40B4-BE49-F238E27FC236}">
                    <a16:creationId xmlns:a16="http://schemas.microsoft.com/office/drawing/2014/main" id="{D6BEEEE1-67CB-49E9-A072-6E4E780E84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CD74E402-9A8F-427C-A786-E4EE2624932A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F2A4E991-FE8C-4A69-8C95-3B02F430B126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9" name="Kép 38">
                <a:extLst>
                  <a:ext uri="{FF2B5EF4-FFF2-40B4-BE49-F238E27FC236}">
                    <a16:creationId xmlns:a16="http://schemas.microsoft.com/office/drawing/2014/main" id="{026917BC-40B9-4A32-BFB2-7320E64FD5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86990205-ADD2-4B7E-A6BD-95EC0CD0CEE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7" name="Téglalap 85">
            <a:extLst>
              <a:ext uri="{FF2B5EF4-FFF2-40B4-BE49-F238E27FC236}">
                <a16:creationId xmlns:a16="http://schemas.microsoft.com/office/drawing/2014/main" id="{F9EAB07E-8E35-438C-AE9D-6A0216BDF5AB}"/>
              </a:ext>
            </a:extLst>
          </p:cNvPr>
          <p:cNvSpPr/>
          <p:nvPr/>
        </p:nvSpPr>
        <p:spPr>
          <a:xfrm>
            <a:off x="5072502" y="6426000"/>
            <a:ext cx="12192000" cy="432000"/>
          </a:xfrm>
          <a:custGeom>
            <a:avLst/>
            <a:gdLst>
              <a:gd name="connsiteX0" fmla="*/ 0 w 12192000"/>
              <a:gd name="connsiteY0" fmla="*/ 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4" fmla="*/ 0 w 12192000"/>
              <a:gd name="connsiteY4" fmla="*/ 0 h 432000"/>
              <a:gd name="connsiteX0" fmla="*/ 0 w 12192000"/>
              <a:gd name="connsiteY0" fmla="*/ 43200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0" fmla="*/ 0 w 12192000"/>
              <a:gd name="connsiteY0" fmla="*/ 432000 h 432000"/>
              <a:gd name="connsiteX1" fmla="*/ 3436498 w 12192000"/>
              <a:gd name="connsiteY1" fmla="*/ 3177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  <a:gd name="connsiteX0" fmla="*/ 0 w 12192000"/>
              <a:gd name="connsiteY0" fmla="*/ 444500 h 444500"/>
              <a:gd name="connsiteX1" fmla="*/ 2407798 w 12192000"/>
              <a:gd name="connsiteY1" fmla="*/ 0 h 444500"/>
              <a:gd name="connsiteX2" fmla="*/ 12192000 w 12192000"/>
              <a:gd name="connsiteY2" fmla="*/ 12500 h 444500"/>
              <a:gd name="connsiteX3" fmla="*/ 12192000 w 12192000"/>
              <a:gd name="connsiteY3" fmla="*/ 444500 h 444500"/>
              <a:gd name="connsiteX4" fmla="*/ 0 w 12192000"/>
              <a:gd name="connsiteY4" fmla="*/ 444500 h 444500"/>
              <a:gd name="connsiteX0" fmla="*/ 0 w 12192000"/>
              <a:gd name="connsiteY0" fmla="*/ 432000 h 432000"/>
              <a:gd name="connsiteX1" fmla="*/ 2395098 w 12192000"/>
              <a:gd name="connsiteY1" fmla="*/ 1018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432000">
                <a:moveTo>
                  <a:pt x="0" y="432000"/>
                </a:moveTo>
                <a:lnTo>
                  <a:pt x="2395098" y="101800"/>
                </a:lnTo>
                <a:lnTo>
                  <a:pt x="12192000" y="0"/>
                </a:lnTo>
                <a:lnTo>
                  <a:pt x="12192000" y="432000"/>
                </a:lnTo>
                <a:lnTo>
                  <a:pt x="0" y="432000"/>
                </a:lnTo>
                <a:close/>
              </a:path>
            </a:pathLst>
          </a:cu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8" name="Csoportba foglalás 87">
            <a:extLst>
              <a:ext uri="{FF2B5EF4-FFF2-40B4-BE49-F238E27FC236}">
                <a16:creationId xmlns:a16="http://schemas.microsoft.com/office/drawing/2014/main" id="{DDEF9C10-A467-4EBB-BA62-9AC1B97E9A94}"/>
              </a:ext>
            </a:extLst>
          </p:cNvPr>
          <p:cNvGrpSpPr/>
          <p:nvPr/>
        </p:nvGrpSpPr>
        <p:grpSpPr>
          <a:xfrm>
            <a:off x="11195123" y="6057428"/>
            <a:ext cx="7827587" cy="834978"/>
            <a:chOff x="54262" y="6093411"/>
            <a:chExt cx="7827587" cy="834978"/>
          </a:xfrm>
        </p:grpSpPr>
        <p:grpSp>
          <p:nvGrpSpPr>
            <p:cNvPr id="89" name="Csoportba foglalás 88">
              <a:extLst>
                <a:ext uri="{FF2B5EF4-FFF2-40B4-BE49-F238E27FC236}">
                  <a16:creationId xmlns:a16="http://schemas.microsoft.com/office/drawing/2014/main" id="{C722C3F5-C39F-45E6-991A-79EC281F0A2D}"/>
                </a:ext>
              </a:extLst>
            </p:cNvPr>
            <p:cNvGrpSpPr/>
            <p:nvPr/>
          </p:nvGrpSpPr>
          <p:grpSpPr>
            <a:xfrm flipH="1">
              <a:off x="6004232" y="6093411"/>
              <a:ext cx="1877617" cy="834978"/>
              <a:chOff x="575780" y="6081774"/>
              <a:chExt cx="1877617" cy="834978"/>
            </a:xfrm>
          </p:grpSpPr>
          <p:grpSp>
            <p:nvGrpSpPr>
              <p:cNvPr id="108" name="Csoportba foglalás 107">
                <a:extLst>
                  <a:ext uri="{FF2B5EF4-FFF2-40B4-BE49-F238E27FC236}">
                    <a16:creationId xmlns:a16="http://schemas.microsoft.com/office/drawing/2014/main" id="{F4C86E98-276E-4574-BE64-284668992E07}"/>
                  </a:ext>
                </a:extLst>
              </p:cNvPr>
              <p:cNvGrpSpPr/>
              <p:nvPr/>
            </p:nvGrpSpPr>
            <p:grpSpPr>
              <a:xfrm>
                <a:off x="1894652" y="6210033"/>
                <a:ext cx="289933" cy="445835"/>
                <a:chOff x="2352" y="6210033"/>
                <a:chExt cx="289933" cy="445835"/>
              </a:xfrm>
            </p:grpSpPr>
            <p:sp>
              <p:nvSpPr>
                <p:cNvPr id="127" name="Téglalap 126">
                  <a:extLst>
                    <a:ext uri="{FF2B5EF4-FFF2-40B4-BE49-F238E27FC236}">
                      <a16:creationId xmlns:a16="http://schemas.microsoft.com/office/drawing/2014/main" id="{FA609E2F-6C96-4CF7-9E30-7993BDDB0668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Felhő 127">
                  <a:extLst>
                    <a:ext uri="{FF2B5EF4-FFF2-40B4-BE49-F238E27FC236}">
                      <a16:creationId xmlns:a16="http://schemas.microsoft.com/office/drawing/2014/main" id="{50D0F6E2-9D09-4FC2-B929-B24F9D74E8B6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9" name="Csoportba foglalás 108">
                <a:extLst>
                  <a:ext uri="{FF2B5EF4-FFF2-40B4-BE49-F238E27FC236}">
                    <a16:creationId xmlns:a16="http://schemas.microsoft.com/office/drawing/2014/main" id="{D73E75B5-8BAE-4969-B053-CAABADD05A5A}"/>
                  </a:ext>
                </a:extLst>
              </p:cNvPr>
              <p:cNvGrpSpPr/>
              <p:nvPr/>
            </p:nvGrpSpPr>
            <p:grpSpPr>
              <a:xfrm>
                <a:off x="1059835" y="6361632"/>
                <a:ext cx="289933" cy="445835"/>
                <a:chOff x="2352" y="6210033"/>
                <a:chExt cx="289933" cy="445835"/>
              </a:xfrm>
            </p:grpSpPr>
            <p:sp>
              <p:nvSpPr>
                <p:cNvPr id="125" name="Téglalap 124">
                  <a:extLst>
                    <a:ext uri="{FF2B5EF4-FFF2-40B4-BE49-F238E27FC236}">
                      <a16:creationId xmlns:a16="http://schemas.microsoft.com/office/drawing/2014/main" id="{36E70755-CAFF-4ECD-BEF0-0E343FAFB3B2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Felhő 125">
                  <a:extLst>
                    <a:ext uri="{FF2B5EF4-FFF2-40B4-BE49-F238E27FC236}">
                      <a16:creationId xmlns:a16="http://schemas.microsoft.com/office/drawing/2014/main" id="{B9CD0168-6957-4C21-9957-9EB2CCA3D446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0" name="Csoportba foglalás 109">
                <a:extLst>
                  <a:ext uri="{FF2B5EF4-FFF2-40B4-BE49-F238E27FC236}">
                    <a16:creationId xmlns:a16="http://schemas.microsoft.com/office/drawing/2014/main" id="{B59D8529-AF60-46C6-9965-13CC0680781B}"/>
                  </a:ext>
                </a:extLst>
              </p:cNvPr>
              <p:cNvGrpSpPr/>
              <p:nvPr/>
            </p:nvGrpSpPr>
            <p:grpSpPr>
              <a:xfrm>
                <a:off x="766512" y="6233965"/>
                <a:ext cx="289933" cy="445835"/>
                <a:chOff x="2352" y="6210033"/>
                <a:chExt cx="289933" cy="445835"/>
              </a:xfrm>
            </p:grpSpPr>
            <p:sp>
              <p:nvSpPr>
                <p:cNvPr id="123" name="Téglalap 122">
                  <a:extLst>
                    <a:ext uri="{FF2B5EF4-FFF2-40B4-BE49-F238E27FC236}">
                      <a16:creationId xmlns:a16="http://schemas.microsoft.com/office/drawing/2014/main" id="{95230D87-55FB-4A40-8E84-6C27A3530C9F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Felhő 123">
                  <a:extLst>
                    <a:ext uri="{FF2B5EF4-FFF2-40B4-BE49-F238E27FC236}">
                      <a16:creationId xmlns:a16="http://schemas.microsoft.com/office/drawing/2014/main" id="{843E4C85-A59A-46B8-8D77-0DCCF985C175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1" name="Csoportba foglalás 110">
                <a:extLst>
                  <a:ext uri="{FF2B5EF4-FFF2-40B4-BE49-F238E27FC236}">
                    <a16:creationId xmlns:a16="http://schemas.microsoft.com/office/drawing/2014/main" id="{4EC78466-CA20-4903-B6F1-7664676111AB}"/>
                  </a:ext>
                </a:extLst>
              </p:cNvPr>
              <p:cNvGrpSpPr/>
              <p:nvPr/>
            </p:nvGrpSpPr>
            <p:grpSpPr>
              <a:xfrm>
                <a:off x="1591910" y="6374675"/>
                <a:ext cx="289933" cy="445835"/>
                <a:chOff x="2352" y="6210033"/>
                <a:chExt cx="289933" cy="445835"/>
              </a:xfrm>
            </p:grpSpPr>
            <p:sp>
              <p:nvSpPr>
                <p:cNvPr id="121" name="Téglalap 120">
                  <a:extLst>
                    <a:ext uri="{FF2B5EF4-FFF2-40B4-BE49-F238E27FC236}">
                      <a16:creationId xmlns:a16="http://schemas.microsoft.com/office/drawing/2014/main" id="{4BC9E4C7-2C12-486C-A935-B5B1A3FC39C0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Felhő 121">
                  <a:extLst>
                    <a:ext uri="{FF2B5EF4-FFF2-40B4-BE49-F238E27FC236}">
                      <a16:creationId xmlns:a16="http://schemas.microsoft.com/office/drawing/2014/main" id="{1A2FE8B2-787C-40D7-BC63-9B3A2A67A38B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2" name="Csoportba foglalás 111">
                <a:extLst>
                  <a:ext uri="{FF2B5EF4-FFF2-40B4-BE49-F238E27FC236}">
                    <a16:creationId xmlns:a16="http://schemas.microsoft.com/office/drawing/2014/main" id="{1FA884E9-A15C-49DE-B6FA-A397923E0646}"/>
                  </a:ext>
                </a:extLst>
              </p:cNvPr>
              <p:cNvGrpSpPr/>
              <p:nvPr/>
            </p:nvGrpSpPr>
            <p:grpSpPr>
              <a:xfrm>
                <a:off x="2163464" y="6170102"/>
                <a:ext cx="289933" cy="445835"/>
                <a:chOff x="2352" y="6210033"/>
                <a:chExt cx="289933" cy="445835"/>
              </a:xfrm>
            </p:grpSpPr>
            <p:sp>
              <p:nvSpPr>
                <p:cNvPr id="119" name="Téglalap 118">
                  <a:extLst>
                    <a:ext uri="{FF2B5EF4-FFF2-40B4-BE49-F238E27FC236}">
                      <a16:creationId xmlns:a16="http://schemas.microsoft.com/office/drawing/2014/main" id="{266220C1-368A-4DDE-BC74-CC8E955B1CD0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Felhő 119">
                  <a:extLst>
                    <a:ext uri="{FF2B5EF4-FFF2-40B4-BE49-F238E27FC236}">
                      <a16:creationId xmlns:a16="http://schemas.microsoft.com/office/drawing/2014/main" id="{71E0564B-B96A-4E5F-B984-6067F01B035A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3" name="Csoportba foglalás 112">
                <a:extLst>
                  <a:ext uri="{FF2B5EF4-FFF2-40B4-BE49-F238E27FC236}">
                    <a16:creationId xmlns:a16="http://schemas.microsoft.com/office/drawing/2014/main" id="{AA25EAD2-06FD-4928-BECE-E8FB441D22DF}"/>
                  </a:ext>
                </a:extLst>
              </p:cNvPr>
              <p:cNvGrpSpPr/>
              <p:nvPr/>
            </p:nvGrpSpPr>
            <p:grpSpPr>
              <a:xfrm>
                <a:off x="575780" y="6470917"/>
                <a:ext cx="289933" cy="445835"/>
                <a:chOff x="2352" y="6210033"/>
                <a:chExt cx="289933" cy="445835"/>
              </a:xfrm>
            </p:grpSpPr>
            <p:sp>
              <p:nvSpPr>
                <p:cNvPr id="117" name="Téglalap 116">
                  <a:extLst>
                    <a:ext uri="{FF2B5EF4-FFF2-40B4-BE49-F238E27FC236}">
                      <a16:creationId xmlns:a16="http://schemas.microsoft.com/office/drawing/2014/main" id="{78FB9428-A24E-44D5-BF03-C0E1C8CE5BD0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8" name="Felhő 117">
                  <a:extLst>
                    <a:ext uri="{FF2B5EF4-FFF2-40B4-BE49-F238E27FC236}">
                      <a16:creationId xmlns:a16="http://schemas.microsoft.com/office/drawing/2014/main" id="{714E15E6-8A10-4FF8-82C9-55F7807A84CE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4" name="Csoportba foglalás 113">
                <a:extLst>
                  <a:ext uri="{FF2B5EF4-FFF2-40B4-BE49-F238E27FC236}">
                    <a16:creationId xmlns:a16="http://schemas.microsoft.com/office/drawing/2014/main" id="{DA10CA11-F181-419A-A453-ED4758F36FEF}"/>
                  </a:ext>
                </a:extLst>
              </p:cNvPr>
              <p:cNvGrpSpPr/>
              <p:nvPr/>
            </p:nvGrpSpPr>
            <p:grpSpPr>
              <a:xfrm>
                <a:off x="677616" y="6081774"/>
                <a:ext cx="289933" cy="445835"/>
                <a:chOff x="2352" y="6210033"/>
                <a:chExt cx="289933" cy="445835"/>
              </a:xfrm>
            </p:grpSpPr>
            <p:sp>
              <p:nvSpPr>
                <p:cNvPr id="115" name="Téglalap 114">
                  <a:extLst>
                    <a:ext uri="{FF2B5EF4-FFF2-40B4-BE49-F238E27FC236}">
                      <a16:creationId xmlns:a16="http://schemas.microsoft.com/office/drawing/2014/main" id="{7C6867BE-1213-4DC0-9A4E-D984DAABBA52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6" name="Felhő 115">
                  <a:extLst>
                    <a:ext uri="{FF2B5EF4-FFF2-40B4-BE49-F238E27FC236}">
                      <a16:creationId xmlns:a16="http://schemas.microsoft.com/office/drawing/2014/main" id="{9B5746FD-14C9-4FA0-BAF2-BDA163C0AE1F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</p:grpSp>
        <p:grpSp>
          <p:nvGrpSpPr>
            <p:cNvPr id="90" name="Csoportba foglalás 89">
              <a:extLst>
                <a:ext uri="{FF2B5EF4-FFF2-40B4-BE49-F238E27FC236}">
                  <a16:creationId xmlns:a16="http://schemas.microsoft.com/office/drawing/2014/main" id="{2DD01B68-3906-4323-A868-63A68FC1FB4A}"/>
                </a:ext>
              </a:extLst>
            </p:cNvPr>
            <p:cNvGrpSpPr/>
            <p:nvPr/>
          </p:nvGrpSpPr>
          <p:grpSpPr>
            <a:xfrm>
              <a:off x="1665025" y="6250068"/>
              <a:ext cx="289933" cy="445835"/>
              <a:chOff x="2352" y="6210033"/>
              <a:chExt cx="289933" cy="445835"/>
            </a:xfrm>
          </p:grpSpPr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6876B626-9FAF-4891-B108-44D476CF3A7C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Felhő 106">
                <a:extLst>
                  <a:ext uri="{FF2B5EF4-FFF2-40B4-BE49-F238E27FC236}">
                    <a16:creationId xmlns:a16="http://schemas.microsoft.com/office/drawing/2014/main" id="{4C3C9774-BD03-40F3-B9E9-9CDE0D741BFD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1" name="Csoportba foglalás 90">
              <a:extLst>
                <a:ext uri="{FF2B5EF4-FFF2-40B4-BE49-F238E27FC236}">
                  <a16:creationId xmlns:a16="http://schemas.microsoft.com/office/drawing/2014/main" id="{F608705B-E096-453F-A4FB-42003FD416BA}"/>
                </a:ext>
              </a:extLst>
            </p:cNvPr>
            <p:cNvGrpSpPr/>
            <p:nvPr/>
          </p:nvGrpSpPr>
          <p:grpSpPr>
            <a:xfrm>
              <a:off x="750739" y="6426000"/>
              <a:ext cx="289933" cy="445835"/>
              <a:chOff x="2352" y="6210033"/>
              <a:chExt cx="289933" cy="445835"/>
            </a:xfrm>
          </p:grpSpPr>
          <p:sp>
            <p:nvSpPr>
              <p:cNvPr id="104" name="Téglalap 103">
                <a:extLst>
                  <a:ext uri="{FF2B5EF4-FFF2-40B4-BE49-F238E27FC236}">
                    <a16:creationId xmlns:a16="http://schemas.microsoft.com/office/drawing/2014/main" id="{8F7E31FB-39FD-466F-9D9B-135AF79D797B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Felhő 104">
                <a:extLst>
                  <a:ext uri="{FF2B5EF4-FFF2-40B4-BE49-F238E27FC236}">
                    <a16:creationId xmlns:a16="http://schemas.microsoft.com/office/drawing/2014/main" id="{2E4D106F-8403-49A5-86B9-95DFB4CBA43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2" name="Csoportba foglalás 91">
              <a:extLst>
                <a:ext uri="{FF2B5EF4-FFF2-40B4-BE49-F238E27FC236}">
                  <a16:creationId xmlns:a16="http://schemas.microsoft.com/office/drawing/2014/main" id="{5732AEEC-C8CB-45A4-881A-22B76B50ED1C}"/>
                </a:ext>
              </a:extLst>
            </p:cNvPr>
            <p:cNvGrpSpPr/>
            <p:nvPr/>
          </p:nvGrpSpPr>
          <p:grpSpPr>
            <a:xfrm>
              <a:off x="205855" y="6160332"/>
              <a:ext cx="289933" cy="445835"/>
              <a:chOff x="2352" y="6210033"/>
              <a:chExt cx="289933" cy="44583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471BA0F8-F792-4ADC-95E2-2CF33320DF32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Felhő 102">
                <a:extLst>
                  <a:ext uri="{FF2B5EF4-FFF2-40B4-BE49-F238E27FC236}">
                    <a16:creationId xmlns:a16="http://schemas.microsoft.com/office/drawing/2014/main" id="{C141DD61-4C7F-4041-B9E8-04765E1E859E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3" name="Csoportba foglalás 92">
              <a:extLst>
                <a:ext uri="{FF2B5EF4-FFF2-40B4-BE49-F238E27FC236}">
                  <a16:creationId xmlns:a16="http://schemas.microsoft.com/office/drawing/2014/main" id="{4AC3EC0E-6C84-4061-925D-739CC8B9F8DF}"/>
                </a:ext>
              </a:extLst>
            </p:cNvPr>
            <p:cNvGrpSpPr/>
            <p:nvPr/>
          </p:nvGrpSpPr>
          <p:grpSpPr>
            <a:xfrm>
              <a:off x="1094709" y="6147548"/>
              <a:ext cx="289933" cy="445835"/>
              <a:chOff x="2352" y="6210033"/>
              <a:chExt cx="289933" cy="445835"/>
            </a:xfrm>
          </p:grpSpPr>
          <p:sp>
            <p:nvSpPr>
              <p:cNvPr id="100" name="Téglalap 99">
                <a:extLst>
                  <a:ext uri="{FF2B5EF4-FFF2-40B4-BE49-F238E27FC236}">
                    <a16:creationId xmlns:a16="http://schemas.microsoft.com/office/drawing/2014/main" id="{C821E95E-E1AC-4B47-93E7-AD198D05F410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Felhő 100">
                <a:extLst>
                  <a:ext uri="{FF2B5EF4-FFF2-40B4-BE49-F238E27FC236}">
                    <a16:creationId xmlns:a16="http://schemas.microsoft.com/office/drawing/2014/main" id="{487656A0-0EDA-4550-9685-C14659C18162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4" name="Csoportba foglalás 93">
              <a:extLst>
                <a:ext uri="{FF2B5EF4-FFF2-40B4-BE49-F238E27FC236}">
                  <a16:creationId xmlns:a16="http://schemas.microsoft.com/office/drawing/2014/main" id="{CF911094-13B3-411E-818C-6C2ECD6F40A3}"/>
                </a:ext>
              </a:extLst>
            </p:cNvPr>
            <p:cNvGrpSpPr/>
            <p:nvPr/>
          </p:nvGrpSpPr>
          <p:grpSpPr>
            <a:xfrm>
              <a:off x="54262" y="6399429"/>
              <a:ext cx="289933" cy="445835"/>
              <a:chOff x="2352" y="6210033"/>
              <a:chExt cx="289933" cy="445835"/>
            </a:xfrm>
          </p:grpSpPr>
          <p:sp>
            <p:nvSpPr>
              <p:cNvPr id="98" name="Téglalap 97">
                <a:extLst>
                  <a:ext uri="{FF2B5EF4-FFF2-40B4-BE49-F238E27FC236}">
                    <a16:creationId xmlns:a16="http://schemas.microsoft.com/office/drawing/2014/main" id="{D36C48F3-D9D1-4A5C-B4DB-B854962504FA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Felhő 98">
                <a:extLst>
                  <a:ext uri="{FF2B5EF4-FFF2-40B4-BE49-F238E27FC236}">
                    <a16:creationId xmlns:a16="http://schemas.microsoft.com/office/drawing/2014/main" id="{4F77754D-30A4-4E85-BFB1-9DF8EEC38B9D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80B667F4-BD44-4B4F-B875-88AE08F4A669}"/>
                </a:ext>
              </a:extLst>
            </p:cNvPr>
            <p:cNvGrpSpPr/>
            <p:nvPr/>
          </p:nvGrpSpPr>
          <p:grpSpPr>
            <a:xfrm>
              <a:off x="1373374" y="6375866"/>
              <a:ext cx="289933" cy="445835"/>
              <a:chOff x="2352" y="6210033"/>
              <a:chExt cx="289933" cy="445835"/>
            </a:xfrm>
          </p:grpSpPr>
          <p:sp>
            <p:nvSpPr>
              <p:cNvPr id="96" name="Téglalap 95">
                <a:extLst>
                  <a:ext uri="{FF2B5EF4-FFF2-40B4-BE49-F238E27FC236}">
                    <a16:creationId xmlns:a16="http://schemas.microsoft.com/office/drawing/2014/main" id="{1172750D-EC5E-44E1-A500-762904EE2921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Felhő 96">
                <a:extLst>
                  <a:ext uri="{FF2B5EF4-FFF2-40B4-BE49-F238E27FC236}">
                    <a16:creationId xmlns:a16="http://schemas.microsoft.com/office/drawing/2014/main" id="{7269D49E-86AB-4CED-8D7C-D3C21021F6E9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sp>
        <p:nvSpPr>
          <p:cNvPr id="129" name="Felhő 128">
            <a:extLst>
              <a:ext uri="{FF2B5EF4-FFF2-40B4-BE49-F238E27FC236}">
                <a16:creationId xmlns:a16="http://schemas.microsoft.com/office/drawing/2014/main" id="{9A9B5177-8378-4E11-9602-B1400F6E9B86}"/>
              </a:ext>
            </a:extLst>
          </p:cNvPr>
          <p:cNvSpPr/>
          <p:nvPr/>
        </p:nvSpPr>
        <p:spPr>
          <a:xfrm>
            <a:off x="7439189" y="6465223"/>
            <a:ext cx="2844539" cy="430819"/>
          </a:xfrm>
          <a:prstGeom prst="cloud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FEC2289F-3B3D-4D4A-BD16-5F4E39CF30A2}"/>
              </a:ext>
            </a:extLst>
          </p:cNvPr>
          <p:cNvSpPr/>
          <p:nvPr/>
        </p:nvSpPr>
        <p:spPr>
          <a:xfrm rot="19577717">
            <a:off x="122995" y="13537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5B05E741-9D30-4084-A59D-0A1B3911A456}"/>
              </a:ext>
            </a:extLst>
          </p:cNvPr>
          <p:cNvSpPr/>
          <p:nvPr/>
        </p:nvSpPr>
        <p:spPr>
          <a:xfrm rot="19577717">
            <a:off x="721007" y="10067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0E0BBD05-7C3A-4BC7-9F7B-F9141BDA44D9}"/>
              </a:ext>
            </a:extLst>
          </p:cNvPr>
          <p:cNvSpPr/>
          <p:nvPr/>
        </p:nvSpPr>
        <p:spPr>
          <a:xfrm rot="19577717">
            <a:off x="1059743" y="13065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7C32D90A-7DD7-4A20-A60A-210FF08CABDE}"/>
              </a:ext>
            </a:extLst>
          </p:cNvPr>
          <p:cNvSpPr/>
          <p:nvPr/>
        </p:nvSpPr>
        <p:spPr>
          <a:xfrm rot="19577717">
            <a:off x="967719" y="22843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F732FA0B-B7A9-4816-964F-5289173E497C}"/>
              </a:ext>
            </a:extLst>
          </p:cNvPr>
          <p:cNvSpPr/>
          <p:nvPr/>
        </p:nvSpPr>
        <p:spPr>
          <a:xfrm rot="19577717">
            <a:off x="406837" y="10318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8CF8CAB8-9300-4377-8808-533EECC7F118}"/>
              </a:ext>
            </a:extLst>
          </p:cNvPr>
          <p:cNvSpPr/>
          <p:nvPr/>
        </p:nvSpPr>
        <p:spPr>
          <a:xfrm rot="19577717">
            <a:off x="946761" y="16577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31253123-BF5B-4845-94B5-EB9EC633792D}"/>
              </a:ext>
            </a:extLst>
          </p:cNvPr>
          <p:cNvSpPr/>
          <p:nvPr/>
        </p:nvSpPr>
        <p:spPr>
          <a:xfrm rot="19577717">
            <a:off x="406837" y="35055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17ACEC31-5C03-469E-A0FC-B793B5170BF1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F44F21EF-E232-43AC-8336-C79A4AC7F9F6}"/>
              </a:ext>
            </a:extLst>
          </p:cNvPr>
          <p:cNvSpPr/>
          <p:nvPr/>
        </p:nvSpPr>
        <p:spPr>
          <a:xfrm rot="19577717">
            <a:off x="805309" y="272390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522D7995-5394-4A25-BF80-00FFCFCBCA8B}"/>
              </a:ext>
            </a:extLst>
          </p:cNvPr>
          <p:cNvSpPr/>
          <p:nvPr/>
        </p:nvSpPr>
        <p:spPr>
          <a:xfrm rot="18333733">
            <a:off x="1281162" y="38587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7603E72D-1C6A-4E54-B3AD-0C0348BA2FD8}"/>
              </a:ext>
            </a:extLst>
          </p:cNvPr>
          <p:cNvSpPr/>
          <p:nvPr/>
        </p:nvSpPr>
        <p:spPr>
          <a:xfrm rot="19577717">
            <a:off x="696093" y="19578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4C1D2661-87C5-446C-BA03-7D3BAEDD85E3}"/>
              </a:ext>
            </a:extLst>
          </p:cNvPr>
          <p:cNvSpPr/>
          <p:nvPr/>
        </p:nvSpPr>
        <p:spPr>
          <a:xfrm rot="19577717">
            <a:off x="1236017" y="25837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Felhő 141">
            <a:extLst>
              <a:ext uri="{FF2B5EF4-FFF2-40B4-BE49-F238E27FC236}">
                <a16:creationId xmlns:a16="http://schemas.microsoft.com/office/drawing/2014/main" id="{ECF1D9AB-F376-4A31-9553-58BBF5AFED10}"/>
              </a:ext>
            </a:extLst>
          </p:cNvPr>
          <p:cNvSpPr/>
          <p:nvPr/>
        </p:nvSpPr>
        <p:spPr>
          <a:xfrm>
            <a:off x="0" y="30805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Felhő 142">
            <a:extLst>
              <a:ext uri="{FF2B5EF4-FFF2-40B4-BE49-F238E27FC236}">
                <a16:creationId xmlns:a16="http://schemas.microsoft.com/office/drawing/2014/main" id="{2ED30947-DF6E-4F1A-A237-FED809BF7944}"/>
              </a:ext>
            </a:extLst>
          </p:cNvPr>
          <p:cNvSpPr/>
          <p:nvPr/>
        </p:nvSpPr>
        <p:spPr>
          <a:xfrm>
            <a:off x="1281902" y="257171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470FB42E-1D0E-45DB-A18F-3FBE48E69CEA}"/>
              </a:ext>
            </a:extLst>
          </p:cNvPr>
          <p:cNvSpPr/>
          <p:nvPr/>
        </p:nvSpPr>
        <p:spPr>
          <a:xfrm rot="19577717">
            <a:off x="3042403" y="12785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8CCA4D2E-E884-4E2A-A45B-3E5A53CE932D}"/>
              </a:ext>
            </a:extLst>
          </p:cNvPr>
          <p:cNvSpPr/>
          <p:nvPr/>
        </p:nvSpPr>
        <p:spPr>
          <a:xfrm rot="19577717">
            <a:off x="2929421" y="162974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A0AC1C63-92E7-480E-84D6-844F4B1CBFB6}"/>
              </a:ext>
            </a:extLst>
          </p:cNvPr>
          <p:cNvSpPr/>
          <p:nvPr/>
        </p:nvSpPr>
        <p:spPr>
          <a:xfrm rot="19577717">
            <a:off x="2678753" y="192990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Könnycsepp 146">
            <a:extLst>
              <a:ext uri="{FF2B5EF4-FFF2-40B4-BE49-F238E27FC236}">
                <a16:creationId xmlns:a16="http://schemas.microsoft.com/office/drawing/2014/main" id="{17AFFEB4-5533-4656-ABB6-74B6EA11B618}"/>
              </a:ext>
            </a:extLst>
          </p:cNvPr>
          <p:cNvSpPr/>
          <p:nvPr/>
        </p:nvSpPr>
        <p:spPr>
          <a:xfrm rot="19577717">
            <a:off x="2344773" y="120324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8D38C0F5-C5AD-433C-BA0B-94FB1D67041B}"/>
              </a:ext>
            </a:extLst>
          </p:cNvPr>
          <p:cNvSpPr/>
          <p:nvPr/>
        </p:nvSpPr>
        <p:spPr>
          <a:xfrm rot="19577717">
            <a:off x="2231791" y="15543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046CF699-0CD6-46E5-AEED-41F2C6C02E3E}"/>
              </a:ext>
            </a:extLst>
          </p:cNvPr>
          <p:cNvSpPr/>
          <p:nvPr/>
        </p:nvSpPr>
        <p:spPr>
          <a:xfrm rot="19577717">
            <a:off x="1981123" y="18545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96DAF836-3585-4ADA-BD72-7ED9C0B47611}"/>
              </a:ext>
            </a:extLst>
          </p:cNvPr>
          <p:cNvSpPr/>
          <p:nvPr/>
        </p:nvSpPr>
        <p:spPr>
          <a:xfrm rot="19577717">
            <a:off x="3005552" y="12141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C40E005E-B08D-4FE2-B562-0BB7703CD35E}"/>
              </a:ext>
            </a:extLst>
          </p:cNvPr>
          <p:cNvSpPr/>
          <p:nvPr/>
        </p:nvSpPr>
        <p:spPr>
          <a:xfrm rot="19577717">
            <a:off x="2231790" y="23831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38C72E31-4B0F-4C91-9F81-4AAFD74566CD}"/>
              </a:ext>
            </a:extLst>
          </p:cNvPr>
          <p:cNvSpPr/>
          <p:nvPr/>
        </p:nvSpPr>
        <p:spPr>
          <a:xfrm rot="19577717">
            <a:off x="3005551" y="22761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04E136F4-D880-4C2F-B13D-E10D5062A5B8}"/>
              </a:ext>
            </a:extLst>
          </p:cNvPr>
          <p:cNvSpPr/>
          <p:nvPr/>
        </p:nvSpPr>
        <p:spPr>
          <a:xfrm rot="19577717">
            <a:off x="2307920" y="30295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6639517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E82FFE41-FE91-48AD-8947-5D2F3AE2E6C1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8403E1FF-4C89-4BAB-9D85-4C05CD354A38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B3BC8F99-36B1-426C-86E3-DECF36EDF0CC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A8490428-0FFC-4131-A0B8-14E3714B056C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F016379F-FC9B-4966-9B5D-40AD9561A09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4C8579F8-95DC-407D-A4C5-6966897B8D4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378EE65C-5783-4FEF-9C2B-040C26869E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76573B98-A36A-4885-A426-3AC9A2067A1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D002E9FC-1A08-4D18-84DC-5C0E6B94B04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5F205CEA-7265-477F-8D01-E418E3D06D15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FE0A3B19-B588-48ED-931C-A3DE64F7FDB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4" name="Téglalap 13">
            <a:extLst>
              <a:ext uri="{FF2B5EF4-FFF2-40B4-BE49-F238E27FC236}">
                <a16:creationId xmlns:a16="http://schemas.microsoft.com/office/drawing/2014/main" id="{306B4874-5795-4479-8E18-E3C9B20A349A}"/>
              </a:ext>
            </a:extLst>
          </p:cNvPr>
          <p:cNvSpPr/>
          <p:nvPr/>
        </p:nvSpPr>
        <p:spPr>
          <a:xfrm>
            <a:off x="0" y="6536173"/>
            <a:ext cx="12247881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" name="Csoportba foglalás 14">
            <a:extLst>
              <a:ext uri="{FF2B5EF4-FFF2-40B4-BE49-F238E27FC236}">
                <a16:creationId xmlns:a16="http://schemas.microsoft.com/office/drawing/2014/main" id="{ED2A15BC-DA3F-4FC4-9218-FC4B59FE2523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6" name="Csoportba foglalás 15">
              <a:extLst>
                <a:ext uri="{FF2B5EF4-FFF2-40B4-BE49-F238E27FC236}">
                  <a16:creationId xmlns:a16="http://schemas.microsoft.com/office/drawing/2014/main" id="{3731E3A8-7DBB-475E-8488-C9E48EE2AE7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9" name="Henger 18">
                <a:extLst>
                  <a:ext uri="{FF2B5EF4-FFF2-40B4-BE49-F238E27FC236}">
                    <a16:creationId xmlns:a16="http://schemas.microsoft.com/office/drawing/2014/main" id="{355863D6-E956-42C1-9BF2-6DC5D3B5B5A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04E8B892-04DE-41D6-A4AA-BFC01487BC8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Téglalap 20">
                <a:extLst>
                  <a:ext uri="{FF2B5EF4-FFF2-40B4-BE49-F238E27FC236}">
                    <a16:creationId xmlns:a16="http://schemas.microsoft.com/office/drawing/2014/main" id="{F13C50F0-8376-41BB-B6B8-A5721A9A0542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E50C0D97-17E8-4575-ADE4-0E0A6E3EF87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B0AC6C4C-9599-4271-9D33-DA0E31E17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D5BB1AFB-44F7-4480-9B00-42C0D526C3A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86DC1F71-B8D2-49F6-B584-3EB130B5ED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F987DC8D-94ED-4BE4-896D-E665EF19F22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EA2A8FBB-7E19-4FCC-B8EA-5D750027D553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868D08D3-5B69-4B1B-834C-9102592D2D5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8" name="Egyenes összekötő 17">
              <a:extLst>
                <a:ext uri="{FF2B5EF4-FFF2-40B4-BE49-F238E27FC236}">
                  <a16:creationId xmlns:a16="http://schemas.microsoft.com/office/drawing/2014/main" id="{6017473A-61F6-4A43-8F3E-C6455DBB5B7B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1B07CD23-AD0F-4295-8297-D93D024CD2A8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512438CE-03D0-4BE5-A522-1FE810564BA0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76DCD2D4-AD47-4CB6-8893-42F712EAB92E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FB4C235C-B81C-439A-96BD-DA195AB7A4D8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Derékszögű háromszög 74">
                  <a:extLst>
                    <a:ext uri="{FF2B5EF4-FFF2-40B4-BE49-F238E27FC236}">
                      <a16:creationId xmlns:a16="http://schemas.microsoft.com/office/drawing/2014/main" id="{0E3B0F1E-D27D-43E9-87C6-DC5806A2D596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6" name="Téglalap 15">
                  <a:extLst>
                    <a:ext uri="{FF2B5EF4-FFF2-40B4-BE49-F238E27FC236}">
                      <a16:creationId xmlns:a16="http://schemas.microsoft.com/office/drawing/2014/main" id="{AE995709-5F10-4F34-A3F7-0A40AFFB2543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7" name="Folyamatábra: Tárolt adat 17">
                  <a:extLst>
                    <a:ext uri="{FF2B5EF4-FFF2-40B4-BE49-F238E27FC236}">
                      <a16:creationId xmlns:a16="http://schemas.microsoft.com/office/drawing/2014/main" id="{FF1E95C5-7C37-4EB7-B1BE-4EB7CE3C24A2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13E22B58-1888-4EB0-A41D-1AE12FB05B7B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Romboid 78">
                  <a:extLst>
                    <a:ext uri="{FF2B5EF4-FFF2-40B4-BE49-F238E27FC236}">
                      <a16:creationId xmlns:a16="http://schemas.microsoft.com/office/drawing/2014/main" id="{07928BEC-EA35-4ACB-BDBF-BA1B749977E3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 79">
                  <a:extLst>
                    <a:ext uri="{FF2B5EF4-FFF2-40B4-BE49-F238E27FC236}">
                      <a16:creationId xmlns:a16="http://schemas.microsoft.com/office/drawing/2014/main" id="{6BA6B56C-F623-41DC-B638-AF93453A3E01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030FAD5E-7C49-4A6B-8743-299D8DC23594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8850F533-E4C0-4572-9523-F85A660A2A04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AAD83335-B2ED-45FC-9CB5-4E8905D5C720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A0D5ADEC-9035-499E-AD9D-0E9E044825AB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F20E4D5D-71B6-4984-84CA-BD522E5CEF52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86555FAA-3F7B-43EF-8292-BAFA7D229C89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2" name="Picture 2" descr="Forráskép megtekintése">
                <a:extLst>
                  <a:ext uri="{FF2B5EF4-FFF2-40B4-BE49-F238E27FC236}">
                    <a16:creationId xmlns:a16="http://schemas.microsoft.com/office/drawing/2014/main" id="{6DBA3949-9A26-4D10-B3D6-E0B1B4BCF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3" name="Picture 6" descr="Forráskép megtekintése">
                <a:extLst>
                  <a:ext uri="{FF2B5EF4-FFF2-40B4-BE49-F238E27FC236}">
                    <a16:creationId xmlns:a16="http://schemas.microsoft.com/office/drawing/2014/main" id="{CDC3752B-E670-4DBA-A568-3FE71EF6A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0352E143-E5A0-42BB-B908-4A999B00D214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9" name="Csoportba foglalás 58">
                <a:extLst>
                  <a:ext uri="{FF2B5EF4-FFF2-40B4-BE49-F238E27FC236}">
                    <a16:creationId xmlns:a16="http://schemas.microsoft.com/office/drawing/2014/main" id="{D0ACD013-72EB-404E-8153-472E65513FB4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5C177788-4780-4232-86C6-520A119526B8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B34C226A-3048-49BC-9550-6B5770E27113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Téglalap 63">
                  <a:extLst>
                    <a:ext uri="{FF2B5EF4-FFF2-40B4-BE49-F238E27FC236}">
                      <a16:creationId xmlns:a16="http://schemas.microsoft.com/office/drawing/2014/main" id="{3F74152F-A90C-41B8-BE2F-C178F1950DA8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DCAC1D38-89EE-4CCC-BF78-D714C5AFF15A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9077305D-F14D-40D1-A3CF-724F42F255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03B4FDD6-B726-420F-A712-9E14AFDECC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B729B6B5-54AA-4533-BB30-5F7D658FCD6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E6088F9B-CA43-408D-8AF7-863D9FE12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0" name="Ellipszis 69">
                  <a:extLst>
                    <a:ext uri="{FF2B5EF4-FFF2-40B4-BE49-F238E27FC236}">
                      <a16:creationId xmlns:a16="http://schemas.microsoft.com/office/drawing/2014/main" id="{455AA74C-8266-4804-8203-78AF0AD87D2A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FD6551C1-743D-406A-97B1-6073DB98107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C3836385-245A-4D87-8770-65DAD531FE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C05C91D3-528F-4081-9392-D430A0D95DEC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9" name="Henger 48">
                <a:extLst>
                  <a:ext uri="{FF2B5EF4-FFF2-40B4-BE49-F238E27FC236}">
                    <a16:creationId xmlns:a16="http://schemas.microsoft.com/office/drawing/2014/main" id="{16E21836-A0FE-4C5D-B709-36A093EA5409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0" name="Csoportba foglalás 49">
                <a:extLst>
                  <a:ext uri="{FF2B5EF4-FFF2-40B4-BE49-F238E27FC236}">
                    <a16:creationId xmlns:a16="http://schemas.microsoft.com/office/drawing/2014/main" id="{835D80CD-4F67-459C-959F-C38A91946DBF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ED19D483-1993-4CE9-A6D1-F30D3797074F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3" name="Ellipszis 52">
                  <a:extLst>
                    <a:ext uri="{FF2B5EF4-FFF2-40B4-BE49-F238E27FC236}">
                      <a16:creationId xmlns:a16="http://schemas.microsoft.com/office/drawing/2014/main" id="{564DC1D5-85F9-4370-A4FD-699DBA5233FF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58F31D58-7922-47F9-99AB-2089C46825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26465866-518E-4875-8BFD-FDF86C7F662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DFC6E4D4-4AEF-4D00-BF01-2A180DF0A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4A789D7A-CBBB-423C-8AC7-9CF83890D5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8" name="Ellipszis 57">
                  <a:extLst>
                    <a:ext uri="{FF2B5EF4-FFF2-40B4-BE49-F238E27FC236}">
                      <a16:creationId xmlns:a16="http://schemas.microsoft.com/office/drawing/2014/main" id="{4D3D6FB9-D4B9-4AD6-A74A-76302B665DAB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1" name="Téglalap 50">
                <a:extLst>
                  <a:ext uri="{FF2B5EF4-FFF2-40B4-BE49-F238E27FC236}">
                    <a16:creationId xmlns:a16="http://schemas.microsoft.com/office/drawing/2014/main" id="{C3D1B157-CBB1-4655-99E7-6F14C7765C10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82F3C905-CED7-4BFB-91B6-E89E705B2DA2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3" name="Csoportba foglalás 32">
                <a:extLst>
                  <a:ext uri="{FF2B5EF4-FFF2-40B4-BE49-F238E27FC236}">
                    <a16:creationId xmlns:a16="http://schemas.microsoft.com/office/drawing/2014/main" id="{770CEF5F-881D-4F18-9373-6D26EC803D24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1" name="Henger 40">
                  <a:extLst>
                    <a:ext uri="{FF2B5EF4-FFF2-40B4-BE49-F238E27FC236}">
                      <a16:creationId xmlns:a16="http://schemas.microsoft.com/office/drawing/2014/main" id="{664500D6-18A3-4B33-8E8A-7F956BF169B5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24F081D6-976B-4853-A49A-6D8428FD9833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3" name="Ív 42">
                  <a:extLst>
                    <a:ext uri="{FF2B5EF4-FFF2-40B4-BE49-F238E27FC236}">
                      <a16:creationId xmlns:a16="http://schemas.microsoft.com/office/drawing/2014/main" id="{04756AD8-B653-44B6-B20E-94D441C4C67B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4" name="Picture 2" descr="Forráskép megtekintése">
                  <a:extLst>
                    <a:ext uri="{FF2B5EF4-FFF2-40B4-BE49-F238E27FC236}">
                      <a16:creationId xmlns:a16="http://schemas.microsoft.com/office/drawing/2014/main" id="{3213D9E0-C7A6-42A8-AF71-2222B50333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5" name="Téglalap 44">
                  <a:extLst>
                    <a:ext uri="{FF2B5EF4-FFF2-40B4-BE49-F238E27FC236}">
                      <a16:creationId xmlns:a16="http://schemas.microsoft.com/office/drawing/2014/main" id="{05B58537-1A10-4ED2-8C6A-CB11C35C94CB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Csillag: 4 ágú 45">
                  <a:extLst>
                    <a:ext uri="{FF2B5EF4-FFF2-40B4-BE49-F238E27FC236}">
                      <a16:creationId xmlns:a16="http://schemas.microsoft.com/office/drawing/2014/main" id="{F80C8FA8-60BD-4712-B659-D7B0685C32E7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Szabadkézi sokszög: alakzat 46">
                  <a:extLst>
                    <a:ext uri="{FF2B5EF4-FFF2-40B4-BE49-F238E27FC236}">
                      <a16:creationId xmlns:a16="http://schemas.microsoft.com/office/drawing/2014/main" id="{157E81A8-2AA1-4AC6-ACA7-F0FF59F147C5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8" name="Ellipszis 47">
                  <a:extLst>
                    <a:ext uri="{FF2B5EF4-FFF2-40B4-BE49-F238E27FC236}">
                      <a16:creationId xmlns:a16="http://schemas.microsoft.com/office/drawing/2014/main" id="{6CFCB198-C105-421B-BD55-B528B868E47D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1F45AED1-0472-4DBC-A69B-FB1FC6DAA000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59440803-3DEF-4726-9173-ED8C275C2ADF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6" name="Egyenes összekötő 35">
                <a:extLst>
                  <a:ext uri="{FF2B5EF4-FFF2-40B4-BE49-F238E27FC236}">
                    <a16:creationId xmlns:a16="http://schemas.microsoft.com/office/drawing/2014/main" id="{6EA84450-A405-4756-9083-44FF044405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62CA971B-1598-498D-9910-424B48CC7561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79F7D8DB-291E-4931-AD12-6CD3768BBB83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9" name="Kép 38">
                <a:extLst>
                  <a:ext uri="{FF2B5EF4-FFF2-40B4-BE49-F238E27FC236}">
                    <a16:creationId xmlns:a16="http://schemas.microsoft.com/office/drawing/2014/main" id="{4060B993-528C-4EDE-87BE-CB62DB7ED2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A28FD83E-0198-48BD-9F71-39C6D9BEC4A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7" name="Téglalap 85">
            <a:extLst>
              <a:ext uri="{FF2B5EF4-FFF2-40B4-BE49-F238E27FC236}">
                <a16:creationId xmlns:a16="http://schemas.microsoft.com/office/drawing/2014/main" id="{CC04B199-39BE-4768-AD12-13871CBE1C65}"/>
              </a:ext>
            </a:extLst>
          </p:cNvPr>
          <p:cNvSpPr/>
          <p:nvPr/>
        </p:nvSpPr>
        <p:spPr>
          <a:xfrm>
            <a:off x="5961502" y="6426000"/>
            <a:ext cx="12192000" cy="432000"/>
          </a:xfrm>
          <a:custGeom>
            <a:avLst/>
            <a:gdLst>
              <a:gd name="connsiteX0" fmla="*/ 0 w 12192000"/>
              <a:gd name="connsiteY0" fmla="*/ 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4" fmla="*/ 0 w 12192000"/>
              <a:gd name="connsiteY4" fmla="*/ 0 h 432000"/>
              <a:gd name="connsiteX0" fmla="*/ 0 w 12192000"/>
              <a:gd name="connsiteY0" fmla="*/ 43200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0" fmla="*/ 0 w 12192000"/>
              <a:gd name="connsiteY0" fmla="*/ 432000 h 432000"/>
              <a:gd name="connsiteX1" fmla="*/ 3436498 w 12192000"/>
              <a:gd name="connsiteY1" fmla="*/ 3177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  <a:gd name="connsiteX0" fmla="*/ 0 w 12192000"/>
              <a:gd name="connsiteY0" fmla="*/ 444500 h 444500"/>
              <a:gd name="connsiteX1" fmla="*/ 2407798 w 12192000"/>
              <a:gd name="connsiteY1" fmla="*/ 0 h 444500"/>
              <a:gd name="connsiteX2" fmla="*/ 12192000 w 12192000"/>
              <a:gd name="connsiteY2" fmla="*/ 12500 h 444500"/>
              <a:gd name="connsiteX3" fmla="*/ 12192000 w 12192000"/>
              <a:gd name="connsiteY3" fmla="*/ 444500 h 444500"/>
              <a:gd name="connsiteX4" fmla="*/ 0 w 12192000"/>
              <a:gd name="connsiteY4" fmla="*/ 444500 h 444500"/>
              <a:gd name="connsiteX0" fmla="*/ 0 w 12192000"/>
              <a:gd name="connsiteY0" fmla="*/ 432000 h 432000"/>
              <a:gd name="connsiteX1" fmla="*/ 2395098 w 12192000"/>
              <a:gd name="connsiteY1" fmla="*/ 1018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432000">
                <a:moveTo>
                  <a:pt x="0" y="432000"/>
                </a:moveTo>
                <a:lnTo>
                  <a:pt x="2395098" y="101800"/>
                </a:lnTo>
                <a:lnTo>
                  <a:pt x="12192000" y="0"/>
                </a:lnTo>
                <a:lnTo>
                  <a:pt x="12192000" y="432000"/>
                </a:lnTo>
                <a:lnTo>
                  <a:pt x="0" y="432000"/>
                </a:lnTo>
                <a:close/>
              </a:path>
            </a:pathLst>
          </a:cu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8" name="Csoportba foglalás 87">
            <a:extLst>
              <a:ext uri="{FF2B5EF4-FFF2-40B4-BE49-F238E27FC236}">
                <a16:creationId xmlns:a16="http://schemas.microsoft.com/office/drawing/2014/main" id="{14D97B87-2C5C-4034-B5F0-95DAE25F76A3}"/>
              </a:ext>
            </a:extLst>
          </p:cNvPr>
          <p:cNvGrpSpPr/>
          <p:nvPr/>
        </p:nvGrpSpPr>
        <p:grpSpPr>
          <a:xfrm>
            <a:off x="11766623" y="6057428"/>
            <a:ext cx="7827587" cy="834978"/>
            <a:chOff x="54262" y="6093411"/>
            <a:chExt cx="7827587" cy="834978"/>
          </a:xfrm>
        </p:grpSpPr>
        <p:grpSp>
          <p:nvGrpSpPr>
            <p:cNvPr id="89" name="Csoportba foglalás 88">
              <a:extLst>
                <a:ext uri="{FF2B5EF4-FFF2-40B4-BE49-F238E27FC236}">
                  <a16:creationId xmlns:a16="http://schemas.microsoft.com/office/drawing/2014/main" id="{84151DD7-70C0-4315-A7EF-C3D30D752252}"/>
                </a:ext>
              </a:extLst>
            </p:cNvPr>
            <p:cNvGrpSpPr/>
            <p:nvPr/>
          </p:nvGrpSpPr>
          <p:grpSpPr>
            <a:xfrm flipH="1">
              <a:off x="6004232" y="6093411"/>
              <a:ext cx="1877617" cy="834978"/>
              <a:chOff x="575780" y="6081774"/>
              <a:chExt cx="1877617" cy="834978"/>
            </a:xfrm>
          </p:grpSpPr>
          <p:grpSp>
            <p:nvGrpSpPr>
              <p:cNvPr id="108" name="Csoportba foglalás 107">
                <a:extLst>
                  <a:ext uri="{FF2B5EF4-FFF2-40B4-BE49-F238E27FC236}">
                    <a16:creationId xmlns:a16="http://schemas.microsoft.com/office/drawing/2014/main" id="{A71487A0-428E-4D83-B3B8-E731114D57A2}"/>
                  </a:ext>
                </a:extLst>
              </p:cNvPr>
              <p:cNvGrpSpPr/>
              <p:nvPr/>
            </p:nvGrpSpPr>
            <p:grpSpPr>
              <a:xfrm>
                <a:off x="1894652" y="6210033"/>
                <a:ext cx="289933" cy="445835"/>
                <a:chOff x="2352" y="6210033"/>
                <a:chExt cx="289933" cy="445835"/>
              </a:xfrm>
            </p:grpSpPr>
            <p:sp>
              <p:nvSpPr>
                <p:cNvPr id="127" name="Téglalap 126">
                  <a:extLst>
                    <a:ext uri="{FF2B5EF4-FFF2-40B4-BE49-F238E27FC236}">
                      <a16:creationId xmlns:a16="http://schemas.microsoft.com/office/drawing/2014/main" id="{5A503595-C609-4263-9538-9E743229BF58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Felhő 127">
                  <a:extLst>
                    <a:ext uri="{FF2B5EF4-FFF2-40B4-BE49-F238E27FC236}">
                      <a16:creationId xmlns:a16="http://schemas.microsoft.com/office/drawing/2014/main" id="{08DCBB6B-E964-4BA0-8292-51098ED873F6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9" name="Csoportba foglalás 108">
                <a:extLst>
                  <a:ext uri="{FF2B5EF4-FFF2-40B4-BE49-F238E27FC236}">
                    <a16:creationId xmlns:a16="http://schemas.microsoft.com/office/drawing/2014/main" id="{C900A18C-0592-4A86-9885-304EDFB84057}"/>
                  </a:ext>
                </a:extLst>
              </p:cNvPr>
              <p:cNvGrpSpPr/>
              <p:nvPr/>
            </p:nvGrpSpPr>
            <p:grpSpPr>
              <a:xfrm>
                <a:off x="1059835" y="6361632"/>
                <a:ext cx="289933" cy="445835"/>
                <a:chOff x="2352" y="6210033"/>
                <a:chExt cx="289933" cy="445835"/>
              </a:xfrm>
            </p:grpSpPr>
            <p:sp>
              <p:nvSpPr>
                <p:cNvPr id="125" name="Téglalap 124">
                  <a:extLst>
                    <a:ext uri="{FF2B5EF4-FFF2-40B4-BE49-F238E27FC236}">
                      <a16:creationId xmlns:a16="http://schemas.microsoft.com/office/drawing/2014/main" id="{6ADE4E01-CFC7-4359-8D9D-7860E8D97CE8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Felhő 125">
                  <a:extLst>
                    <a:ext uri="{FF2B5EF4-FFF2-40B4-BE49-F238E27FC236}">
                      <a16:creationId xmlns:a16="http://schemas.microsoft.com/office/drawing/2014/main" id="{22C83F7B-97B9-41F0-84DF-8EB9F62B6AC0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0" name="Csoportba foglalás 109">
                <a:extLst>
                  <a:ext uri="{FF2B5EF4-FFF2-40B4-BE49-F238E27FC236}">
                    <a16:creationId xmlns:a16="http://schemas.microsoft.com/office/drawing/2014/main" id="{85A97A60-9EF6-4F60-972F-33B1C17100EC}"/>
                  </a:ext>
                </a:extLst>
              </p:cNvPr>
              <p:cNvGrpSpPr/>
              <p:nvPr/>
            </p:nvGrpSpPr>
            <p:grpSpPr>
              <a:xfrm>
                <a:off x="766512" y="6233965"/>
                <a:ext cx="289933" cy="445835"/>
                <a:chOff x="2352" y="6210033"/>
                <a:chExt cx="289933" cy="445835"/>
              </a:xfrm>
            </p:grpSpPr>
            <p:sp>
              <p:nvSpPr>
                <p:cNvPr id="123" name="Téglalap 122">
                  <a:extLst>
                    <a:ext uri="{FF2B5EF4-FFF2-40B4-BE49-F238E27FC236}">
                      <a16:creationId xmlns:a16="http://schemas.microsoft.com/office/drawing/2014/main" id="{9EC37A42-8F88-45BB-AA01-11A40554E5CD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Felhő 123">
                  <a:extLst>
                    <a:ext uri="{FF2B5EF4-FFF2-40B4-BE49-F238E27FC236}">
                      <a16:creationId xmlns:a16="http://schemas.microsoft.com/office/drawing/2014/main" id="{1C992A38-B99A-4272-8EA7-0D68A7B8FCCA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1" name="Csoportba foglalás 110">
                <a:extLst>
                  <a:ext uri="{FF2B5EF4-FFF2-40B4-BE49-F238E27FC236}">
                    <a16:creationId xmlns:a16="http://schemas.microsoft.com/office/drawing/2014/main" id="{17088750-662D-46B2-B9D0-E9C755C3DD8E}"/>
                  </a:ext>
                </a:extLst>
              </p:cNvPr>
              <p:cNvGrpSpPr/>
              <p:nvPr/>
            </p:nvGrpSpPr>
            <p:grpSpPr>
              <a:xfrm>
                <a:off x="1591910" y="6374675"/>
                <a:ext cx="289933" cy="445835"/>
                <a:chOff x="2352" y="6210033"/>
                <a:chExt cx="289933" cy="445835"/>
              </a:xfrm>
            </p:grpSpPr>
            <p:sp>
              <p:nvSpPr>
                <p:cNvPr id="121" name="Téglalap 120">
                  <a:extLst>
                    <a:ext uri="{FF2B5EF4-FFF2-40B4-BE49-F238E27FC236}">
                      <a16:creationId xmlns:a16="http://schemas.microsoft.com/office/drawing/2014/main" id="{D224F788-BAFF-466B-9A28-28C867264C0E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Felhő 121">
                  <a:extLst>
                    <a:ext uri="{FF2B5EF4-FFF2-40B4-BE49-F238E27FC236}">
                      <a16:creationId xmlns:a16="http://schemas.microsoft.com/office/drawing/2014/main" id="{805B8CDB-0CD0-416C-B47B-033EFC09298C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2" name="Csoportba foglalás 111">
                <a:extLst>
                  <a:ext uri="{FF2B5EF4-FFF2-40B4-BE49-F238E27FC236}">
                    <a16:creationId xmlns:a16="http://schemas.microsoft.com/office/drawing/2014/main" id="{0C2F2776-0BB1-4A64-807E-D0FC6EA697EA}"/>
                  </a:ext>
                </a:extLst>
              </p:cNvPr>
              <p:cNvGrpSpPr/>
              <p:nvPr/>
            </p:nvGrpSpPr>
            <p:grpSpPr>
              <a:xfrm>
                <a:off x="2163464" y="6170102"/>
                <a:ext cx="289933" cy="445835"/>
                <a:chOff x="2352" y="6210033"/>
                <a:chExt cx="289933" cy="445835"/>
              </a:xfrm>
            </p:grpSpPr>
            <p:sp>
              <p:nvSpPr>
                <p:cNvPr id="119" name="Téglalap 118">
                  <a:extLst>
                    <a:ext uri="{FF2B5EF4-FFF2-40B4-BE49-F238E27FC236}">
                      <a16:creationId xmlns:a16="http://schemas.microsoft.com/office/drawing/2014/main" id="{31B2E035-CF83-4309-AE55-14AACA899137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0" name="Felhő 119">
                  <a:extLst>
                    <a:ext uri="{FF2B5EF4-FFF2-40B4-BE49-F238E27FC236}">
                      <a16:creationId xmlns:a16="http://schemas.microsoft.com/office/drawing/2014/main" id="{E7AEB4C1-BCB6-4D40-84C8-032FCE03E52C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3" name="Csoportba foglalás 112">
                <a:extLst>
                  <a:ext uri="{FF2B5EF4-FFF2-40B4-BE49-F238E27FC236}">
                    <a16:creationId xmlns:a16="http://schemas.microsoft.com/office/drawing/2014/main" id="{E524B699-77CB-4711-A885-E41E61BA18ED}"/>
                  </a:ext>
                </a:extLst>
              </p:cNvPr>
              <p:cNvGrpSpPr/>
              <p:nvPr/>
            </p:nvGrpSpPr>
            <p:grpSpPr>
              <a:xfrm>
                <a:off x="575780" y="6470917"/>
                <a:ext cx="289933" cy="445835"/>
                <a:chOff x="2352" y="6210033"/>
                <a:chExt cx="289933" cy="445835"/>
              </a:xfrm>
            </p:grpSpPr>
            <p:sp>
              <p:nvSpPr>
                <p:cNvPr id="117" name="Téglalap 116">
                  <a:extLst>
                    <a:ext uri="{FF2B5EF4-FFF2-40B4-BE49-F238E27FC236}">
                      <a16:creationId xmlns:a16="http://schemas.microsoft.com/office/drawing/2014/main" id="{97A111C3-C490-4708-AD97-88539B57FF18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8" name="Felhő 117">
                  <a:extLst>
                    <a:ext uri="{FF2B5EF4-FFF2-40B4-BE49-F238E27FC236}">
                      <a16:creationId xmlns:a16="http://schemas.microsoft.com/office/drawing/2014/main" id="{AE7F56C9-C498-4FB0-8F89-C0BAD0FD0179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14" name="Csoportba foglalás 113">
                <a:extLst>
                  <a:ext uri="{FF2B5EF4-FFF2-40B4-BE49-F238E27FC236}">
                    <a16:creationId xmlns:a16="http://schemas.microsoft.com/office/drawing/2014/main" id="{5155B3B3-D801-45FF-A44E-A872FE1D18F0}"/>
                  </a:ext>
                </a:extLst>
              </p:cNvPr>
              <p:cNvGrpSpPr/>
              <p:nvPr/>
            </p:nvGrpSpPr>
            <p:grpSpPr>
              <a:xfrm>
                <a:off x="677616" y="6081774"/>
                <a:ext cx="289933" cy="445835"/>
                <a:chOff x="2352" y="6210033"/>
                <a:chExt cx="289933" cy="445835"/>
              </a:xfrm>
            </p:grpSpPr>
            <p:sp>
              <p:nvSpPr>
                <p:cNvPr id="115" name="Téglalap 114">
                  <a:extLst>
                    <a:ext uri="{FF2B5EF4-FFF2-40B4-BE49-F238E27FC236}">
                      <a16:creationId xmlns:a16="http://schemas.microsoft.com/office/drawing/2014/main" id="{F048918F-E4E5-4888-BF52-2C34B21A1EC6}"/>
                    </a:ext>
                  </a:extLst>
                </p:cNvPr>
                <p:cNvSpPr/>
                <p:nvPr/>
              </p:nvSpPr>
              <p:spPr>
                <a:xfrm>
                  <a:off x="101600" y="6382760"/>
                  <a:ext cx="45719" cy="273108"/>
                </a:xfrm>
                <a:prstGeom prst="rect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16" name="Felhő 115">
                  <a:extLst>
                    <a:ext uri="{FF2B5EF4-FFF2-40B4-BE49-F238E27FC236}">
                      <a16:creationId xmlns:a16="http://schemas.microsoft.com/office/drawing/2014/main" id="{78AEFFBC-58A3-40A1-B01E-DE513A118861}"/>
                    </a:ext>
                  </a:extLst>
                </p:cNvPr>
                <p:cNvSpPr/>
                <p:nvPr/>
              </p:nvSpPr>
              <p:spPr>
                <a:xfrm>
                  <a:off x="2352" y="6210033"/>
                  <a:ext cx="289933" cy="221658"/>
                </a:xfrm>
                <a:prstGeom prst="cloud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</p:grpSp>
        <p:grpSp>
          <p:nvGrpSpPr>
            <p:cNvPr id="90" name="Csoportba foglalás 89">
              <a:extLst>
                <a:ext uri="{FF2B5EF4-FFF2-40B4-BE49-F238E27FC236}">
                  <a16:creationId xmlns:a16="http://schemas.microsoft.com/office/drawing/2014/main" id="{24D250D1-114C-4094-8A80-5BD4A1EDF83E}"/>
                </a:ext>
              </a:extLst>
            </p:cNvPr>
            <p:cNvGrpSpPr/>
            <p:nvPr/>
          </p:nvGrpSpPr>
          <p:grpSpPr>
            <a:xfrm>
              <a:off x="1665025" y="6250068"/>
              <a:ext cx="289933" cy="445835"/>
              <a:chOff x="2352" y="6210033"/>
              <a:chExt cx="289933" cy="445835"/>
            </a:xfrm>
          </p:grpSpPr>
          <p:sp>
            <p:nvSpPr>
              <p:cNvPr id="106" name="Téglalap 105">
                <a:extLst>
                  <a:ext uri="{FF2B5EF4-FFF2-40B4-BE49-F238E27FC236}">
                    <a16:creationId xmlns:a16="http://schemas.microsoft.com/office/drawing/2014/main" id="{3260A316-D417-478B-ADE1-6F8ACB68F7C8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Felhő 106">
                <a:extLst>
                  <a:ext uri="{FF2B5EF4-FFF2-40B4-BE49-F238E27FC236}">
                    <a16:creationId xmlns:a16="http://schemas.microsoft.com/office/drawing/2014/main" id="{7D2C7DFD-B1B7-4AB6-9929-DEE9D9F9328F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1" name="Csoportba foglalás 90">
              <a:extLst>
                <a:ext uri="{FF2B5EF4-FFF2-40B4-BE49-F238E27FC236}">
                  <a16:creationId xmlns:a16="http://schemas.microsoft.com/office/drawing/2014/main" id="{AC7E8085-207D-4591-8B50-2C2B64673A22}"/>
                </a:ext>
              </a:extLst>
            </p:cNvPr>
            <p:cNvGrpSpPr/>
            <p:nvPr/>
          </p:nvGrpSpPr>
          <p:grpSpPr>
            <a:xfrm>
              <a:off x="750739" y="6426000"/>
              <a:ext cx="289933" cy="445835"/>
              <a:chOff x="2352" y="6210033"/>
              <a:chExt cx="289933" cy="445835"/>
            </a:xfrm>
          </p:grpSpPr>
          <p:sp>
            <p:nvSpPr>
              <p:cNvPr id="104" name="Téglalap 103">
                <a:extLst>
                  <a:ext uri="{FF2B5EF4-FFF2-40B4-BE49-F238E27FC236}">
                    <a16:creationId xmlns:a16="http://schemas.microsoft.com/office/drawing/2014/main" id="{BF487503-219F-4826-91B3-72976EEF39A8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Felhő 104">
                <a:extLst>
                  <a:ext uri="{FF2B5EF4-FFF2-40B4-BE49-F238E27FC236}">
                    <a16:creationId xmlns:a16="http://schemas.microsoft.com/office/drawing/2014/main" id="{87C7C719-29EC-4FBB-BDDE-E017EEA2CD28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2" name="Csoportba foglalás 91">
              <a:extLst>
                <a:ext uri="{FF2B5EF4-FFF2-40B4-BE49-F238E27FC236}">
                  <a16:creationId xmlns:a16="http://schemas.microsoft.com/office/drawing/2014/main" id="{B458E7DC-08B8-4A8A-8197-43618FAE167A}"/>
                </a:ext>
              </a:extLst>
            </p:cNvPr>
            <p:cNvGrpSpPr/>
            <p:nvPr/>
          </p:nvGrpSpPr>
          <p:grpSpPr>
            <a:xfrm>
              <a:off x="205855" y="6160332"/>
              <a:ext cx="289933" cy="445835"/>
              <a:chOff x="2352" y="6210033"/>
              <a:chExt cx="289933" cy="445835"/>
            </a:xfrm>
          </p:grpSpPr>
          <p:sp>
            <p:nvSpPr>
              <p:cNvPr id="102" name="Téglalap 101">
                <a:extLst>
                  <a:ext uri="{FF2B5EF4-FFF2-40B4-BE49-F238E27FC236}">
                    <a16:creationId xmlns:a16="http://schemas.microsoft.com/office/drawing/2014/main" id="{B7AA5403-9C5A-4BB6-B030-2BF26557CD13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Felhő 102">
                <a:extLst>
                  <a:ext uri="{FF2B5EF4-FFF2-40B4-BE49-F238E27FC236}">
                    <a16:creationId xmlns:a16="http://schemas.microsoft.com/office/drawing/2014/main" id="{38E2C630-8E91-42C9-BC61-013F1172E09A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3" name="Csoportba foglalás 92">
              <a:extLst>
                <a:ext uri="{FF2B5EF4-FFF2-40B4-BE49-F238E27FC236}">
                  <a16:creationId xmlns:a16="http://schemas.microsoft.com/office/drawing/2014/main" id="{8CF5F132-2DEB-41AC-90C8-7699A47C1E84}"/>
                </a:ext>
              </a:extLst>
            </p:cNvPr>
            <p:cNvGrpSpPr/>
            <p:nvPr/>
          </p:nvGrpSpPr>
          <p:grpSpPr>
            <a:xfrm>
              <a:off x="1094709" y="6147548"/>
              <a:ext cx="289933" cy="445835"/>
              <a:chOff x="2352" y="6210033"/>
              <a:chExt cx="289933" cy="445835"/>
            </a:xfrm>
          </p:grpSpPr>
          <p:sp>
            <p:nvSpPr>
              <p:cNvPr id="100" name="Téglalap 99">
                <a:extLst>
                  <a:ext uri="{FF2B5EF4-FFF2-40B4-BE49-F238E27FC236}">
                    <a16:creationId xmlns:a16="http://schemas.microsoft.com/office/drawing/2014/main" id="{1E38306F-BAE0-4863-87B0-FF1AA1DE965E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Felhő 100">
                <a:extLst>
                  <a:ext uri="{FF2B5EF4-FFF2-40B4-BE49-F238E27FC236}">
                    <a16:creationId xmlns:a16="http://schemas.microsoft.com/office/drawing/2014/main" id="{50CA381C-1E06-449B-AEAA-09559AB21FF3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4" name="Csoportba foglalás 93">
              <a:extLst>
                <a:ext uri="{FF2B5EF4-FFF2-40B4-BE49-F238E27FC236}">
                  <a16:creationId xmlns:a16="http://schemas.microsoft.com/office/drawing/2014/main" id="{409A5EB7-928D-42AE-84C9-FA6E4230CFD7}"/>
                </a:ext>
              </a:extLst>
            </p:cNvPr>
            <p:cNvGrpSpPr/>
            <p:nvPr/>
          </p:nvGrpSpPr>
          <p:grpSpPr>
            <a:xfrm>
              <a:off x="54262" y="6399429"/>
              <a:ext cx="289933" cy="445835"/>
              <a:chOff x="2352" y="6210033"/>
              <a:chExt cx="289933" cy="445835"/>
            </a:xfrm>
          </p:grpSpPr>
          <p:sp>
            <p:nvSpPr>
              <p:cNvPr id="98" name="Téglalap 97">
                <a:extLst>
                  <a:ext uri="{FF2B5EF4-FFF2-40B4-BE49-F238E27FC236}">
                    <a16:creationId xmlns:a16="http://schemas.microsoft.com/office/drawing/2014/main" id="{D4730701-7DEA-48DA-94BD-8AF8289C965E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Felhő 98">
                <a:extLst>
                  <a:ext uri="{FF2B5EF4-FFF2-40B4-BE49-F238E27FC236}">
                    <a16:creationId xmlns:a16="http://schemas.microsoft.com/office/drawing/2014/main" id="{9D27CDF9-26C5-49B1-93D9-7C001297E340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95" name="Csoportba foglalás 94">
              <a:extLst>
                <a:ext uri="{FF2B5EF4-FFF2-40B4-BE49-F238E27FC236}">
                  <a16:creationId xmlns:a16="http://schemas.microsoft.com/office/drawing/2014/main" id="{91D34504-C041-4C05-894C-C1B29311B8A4}"/>
                </a:ext>
              </a:extLst>
            </p:cNvPr>
            <p:cNvGrpSpPr/>
            <p:nvPr/>
          </p:nvGrpSpPr>
          <p:grpSpPr>
            <a:xfrm>
              <a:off x="1373374" y="6375866"/>
              <a:ext cx="289933" cy="445835"/>
              <a:chOff x="2352" y="6210033"/>
              <a:chExt cx="289933" cy="445835"/>
            </a:xfrm>
          </p:grpSpPr>
          <p:sp>
            <p:nvSpPr>
              <p:cNvPr id="96" name="Téglalap 95">
                <a:extLst>
                  <a:ext uri="{FF2B5EF4-FFF2-40B4-BE49-F238E27FC236}">
                    <a16:creationId xmlns:a16="http://schemas.microsoft.com/office/drawing/2014/main" id="{B12B51B5-EB0E-4BBE-9C17-965E00BB6251}"/>
                  </a:ext>
                </a:extLst>
              </p:cNvPr>
              <p:cNvSpPr/>
              <p:nvPr/>
            </p:nvSpPr>
            <p:spPr>
              <a:xfrm>
                <a:off x="101600" y="6382760"/>
                <a:ext cx="45719" cy="273108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Felhő 96">
                <a:extLst>
                  <a:ext uri="{FF2B5EF4-FFF2-40B4-BE49-F238E27FC236}">
                    <a16:creationId xmlns:a16="http://schemas.microsoft.com/office/drawing/2014/main" id="{9D70C359-C283-4FD4-9186-92E09ADFB9EF}"/>
                  </a:ext>
                </a:extLst>
              </p:cNvPr>
              <p:cNvSpPr/>
              <p:nvPr/>
            </p:nvSpPr>
            <p:spPr>
              <a:xfrm>
                <a:off x="2352" y="6210033"/>
                <a:ext cx="289933" cy="221658"/>
              </a:xfrm>
              <a:prstGeom prst="cloud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  <p:sp>
        <p:nvSpPr>
          <p:cNvPr id="129" name="Felhő 128">
            <a:extLst>
              <a:ext uri="{FF2B5EF4-FFF2-40B4-BE49-F238E27FC236}">
                <a16:creationId xmlns:a16="http://schemas.microsoft.com/office/drawing/2014/main" id="{0164B5D4-A760-44F6-9FD6-0DEC2E55BBB8}"/>
              </a:ext>
            </a:extLst>
          </p:cNvPr>
          <p:cNvSpPr/>
          <p:nvPr/>
        </p:nvSpPr>
        <p:spPr>
          <a:xfrm>
            <a:off x="8645689" y="6465223"/>
            <a:ext cx="2844539" cy="430819"/>
          </a:xfrm>
          <a:prstGeom prst="cloud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0CCDD29C-B800-4B10-80B5-4272EDA3CFAF}"/>
              </a:ext>
            </a:extLst>
          </p:cNvPr>
          <p:cNvSpPr/>
          <p:nvPr/>
        </p:nvSpPr>
        <p:spPr>
          <a:xfrm rot="19577717">
            <a:off x="122995" y="13537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EACB86D8-CF42-4174-8D77-3E4F40AA54E2}"/>
              </a:ext>
            </a:extLst>
          </p:cNvPr>
          <p:cNvSpPr/>
          <p:nvPr/>
        </p:nvSpPr>
        <p:spPr>
          <a:xfrm rot="19577717">
            <a:off x="721007" y="10067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A177E267-85BC-41DD-9E07-4C8F7EF3EDDB}"/>
              </a:ext>
            </a:extLst>
          </p:cNvPr>
          <p:cNvSpPr/>
          <p:nvPr/>
        </p:nvSpPr>
        <p:spPr>
          <a:xfrm rot="19577717">
            <a:off x="1059743" y="13065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25B0EF53-DE70-4DB3-81A1-2B29E8A96534}"/>
              </a:ext>
            </a:extLst>
          </p:cNvPr>
          <p:cNvSpPr/>
          <p:nvPr/>
        </p:nvSpPr>
        <p:spPr>
          <a:xfrm rot="19577717">
            <a:off x="967719" y="22843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EDCF4EE9-C371-4FF5-9C63-D8F5DD795152}"/>
              </a:ext>
            </a:extLst>
          </p:cNvPr>
          <p:cNvSpPr/>
          <p:nvPr/>
        </p:nvSpPr>
        <p:spPr>
          <a:xfrm rot="19577717">
            <a:off x="406837" y="10318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2DE7C043-7A9A-4CCD-8C08-1E596FDA80C1}"/>
              </a:ext>
            </a:extLst>
          </p:cNvPr>
          <p:cNvSpPr/>
          <p:nvPr/>
        </p:nvSpPr>
        <p:spPr>
          <a:xfrm rot="19577717">
            <a:off x="946761" y="16577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B0A3BD0C-34A9-4226-9AF7-B5E77E28E3E4}"/>
              </a:ext>
            </a:extLst>
          </p:cNvPr>
          <p:cNvSpPr/>
          <p:nvPr/>
        </p:nvSpPr>
        <p:spPr>
          <a:xfrm rot="19577717">
            <a:off x="406837" y="35055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200F7CFD-6549-4C31-A651-EAAC9738B953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920CD5B9-8FDC-42A8-AACD-1F3342887C1E}"/>
              </a:ext>
            </a:extLst>
          </p:cNvPr>
          <p:cNvSpPr/>
          <p:nvPr/>
        </p:nvSpPr>
        <p:spPr>
          <a:xfrm rot="19577717">
            <a:off x="805309" y="272390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042BD92A-3E6F-42BF-93E7-EA7B1EE87EC8}"/>
              </a:ext>
            </a:extLst>
          </p:cNvPr>
          <p:cNvSpPr/>
          <p:nvPr/>
        </p:nvSpPr>
        <p:spPr>
          <a:xfrm rot="18333733">
            <a:off x="1281162" y="38587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6306E77B-250E-4AD8-8D5A-CCF7BFBF076E}"/>
              </a:ext>
            </a:extLst>
          </p:cNvPr>
          <p:cNvSpPr/>
          <p:nvPr/>
        </p:nvSpPr>
        <p:spPr>
          <a:xfrm rot="19577717">
            <a:off x="696093" y="19578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7753E449-F30E-43C3-A9C2-501EE41FD630}"/>
              </a:ext>
            </a:extLst>
          </p:cNvPr>
          <p:cNvSpPr/>
          <p:nvPr/>
        </p:nvSpPr>
        <p:spPr>
          <a:xfrm rot="19577717">
            <a:off x="1236017" y="25837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Felhő 141">
            <a:extLst>
              <a:ext uri="{FF2B5EF4-FFF2-40B4-BE49-F238E27FC236}">
                <a16:creationId xmlns:a16="http://schemas.microsoft.com/office/drawing/2014/main" id="{1023E4B6-57DE-4CB8-86DF-C0555075B751}"/>
              </a:ext>
            </a:extLst>
          </p:cNvPr>
          <p:cNvSpPr/>
          <p:nvPr/>
        </p:nvSpPr>
        <p:spPr>
          <a:xfrm>
            <a:off x="0" y="30805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Felhő 142">
            <a:extLst>
              <a:ext uri="{FF2B5EF4-FFF2-40B4-BE49-F238E27FC236}">
                <a16:creationId xmlns:a16="http://schemas.microsoft.com/office/drawing/2014/main" id="{16308B9C-ACE1-4670-AAE2-FCCA3C2D2A32}"/>
              </a:ext>
            </a:extLst>
          </p:cNvPr>
          <p:cNvSpPr/>
          <p:nvPr/>
        </p:nvSpPr>
        <p:spPr>
          <a:xfrm>
            <a:off x="1281902" y="257171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62766CC7-BB93-4ABD-8024-8471C754D436}"/>
              </a:ext>
            </a:extLst>
          </p:cNvPr>
          <p:cNvSpPr/>
          <p:nvPr/>
        </p:nvSpPr>
        <p:spPr>
          <a:xfrm rot="19577717">
            <a:off x="2846665" y="12754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6AC50DD3-A914-481C-9B8A-BCEDFF3A279A}"/>
              </a:ext>
            </a:extLst>
          </p:cNvPr>
          <p:cNvSpPr/>
          <p:nvPr/>
        </p:nvSpPr>
        <p:spPr>
          <a:xfrm rot="19577717">
            <a:off x="2684255" y="17149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3290E497-329C-4965-9ABC-0B2B529DE316}"/>
              </a:ext>
            </a:extLst>
          </p:cNvPr>
          <p:cNvSpPr/>
          <p:nvPr/>
        </p:nvSpPr>
        <p:spPr>
          <a:xfrm rot="19577717">
            <a:off x="3114963" y="15747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Könnycsepp 146">
            <a:extLst>
              <a:ext uri="{FF2B5EF4-FFF2-40B4-BE49-F238E27FC236}">
                <a16:creationId xmlns:a16="http://schemas.microsoft.com/office/drawing/2014/main" id="{DC158D6C-6081-4ADA-9173-E806B8AC6122}"/>
              </a:ext>
            </a:extLst>
          </p:cNvPr>
          <p:cNvSpPr/>
          <p:nvPr/>
        </p:nvSpPr>
        <p:spPr>
          <a:xfrm rot="19577717">
            <a:off x="1854429" y="144305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730E1F7F-9A8C-483A-842E-A4CEC0F56CBB}"/>
              </a:ext>
            </a:extLst>
          </p:cNvPr>
          <p:cNvSpPr/>
          <p:nvPr/>
        </p:nvSpPr>
        <p:spPr>
          <a:xfrm rot="19577717">
            <a:off x="1692019" y="188257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033C36DF-F261-4CC0-9B49-FB5D13F3373A}"/>
              </a:ext>
            </a:extLst>
          </p:cNvPr>
          <p:cNvSpPr/>
          <p:nvPr/>
        </p:nvSpPr>
        <p:spPr>
          <a:xfrm rot="19577717">
            <a:off x="2122727" y="174240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FAFEEE1C-D2C5-477B-8D81-73BCD757F097}"/>
              </a:ext>
            </a:extLst>
          </p:cNvPr>
          <p:cNvSpPr/>
          <p:nvPr/>
        </p:nvSpPr>
        <p:spPr>
          <a:xfrm rot="19577717">
            <a:off x="2554562" y="222925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18D10EDA-39CD-4A3E-9B64-D45391FA5E2B}"/>
              </a:ext>
            </a:extLst>
          </p:cNvPr>
          <p:cNvSpPr/>
          <p:nvPr/>
        </p:nvSpPr>
        <p:spPr>
          <a:xfrm rot="19577717">
            <a:off x="2392152" y="266877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B1CA4C70-18A7-4614-AC7A-2BBA4D4B5932}"/>
              </a:ext>
            </a:extLst>
          </p:cNvPr>
          <p:cNvSpPr/>
          <p:nvPr/>
        </p:nvSpPr>
        <p:spPr>
          <a:xfrm rot="19577717">
            <a:off x="2822860" y="252860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238E1F89-8191-43AD-8D49-8E03F52AC340}"/>
              </a:ext>
            </a:extLst>
          </p:cNvPr>
          <p:cNvSpPr/>
          <p:nvPr/>
        </p:nvSpPr>
        <p:spPr>
          <a:xfrm rot="19577717">
            <a:off x="1829134" y="21783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Könnycsepp 153">
            <a:extLst>
              <a:ext uri="{FF2B5EF4-FFF2-40B4-BE49-F238E27FC236}">
                <a16:creationId xmlns:a16="http://schemas.microsoft.com/office/drawing/2014/main" id="{C9040856-0A5A-45D6-A227-3103E71E625A}"/>
              </a:ext>
            </a:extLst>
          </p:cNvPr>
          <p:cNvSpPr/>
          <p:nvPr/>
        </p:nvSpPr>
        <p:spPr>
          <a:xfrm rot="19577717">
            <a:off x="1666724" y="26178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5" name="Könnycsepp 154">
            <a:extLst>
              <a:ext uri="{FF2B5EF4-FFF2-40B4-BE49-F238E27FC236}">
                <a16:creationId xmlns:a16="http://schemas.microsoft.com/office/drawing/2014/main" id="{C8631060-5F2D-4B3D-B48A-BF075B67FBB7}"/>
              </a:ext>
            </a:extLst>
          </p:cNvPr>
          <p:cNvSpPr/>
          <p:nvPr/>
        </p:nvSpPr>
        <p:spPr>
          <a:xfrm rot="19577717">
            <a:off x="2097432" y="24777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6" name="Könnycsepp 155">
            <a:extLst>
              <a:ext uri="{FF2B5EF4-FFF2-40B4-BE49-F238E27FC236}">
                <a16:creationId xmlns:a16="http://schemas.microsoft.com/office/drawing/2014/main" id="{D41D4763-A4A0-43A9-BF03-38A12698C66B}"/>
              </a:ext>
            </a:extLst>
          </p:cNvPr>
          <p:cNvSpPr/>
          <p:nvPr/>
        </p:nvSpPr>
        <p:spPr>
          <a:xfrm rot="19577717">
            <a:off x="2780849" y="30173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7" name="Könnycsepp 156">
            <a:extLst>
              <a:ext uri="{FF2B5EF4-FFF2-40B4-BE49-F238E27FC236}">
                <a16:creationId xmlns:a16="http://schemas.microsoft.com/office/drawing/2014/main" id="{3E83EED7-B182-4174-AC81-D7119435407B}"/>
              </a:ext>
            </a:extLst>
          </p:cNvPr>
          <p:cNvSpPr/>
          <p:nvPr/>
        </p:nvSpPr>
        <p:spPr>
          <a:xfrm rot="19577717">
            <a:off x="2618439" y="34568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8" name="Könnycsepp 157">
            <a:extLst>
              <a:ext uri="{FF2B5EF4-FFF2-40B4-BE49-F238E27FC236}">
                <a16:creationId xmlns:a16="http://schemas.microsoft.com/office/drawing/2014/main" id="{0037ED1A-CFF9-4AF4-9502-EA2F4E9BE1B6}"/>
              </a:ext>
            </a:extLst>
          </p:cNvPr>
          <p:cNvSpPr/>
          <p:nvPr/>
        </p:nvSpPr>
        <p:spPr>
          <a:xfrm rot="19577717">
            <a:off x="3049147" y="33166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9" name="Könnycsepp 158">
            <a:extLst>
              <a:ext uri="{FF2B5EF4-FFF2-40B4-BE49-F238E27FC236}">
                <a16:creationId xmlns:a16="http://schemas.microsoft.com/office/drawing/2014/main" id="{BAA2C8F5-D58F-48F5-8732-9F372474FCAB}"/>
              </a:ext>
            </a:extLst>
          </p:cNvPr>
          <p:cNvSpPr/>
          <p:nvPr/>
        </p:nvSpPr>
        <p:spPr>
          <a:xfrm rot="18333733">
            <a:off x="1636742" y="315864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0" name="Könnycsepp 159">
            <a:extLst>
              <a:ext uri="{FF2B5EF4-FFF2-40B4-BE49-F238E27FC236}">
                <a16:creationId xmlns:a16="http://schemas.microsoft.com/office/drawing/2014/main" id="{F0035688-4B2F-4310-9E6B-8A4B52ED5427}"/>
              </a:ext>
            </a:extLst>
          </p:cNvPr>
          <p:cNvSpPr/>
          <p:nvPr/>
        </p:nvSpPr>
        <p:spPr>
          <a:xfrm rot="18333733">
            <a:off x="682715" y="390903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1" name="Könnycsepp 160">
            <a:extLst>
              <a:ext uri="{FF2B5EF4-FFF2-40B4-BE49-F238E27FC236}">
                <a16:creationId xmlns:a16="http://schemas.microsoft.com/office/drawing/2014/main" id="{B2FC87B4-A2D6-40E8-B356-8ACA611BCD9D}"/>
              </a:ext>
            </a:extLst>
          </p:cNvPr>
          <p:cNvSpPr/>
          <p:nvPr/>
        </p:nvSpPr>
        <p:spPr>
          <a:xfrm rot="18333733">
            <a:off x="1038295" y="32089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781675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9013622B-602E-BD9D-BC60-AA1E43AB5BA2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DDE604E8-7EB4-4255-9DD2-72C554E4EF91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B47F73F6-4120-AF95-01C2-72DE86C7FF9D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9DE8E4B3-4440-B69D-20B3-87CFB7D50443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E0BCE0FE-8DA1-9864-033F-8E029DE940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E7AFE7FC-468A-DAD6-DF14-BD65F97A2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19C07DFB-95ED-0419-4728-D7D7CF804B3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77D78110-364F-1DE0-6AE2-D26EC1F2FB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B133DCD1-EB35-95C8-96A6-31E4741E48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538B77AF-3890-FB4D-80B3-0FC9067DEF44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4D70B0E8-7C4B-8480-A98E-9554706C92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4" name="Téglalap 13">
            <a:extLst>
              <a:ext uri="{FF2B5EF4-FFF2-40B4-BE49-F238E27FC236}">
                <a16:creationId xmlns:a16="http://schemas.microsoft.com/office/drawing/2014/main" id="{62BF29F9-6618-E28F-4B43-CD8827A3C93B}"/>
              </a:ext>
            </a:extLst>
          </p:cNvPr>
          <p:cNvSpPr/>
          <p:nvPr/>
        </p:nvSpPr>
        <p:spPr>
          <a:xfrm>
            <a:off x="0" y="6536173"/>
            <a:ext cx="8866867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" name="Csoportba foglalás 14">
            <a:extLst>
              <a:ext uri="{FF2B5EF4-FFF2-40B4-BE49-F238E27FC236}">
                <a16:creationId xmlns:a16="http://schemas.microsoft.com/office/drawing/2014/main" id="{687522E2-4EDE-DABE-8F72-8AFA30B97399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6" name="Csoportba foglalás 15">
              <a:extLst>
                <a:ext uri="{FF2B5EF4-FFF2-40B4-BE49-F238E27FC236}">
                  <a16:creationId xmlns:a16="http://schemas.microsoft.com/office/drawing/2014/main" id="{A2CF09CD-6BAD-63FC-D055-48F89CEAB011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9" name="Henger 18">
                <a:extLst>
                  <a:ext uri="{FF2B5EF4-FFF2-40B4-BE49-F238E27FC236}">
                    <a16:creationId xmlns:a16="http://schemas.microsoft.com/office/drawing/2014/main" id="{132587B5-FBF4-C0B3-A01A-EE8AFA1209F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1E66F2D1-101D-C201-2D02-CE2AC8C80E3F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Téglalap 20">
                <a:extLst>
                  <a:ext uri="{FF2B5EF4-FFF2-40B4-BE49-F238E27FC236}">
                    <a16:creationId xmlns:a16="http://schemas.microsoft.com/office/drawing/2014/main" id="{C5E4F00A-5D8D-1F52-2FF2-4E9A9148AFF3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961B6ADB-5618-FD27-C0C6-29675C8672B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CE9B0F1A-CDAC-8572-2648-0BFFEF6631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89E9B496-CC08-ADD0-6735-D773C27AC70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319DACFF-BC31-D261-38B4-6AEEF9797C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5E4D373E-13AE-5236-D2CF-D4DF402DB17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D276A86D-DE30-9B25-FEF1-B75BFC53333E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EF250D9F-BEE9-8841-DF4A-33FA2F5BF36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8" name="Egyenes összekötő 17">
              <a:extLst>
                <a:ext uri="{FF2B5EF4-FFF2-40B4-BE49-F238E27FC236}">
                  <a16:creationId xmlns:a16="http://schemas.microsoft.com/office/drawing/2014/main" id="{AA3258F9-FFB5-93AF-E77C-87B200CBCD3A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EEC12A03-9382-EF3A-4475-C57010605687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125E17FB-D1E9-FFD7-C791-946C03069F91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D6DDC337-ABF5-9906-17E3-E68937BDDD80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3115B94E-43E2-A036-3278-9412C7645A86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Derékszögű háromszög 74">
                  <a:extLst>
                    <a:ext uri="{FF2B5EF4-FFF2-40B4-BE49-F238E27FC236}">
                      <a16:creationId xmlns:a16="http://schemas.microsoft.com/office/drawing/2014/main" id="{7FF8F8EA-2109-A609-E032-A6991B9B1F3A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6" name="Téglalap 15">
                  <a:extLst>
                    <a:ext uri="{FF2B5EF4-FFF2-40B4-BE49-F238E27FC236}">
                      <a16:creationId xmlns:a16="http://schemas.microsoft.com/office/drawing/2014/main" id="{81E2D25C-FAF3-C433-1EB5-447278A17F64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7" name="Folyamatábra: Tárolt adat 17">
                  <a:extLst>
                    <a:ext uri="{FF2B5EF4-FFF2-40B4-BE49-F238E27FC236}">
                      <a16:creationId xmlns:a16="http://schemas.microsoft.com/office/drawing/2014/main" id="{621F4E55-9BD0-96EE-416A-233D4E6B62EA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3B32143E-411E-85BA-ED33-CA23511CE6EE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Romboid 78">
                  <a:extLst>
                    <a:ext uri="{FF2B5EF4-FFF2-40B4-BE49-F238E27FC236}">
                      <a16:creationId xmlns:a16="http://schemas.microsoft.com/office/drawing/2014/main" id="{160E6483-9731-3931-A1ED-A9C2FF582946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 79">
                  <a:extLst>
                    <a:ext uri="{FF2B5EF4-FFF2-40B4-BE49-F238E27FC236}">
                      <a16:creationId xmlns:a16="http://schemas.microsoft.com/office/drawing/2014/main" id="{67735384-8C7D-A051-63F3-8DDC6B34DD42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F68F00A7-63A9-DC84-E2CD-2E2E7ABE9815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82C3C83B-8EB6-3102-DC80-BF3455648D40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D8E5969D-5FEB-7114-672F-C284EAC5167E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C64C16CF-CE5F-2E6A-E97D-88F315591357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093EBE57-81C5-E12D-09C7-0DD70CD2580A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29B25AAD-5B65-A016-32AF-F539C1192A40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2" name="Picture 2" descr="Forráskép megtekintése">
                <a:extLst>
                  <a:ext uri="{FF2B5EF4-FFF2-40B4-BE49-F238E27FC236}">
                    <a16:creationId xmlns:a16="http://schemas.microsoft.com/office/drawing/2014/main" id="{92F8443C-97C9-AE82-70DB-46E5FD3075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3" name="Picture 6" descr="Forráskép megtekintése">
                <a:extLst>
                  <a:ext uri="{FF2B5EF4-FFF2-40B4-BE49-F238E27FC236}">
                    <a16:creationId xmlns:a16="http://schemas.microsoft.com/office/drawing/2014/main" id="{C83C40BB-9E59-CE68-E371-05BCAF89B2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AB717FB2-41DE-1C79-1A31-B394BD919585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9" name="Csoportba foglalás 58">
                <a:extLst>
                  <a:ext uri="{FF2B5EF4-FFF2-40B4-BE49-F238E27FC236}">
                    <a16:creationId xmlns:a16="http://schemas.microsoft.com/office/drawing/2014/main" id="{D24DF1C5-613D-2ECF-055F-85A3936B0C2A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2C17695B-B1B7-9C9D-5FFC-40B950EA2632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D7BD4A5B-D8AD-85E9-FEE9-0F83283D6AD0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Téglalap 63">
                  <a:extLst>
                    <a:ext uri="{FF2B5EF4-FFF2-40B4-BE49-F238E27FC236}">
                      <a16:creationId xmlns:a16="http://schemas.microsoft.com/office/drawing/2014/main" id="{6EBEBFD2-51EF-6224-18BC-337C112DB195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EA85967C-4D52-DE03-4459-A16C687990AC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DFA07408-8A5C-FC70-0C5E-57153E5DC1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2A7BDFE5-577D-8A62-D770-83E5B67E12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EA5F35F1-77BD-2CD9-4113-38832B7C54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212CF962-53D8-6730-9328-52B566F9A0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0" name="Ellipszis 69">
                  <a:extLst>
                    <a:ext uri="{FF2B5EF4-FFF2-40B4-BE49-F238E27FC236}">
                      <a16:creationId xmlns:a16="http://schemas.microsoft.com/office/drawing/2014/main" id="{977AA8A2-061B-3668-998D-2954ABA32F33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44276B61-70B2-3BF2-63C8-B6BB32D5F4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8BD157D9-680F-B211-E9D2-10EDF8D63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729450B2-8628-BF9C-3F7B-1FBBB9933697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9" name="Henger 48">
                <a:extLst>
                  <a:ext uri="{FF2B5EF4-FFF2-40B4-BE49-F238E27FC236}">
                    <a16:creationId xmlns:a16="http://schemas.microsoft.com/office/drawing/2014/main" id="{1F5A91A3-EAAB-A439-86D1-293A1D78BA0F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0" name="Csoportba foglalás 49">
                <a:extLst>
                  <a:ext uri="{FF2B5EF4-FFF2-40B4-BE49-F238E27FC236}">
                    <a16:creationId xmlns:a16="http://schemas.microsoft.com/office/drawing/2014/main" id="{CE706F86-595D-AFEA-8239-105ACCCA8A80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9E2FA5EE-6F36-152F-6043-AF6A28E5FDAF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3" name="Ellipszis 52">
                  <a:extLst>
                    <a:ext uri="{FF2B5EF4-FFF2-40B4-BE49-F238E27FC236}">
                      <a16:creationId xmlns:a16="http://schemas.microsoft.com/office/drawing/2014/main" id="{36DE3D85-BB6D-6852-9AFE-93894EBB546E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1055D82A-1DAE-7F4B-3DE8-C211214A40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E27847C9-F4AF-FCEE-9D77-932483A220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C298D6AB-F92C-ADD5-FECF-D64D8F944B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71A08C54-B562-CE3D-EF45-B828981E16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8" name="Ellipszis 57">
                  <a:extLst>
                    <a:ext uri="{FF2B5EF4-FFF2-40B4-BE49-F238E27FC236}">
                      <a16:creationId xmlns:a16="http://schemas.microsoft.com/office/drawing/2014/main" id="{798B0CB2-EB19-D66B-5EAB-0EAC94484D94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1" name="Téglalap 50">
                <a:extLst>
                  <a:ext uri="{FF2B5EF4-FFF2-40B4-BE49-F238E27FC236}">
                    <a16:creationId xmlns:a16="http://schemas.microsoft.com/office/drawing/2014/main" id="{465F7CF0-16E9-FF2E-6FD9-2DE656C7558D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599FAD5C-D693-1632-4286-0A49300DE5F3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3" name="Csoportba foglalás 32">
                <a:extLst>
                  <a:ext uri="{FF2B5EF4-FFF2-40B4-BE49-F238E27FC236}">
                    <a16:creationId xmlns:a16="http://schemas.microsoft.com/office/drawing/2014/main" id="{96A2109E-7385-E27F-21A9-61CE2212209A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1" name="Henger 40">
                  <a:extLst>
                    <a:ext uri="{FF2B5EF4-FFF2-40B4-BE49-F238E27FC236}">
                      <a16:creationId xmlns:a16="http://schemas.microsoft.com/office/drawing/2014/main" id="{FB5ECE27-3C83-38C9-E36E-2DA960BB2A1D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90F810B1-F68A-F014-8794-1D976E75F031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3" name="Ív 42">
                  <a:extLst>
                    <a:ext uri="{FF2B5EF4-FFF2-40B4-BE49-F238E27FC236}">
                      <a16:creationId xmlns:a16="http://schemas.microsoft.com/office/drawing/2014/main" id="{142031DF-78A1-04E0-8E74-D3BF2A52615F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4" name="Picture 2" descr="Forráskép megtekintése">
                  <a:extLst>
                    <a:ext uri="{FF2B5EF4-FFF2-40B4-BE49-F238E27FC236}">
                      <a16:creationId xmlns:a16="http://schemas.microsoft.com/office/drawing/2014/main" id="{E248DDEB-23BE-A2FD-3C36-F2E9D831B2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5" name="Téglalap 44">
                  <a:extLst>
                    <a:ext uri="{FF2B5EF4-FFF2-40B4-BE49-F238E27FC236}">
                      <a16:creationId xmlns:a16="http://schemas.microsoft.com/office/drawing/2014/main" id="{323E9679-B7A5-9550-814D-7DC826E0ADC5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Csillag: 4 ágú 45">
                  <a:extLst>
                    <a:ext uri="{FF2B5EF4-FFF2-40B4-BE49-F238E27FC236}">
                      <a16:creationId xmlns:a16="http://schemas.microsoft.com/office/drawing/2014/main" id="{12C1BA53-82A8-4C03-4856-626AD02BD9B1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Szabadkézi sokszög: alakzat 46">
                  <a:extLst>
                    <a:ext uri="{FF2B5EF4-FFF2-40B4-BE49-F238E27FC236}">
                      <a16:creationId xmlns:a16="http://schemas.microsoft.com/office/drawing/2014/main" id="{53549027-5303-8478-C60E-9DBD8040AF1B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8" name="Ellipszis 47">
                  <a:extLst>
                    <a:ext uri="{FF2B5EF4-FFF2-40B4-BE49-F238E27FC236}">
                      <a16:creationId xmlns:a16="http://schemas.microsoft.com/office/drawing/2014/main" id="{791D1E5A-F2CF-FCEF-EF94-7051B51E3060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3A3E7927-94E2-95F7-A446-CADF8D1AC3BA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4B062054-DFEC-1184-B2B4-12A9DEB0CEBD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6" name="Egyenes összekötő 35">
                <a:extLst>
                  <a:ext uri="{FF2B5EF4-FFF2-40B4-BE49-F238E27FC236}">
                    <a16:creationId xmlns:a16="http://schemas.microsoft.com/office/drawing/2014/main" id="{F6C6A6CF-64E8-3349-3CD0-1E710FA422D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BD97D73B-929B-A442-62A2-A756E99EDBA1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2016DC56-D55C-B1AC-ED43-ECCECC560B99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9" name="Kép 38">
                <a:extLst>
                  <a:ext uri="{FF2B5EF4-FFF2-40B4-BE49-F238E27FC236}">
                    <a16:creationId xmlns:a16="http://schemas.microsoft.com/office/drawing/2014/main" id="{A81FD8F1-CC7D-0773-621D-3B978CD37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77BF9249-979C-2DF8-92BB-9D3B079C10E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7" name="Téglalap 85">
            <a:extLst>
              <a:ext uri="{FF2B5EF4-FFF2-40B4-BE49-F238E27FC236}">
                <a16:creationId xmlns:a16="http://schemas.microsoft.com/office/drawing/2014/main" id="{98D630C8-7F8D-A5EF-FC0E-C1D9ABDD74D1}"/>
              </a:ext>
            </a:extLst>
          </p:cNvPr>
          <p:cNvSpPr/>
          <p:nvPr/>
        </p:nvSpPr>
        <p:spPr>
          <a:xfrm>
            <a:off x="6987934" y="6414709"/>
            <a:ext cx="8529198" cy="432000"/>
          </a:xfrm>
          <a:custGeom>
            <a:avLst/>
            <a:gdLst>
              <a:gd name="connsiteX0" fmla="*/ 0 w 12192000"/>
              <a:gd name="connsiteY0" fmla="*/ 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4" fmla="*/ 0 w 12192000"/>
              <a:gd name="connsiteY4" fmla="*/ 0 h 432000"/>
              <a:gd name="connsiteX0" fmla="*/ 0 w 12192000"/>
              <a:gd name="connsiteY0" fmla="*/ 43200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0" fmla="*/ 0 w 12192000"/>
              <a:gd name="connsiteY0" fmla="*/ 432000 h 432000"/>
              <a:gd name="connsiteX1" fmla="*/ 3436498 w 12192000"/>
              <a:gd name="connsiteY1" fmla="*/ 3177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  <a:gd name="connsiteX0" fmla="*/ 0 w 12192000"/>
              <a:gd name="connsiteY0" fmla="*/ 444500 h 444500"/>
              <a:gd name="connsiteX1" fmla="*/ 2407798 w 12192000"/>
              <a:gd name="connsiteY1" fmla="*/ 0 h 444500"/>
              <a:gd name="connsiteX2" fmla="*/ 12192000 w 12192000"/>
              <a:gd name="connsiteY2" fmla="*/ 12500 h 444500"/>
              <a:gd name="connsiteX3" fmla="*/ 12192000 w 12192000"/>
              <a:gd name="connsiteY3" fmla="*/ 444500 h 444500"/>
              <a:gd name="connsiteX4" fmla="*/ 0 w 12192000"/>
              <a:gd name="connsiteY4" fmla="*/ 444500 h 444500"/>
              <a:gd name="connsiteX0" fmla="*/ 0 w 12192000"/>
              <a:gd name="connsiteY0" fmla="*/ 432000 h 432000"/>
              <a:gd name="connsiteX1" fmla="*/ 2395098 w 12192000"/>
              <a:gd name="connsiteY1" fmla="*/ 1018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432000">
                <a:moveTo>
                  <a:pt x="0" y="432000"/>
                </a:moveTo>
                <a:lnTo>
                  <a:pt x="2395098" y="101800"/>
                </a:lnTo>
                <a:lnTo>
                  <a:pt x="12192000" y="0"/>
                </a:lnTo>
                <a:lnTo>
                  <a:pt x="12192000" y="432000"/>
                </a:lnTo>
                <a:lnTo>
                  <a:pt x="0" y="432000"/>
                </a:lnTo>
                <a:close/>
              </a:path>
            </a:pathLst>
          </a:cu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Felhő 128">
            <a:extLst>
              <a:ext uri="{FF2B5EF4-FFF2-40B4-BE49-F238E27FC236}">
                <a16:creationId xmlns:a16="http://schemas.microsoft.com/office/drawing/2014/main" id="{1C798F8F-2B22-2697-8637-4CC568F4740B}"/>
              </a:ext>
            </a:extLst>
          </p:cNvPr>
          <p:cNvSpPr/>
          <p:nvPr/>
        </p:nvSpPr>
        <p:spPr>
          <a:xfrm>
            <a:off x="10769730" y="6452482"/>
            <a:ext cx="2844539" cy="430819"/>
          </a:xfrm>
          <a:prstGeom prst="cloud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8A5956D0-DC8E-1C73-FA06-6B4E7F9571A7}"/>
              </a:ext>
            </a:extLst>
          </p:cNvPr>
          <p:cNvSpPr/>
          <p:nvPr/>
        </p:nvSpPr>
        <p:spPr>
          <a:xfrm rot="19577717">
            <a:off x="122995" y="13537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617DCB5A-963E-79E1-189A-4D3D2D6A0818}"/>
              </a:ext>
            </a:extLst>
          </p:cNvPr>
          <p:cNvSpPr/>
          <p:nvPr/>
        </p:nvSpPr>
        <p:spPr>
          <a:xfrm rot="19577717">
            <a:off x="721007" y="10067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9917D0BB-76B0-90C9-95C9-C4FE3DFC7623}"/>
              </a:ext>
            </a:extLst>
          </p:cNvPr>
          <p:cNvSpPr/>
          <p:nvPr/>
        </p:nvSpPr>
        <p:spPr>
          <a:xfrm rot="19577717">
            <a:off x="1221710" y="25448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596475CB-2D64-CFDB-9D38-FDEF3B168537}"/>
              </a:ext>
            </a:extLst>
          </p:cNvPr>
          <p:cNvSpPr/>
          <p:nvPr/>
        </p:nvSpPr>
        <p:spPr>
          <a:xfrm rot="19577717">
            <a:off x="406837" y="10318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9BC7AAD3-3173-15DB-F8E4-7F1937ED87A2}"/>
              </a:ext>
            </a:extLst>
          </p:cNvPr>
          <p:cNvSpPr/>
          <p:nvPr/>
        </p:nvSpPr>
        <p:spPr>
          <a:xfrm rot="19577717">
            <a:off x="946761" y="16577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6304084C-BF6A-8FC6-276E-028306E651C8}"/>
              </a:ext>
            </a:extLst>
          </p:cNvPr>
          <p:cNvSpPr/>
          <p:nvPr/>
        </p:nvSpPr>
        <p:spPr>
          <a:xfrm rot="19577717">
            <a:off x="406837" y="35055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88DE6966-84F1-A3AB-FF4F-A507FF096A99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6C7C194A-07FD-246E-DEF1-7F653143EEE2}"/>
              </a:ext>
            </a:extLst>
          </p:cNvPr>
          <p:cNvSpPr/>
          <p:nvPr/>
        </p:nvSpPr>
        <p:spPr>
          <a:xfrm rot="19577717">
            <a:off x="640855" y="29123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7BC0FAD1-55AC-4293-3C12-B39297F6843B}"/>
              </a:ext>
            </a:extLst>
          </p:cNvPr>
          <p:cNvSpPr/>
          <p:nvPr/>
        </p:nvSpPr>
        <p:spPr>
          <a:xfrm rot="18333733">
            <a:off x="1128483" y="43996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43C3ECB6-FC6C-7744-47AD-D1E5EEA5827C}"/>
              </a:ext>
            </a:extLst>
          </p:cNvPr>
          <p:cNvSpPr/>
          <p:nvPr/>
        </p:nvSpPr>
        <p:spPr>
          <a:xfrm rot="19577717">
            <a:off x="696093" y="19578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ABE33226-6917-202B-A112-F1B12A60DC96}"/>
              </a:ext>
            </a:extLst>
          </p:cNvPr>
          <p:cNvSpPr/>
          <p:nvPr/>
        </p:nvSpPr>
        <p:spPr>
          <a:xfrm rot="19577717">
            <a:off x="2007851" y="32053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Felhő 141">
            <a:extLst>
              <a:ext uri="{FF2B5EF4-FFF2-40B4-BE49-F238E27FC236}">
                <a16:creationId xmlns:a16="http://schemas.microsoft.com/office/drawing/2014/main" id="{F8B0F4AC-1DEF-0E2C-35DF-4AAA55DDBDD1}"/>
              </a:ext>
            </a:extLst>
          </p:cNvPr>
          <p:cNvSpPr/>
          <p:nvPr/>
        </p:nvSpPr>
        <p:spPr>
          <a:xfrm>
            <a:off x="0" y="30805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DAC8F45C-9616-EF5A-E927-B21FD7BE6B84}"/>
              </a:ext>
            </a:extLst>
          </p:cNvPr>
          <p:cNvSpPr/>
          <p:nvPr/>
        </p:nvSpPr>
        <p:spPr>
          <a:xfrm rot="19577717">
            <a:off x="491194" y="16090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367DB7E8-02CF-CF8E-A724-7C2B990C8CB9}"/>
              </a:ext>
            </a:extLst>
          </p:cNvPr>
          <p:cNvSpPr/>
          <p:nvPr/>
        </p:nvSpPr>
        <p:spPr>
          <a:xfrm rot="19577717">
            <a:off x="1212143" y="14589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885FEF81-AF5E-A9E5-5EA6-BD33901ADF35}"/>
              </a:ext>
            </a:extLst>
          </p:cNvPr>
          <p:cNvSpPr/>
          <p:nvPr/>
        </p:nvSpPr>
        <p:spPr>
          <a:xfrm rot="19577717">
            <a:off x="1302442" y="19637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4A97F139-2A0A-B3E2-EDEE-16930B316D47}"/>
              </a:ext>
            </a:extLst>
          </p:cNvPr>
          <p:cNvSpPr/>
          <p:nvPr/>
        </p:nvSpPr>
        <p:spPr>
          <a:xfrm rot="19577717">
            <a:off x="2539251" y="11114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4C847DEA-9567-5E7D-FA14-8168E4B60287}"/>
              </a:ext>
            </a:extLst>
          </p:cNvPr>
          <p:cNvSpPr/>
          <p:nvPr/>
        </p:nvSpPr>
        <p:spPr>
          <a:xfrm rot="19577717">
            <a:off x="3232319" y="13064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AB931299-F0AB-F5D9-F9FB-FBE443E41A01}"/>
              </a:ext>
            </a:extLst>
          </p:cNvPr>
          <p:cNvSpPr/>
          <p:nvPr/>
        </p:nvSpPr>
        <p:spPr>
          <a:xfrm rot="19577717">
            <a:off x="2876807" y="13631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CA571152-71E8-C806-D17C-3AC8107BF1B6}"/>
              </a:ext>
            </a:extLst>
          </p:cNvPr>
          <p:cNvSpPr/>
          <p:nvPr/>
        </p:nvSpPr>
        <p:spPr>
          <a:xfrm rot="19577717">
            <a:off x="2880668" y="17661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37266290-0697-C01E-73F5-C687A41B4DDC}"/>
              </a:ext>
            </a:extLst>
          </p:cNvPr>
          <p:cNvSpPr/>
          <p:nvPr/>
        </p:nvSpPr>
        <p:spPr>
          <a:xfrm rot="19577717">
            <a:off x="2222354" y="15934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30527167-42F5-FCB1-95F5-18F0E937A90E}"/>
              </a:ext>
            </a:extLst>
          </p:cNvPr>
          <p:cNvSpPr/>
          <p:nvPr/>
        </p:nvSpPr>
        <p:spPr>
          <a:xfrm rot="19577717">
            <a:off x="3538982" y="14469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Könnycsepp 153">
            <a:extLst>
              <a:ext uri="{FF2B5EF4-FFF2-40B4-BE49-F238E27FC236}">
                <a16:creationId xmlns:a16="http://schemas.microsoft.com/office/drawing/2014/main" id="{8A8CA74B-0F70-BD64-18EA-78620702CAB6}"/>
              </a:ext>
            </a:extLst>
          </p:cNvPr>
          <p:cNvSpPr/>
          <p:nvPr/>
        </p:nvSpPr>
        <p:spPr>
          <a:xfrm rot="19577717">
            <a:off x="3550861" y="183108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5" name="Könnycsepp 154">
            <a:extLst>
              <a:ext uri="{FF2B5EF4-FFF2-40B4-BE49-F238E27FC236}">
                <a16:creationId xmlns:a16="http://schemas.microsoft.com/office/drawing/2014/main" id="{414B41F8-04F7-7BE7-E01A-A0D50AC2F8FD}"/>
              </a:ext>
            </a:extLst>
          </p:cNvPr>
          <p:cNvSpPr/>
          <p:nvPr/>
        </p:nvSpPr>
        <p:spPr>
          <a:xfrm rot="19577717">
            <a:off x="3436626" y="21491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6" name="Könnycsepp 155">
            <a:extLst>
              <a:ext uri="{FF2B5EF4-FFF2-40B4-BE49-F238E27FC236}">
                <a16:creationId xmlns:a16="http://schemas.microsoft.com/office/drawing/2014/main" id="{8EB36C76-EA56-3763-D053-1D90E42B1CFA}"/>
              </a:ext>
            </a:extLst>
          </p:cNvPr>
          <p:cNvSpPr/>
          <p:nvPr/>
        </p:nvSpPr>
        <p:spPr>
          <a:xfrm rot="19577717">
            <a:off x="1637232" y="20874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7" name="Könnycsepp 156">
            <a:extLst>
              <a:ext uri="{FF2B5EF4-FFF2-40B4-BE49-F238E27FC236}">
                <a16:creationId xmlns:a16="http://schemas.microsoft.com/office/drawing/2014/main" id="{8DB7FD2C-1098-C69C-DD6C-1DEE1E32663C}"/>
              </a:ext>
            </a:extLst>
          </p:cNvPr>
          <p:cNvSpPr/>
          <p:nvPr/>
        </p:nvSpPr>
        <p:spPr>
          <a:xfrm rot="19577717">
            <a:off x="2598976" y="25775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8" name="Könnycsepp 157">
            <a:extLst>
              <a:ext uri="{FF2B5EF4-FFF2-40B4-BE49-F238E27FC236}">
                <a16:creationId xmlns:a16="http://schemas.microsoft.com/office/drawing/2014/main" id="{482E9032-1CC9-D293-9807-4477E6103230}"/>
              </a:ext>
            </a:extLst>
          </p:cNvPr>
          <p:cNvSpPr/>
          <p:nvPr/>
        </p:nvSpPr>
        <p:spPr>
          <a:xfrm rot="19577717">
            <a:off x="2016538" y="256142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9" name="Könnycsepp 158">
            <a:extLst>
              <a:ext uri="{FF2B5EF4-FFF2-40B4-BE49-F238E27FC236}">
                <a16:creationId xmlns:a16="http://schemas.microsoft.com/office/drawing/2014/main" id="{759D4D57-B4D7-6F7A-C12B-6FB3DFD843E3}"/>
              </a:ext>
            </a:extLst>
          </p:cNvPr>
          <p:cNvSpPr/>
          <p:nvPr/>
        </p:nvSpPr>
        <p:spPr>
          <a:xfrm rot="19577717">
            <a:off x="1382397" y="34033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0" name="Könnycsepp 159">
            <a:extLst>
              <a:ext uri="{FF2B5EF4-FFF2-40B4-BE49-F238E27FC236}">
                <a16:creationId xmlns:a16="http://schemas.microsoft.com/office/drawing/2014/main" id="{93F71725-D721-D99B-D9AA-E49D7D4BFDC4}"/>
              </a:ext>
            </a:extLst>
          </p:cNvPr>
          <p:cNvSpPr/>
          <p:nvPr/>
        </p:nvSpPr>
        <p:spPr>
          <a:xfrm rot="2022283" flipH="1">
            <a:off x="2059782" y="44780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1" name="Könnycsepp 160">
            <a:extLst>
              <a:ext uri="{FF2B5EF4-FFF2-40B4-BE49-F238E27FC236}">
                <a16:creationId xmlns:a16="http://schemas.microsoft.com/office/drawing/2014/main" id="{14B90F6B-107D-901F-55B3-023580979E96}"/>
              </a:ext>
            </a:extLst>
          </p:cNvPr>
          <p:cNvSpPr/>
          <p:nvPr/>
        </p:nvSpPr>
        <p:spPr>
          <a:xfrm rot="2022283" flipH="1">
            <a:off x="3198539" y="31703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2" name="Könnycsepp 161">
            <a:extLst>
              <a:ext uri="{FF2B5EF4-FFF2-40B4-BE49-F238E27FC236}">
                <a16:creationId xmlns:a16="http://schemas.microsoft.com/office/drawing/2014/main" id="{772AB15B-E573-7FF4-B4B2-3A875074F753}"/>
              </a:ext>
            </a:extLst>
          </p:cNvPr>
          <p:cNvSpPr/>
          <p:nvPr/>
        </p:nvSpPr>
        <p:spPr>
          <a:xfrm rot="2022283" flipH="1">
            <a:off x="3085557" y="35214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3" name="Könnycsepp 162">
            <a:extLst>
              <a:ext uri="{FF2B5EF4-FFF2-40B4-BE49-F238E27FC236}">
                <a16:creationId xmlns:a16="http://schemas.microsoft.com/office/drawing/2014/main" id="{4202FDFE-A06C-85B0-28DF-8A5C94D78147}"/>
              </a:ext>
            </a:extLst>
          </p:cNvPr>
          <p:cNvSpPr/>
          <p:nvPr/>
        </p:nvSpPr>
        <p:spPr>
          <a:xfrm rot="2022283" flipH="1">
            <a:off x="2517011" y="39102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Felhő 142">
            <a:extLst>
              <a:ext uri="{FF2B5EF4-FFF2-40B4-BE49-F238E27FC236}">
                <a16:creationId xmlns:a16="http://schemas.microsoft.com/office/drawing/2014/main" id="{34879013-978D-8177-3906-EA2547172F32}"/>
              </a:ext>
            </a:extLst>
          </p:cNvPr>
          <p:cNvSpPr/>
          <p:nvPr/>
        </p:nvSpPr>
        <p:spPr>
          <a:xfrm>
            <a:off x="2361799" y="266054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Könnycsepp 120">
            <a:extLst>
              <a:ext uri="{FF2B5EF4-FFF2-40B4-BE49-F238E27FC236}">
                <a16:creationId xmlns:a16="http://schemas.microsoft.com/office/drawing/2014/main" id="{4D7F1EE9-DC13-4428-928C-C659CA20B577}"/>
              </a:ext>
            </a:extLst>
          </p:cNvPr>
          <p:cNvSpPr/>
          <p:nvPr/>
        </p:nvSpPr>
        <p:spPr>
          <a:xfrm rot="2022283" flipH="1">
            <a:off x="4530014" y="234698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1A014539-CC3A-44E5-B86A-5402BC8C6CA7}"/>
              </a:ext>
            </a:extLst>
          </p:cNvPr>
          <p:cNvSpPr/>
          <p:nvPr/>
        </p:nvSpPr>
        <p:spPr>
          <a:xfrm rot="2022283" flipH="1">
            <a:off x="4417032" y="26981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7262C5C7-C668-4967-AB07-837472C3A5DC}"/>
              </a:ext>
            </a:extLst>
          </p:cNvPr>
          <p:cNvSpPr/>
          <p:nvPr/>
        </p:nvSpPr>
        <p:spPr>
          <a:xfrm rot="19577717">
            <a:off x="4197762" y="20474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E6F73B7F-05D8-468B-BBD8-3276C3DBAC3D}"/>
              </a:ext>
            </a:extLst>
          </p:cNvPr>
          <p:cNvSpPr/>
          <p:nvPr/>
        </p:nvSpPr>
        <p:spPr>
          <a:xfrm rot="2022283" flipH="1">
            <a:off x="5291150" y="224530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0FF0FB49-CAFC-4979-8FC6-F3E825F0C806}"/>
              </a:ext>
            </a:extLst>
          </p:cNvPr>
          <p:cNvSpPr/>
          <p:nvPr/>
        </p:nvSpPr>
        <p:spPr>
          <a:xfrm rot="2022283" flipH="1">
            <a:off x="5178168" y="25964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7A930F94-E43A-43DA-86E5-EA436E4E119F}"/>
              </a:ext>
            </a:extLst>
          </p:cNvPr>
          <p:cNvSpPr/>
          <p:nvPr/>
        </p:nvSpPr>
        <p:spPr>
          <a:xfrm rot="19577717">
            <a:off x="3957537" y="269508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0E60639E-64B6-46D1-A886-4720B305A4F9}"/>
              </a:ext>
            </a:extLst>
          </p:cNvPr>
          <p:cNvSpPr/>
          <p:nvPr/>
        </p:nvSpPr>
        <p:spPr>
          <a:xfrm rot="19577717">
            <a:off x="4426838" y="133430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0C535370-0F74-444D-A3F6-013EB47F714F}"/>
              </a:ext>
            </a:extLst>
          </p:cNvPr>
          <p:cNvSpPr/>
          <p:nvPr/>
        </p:nvSpPr>
        <p:spPr>
          <a:xfrm rot="19577717">
            <a:off x="4833514" y="21983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CAA7726A-82DD-4EBF-AC01-5CD2E1B083BD}"/>
              </a:ext>
            </a:extLst>
          </p:cNvPr>
          <p:cNvSpPr/>
          <p:nvPr/>
        </p:nvSpPr>
        <p:spPr>
          <a:xfrm rot="19577717">
            <a:off x="4873596" y="17043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2816760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82535647-D506-4820-BF94-9B028E601B00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26428204-F0CE-431D-85E4-08459827D1FC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AB65F994-77EC-4CEA-8AA1-23EA358E2AF2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90D4CC7B-002B-41B5-8523-E22922FADF14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513A4757-6E48-4074-8AC6-5F83278AFB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4ECB9D55-F791-4648-B04A-88F71752D1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E1DB37E7-B3B4-468A-B045-9C8286D757C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4FB843FA-17B4-4B9D-B1E5-CCBBC54AC2D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3CD6C427-3667-40F8-803D-45443A47722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2F9959FF-C197-4F62-9EAB-7953771B7402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E33DD530-B909-4948-AC31-90302CC1365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4" name="Téglalap 13">
            <a:extLst>
              <a:ext uri="{FF2B5EF4-FFF2-40B4-BE49-F238E27FC236}">
                <a16:creationId xmlns:a16="http://schemas.microsoft.com/office/drawing/2014/main" id="{9566AB73-3A0F-4A80-9CD4-DB1E84C06A02}"/>
              </a:ext>
            </a:extLst>
          </p:cNvPr>
          <p:cNvSpPr/>
          <p:nvPr/>
        </p:nvSpPr>
        <p:spPr>
          <a:xfrm>
            <a:off x="0" y="6536173"/>
            <a:ext cx="94996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" name="Csoportba foglalás 14">
            <a:extLst>
              <a:ext uri="{FF2B5EF4-FFF2-40B4-BE49-F238E27FC236}">
                <a16:creationId xmlns:a16="http://schemas.microsoft.com/office/drawing/2014/main" id="{266BD1C3-06CD-45B3-A096-8989A8086814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6" name="Csoportba foglalás 15">
              <a:extLst>
                <a:ext uri="{FF2B5EF4-FFF2-40B4-BE49-F238E27FC236}">
                  <a16:creationId xmlns:a16="http://schemas.microsoft.com/office/drawing/2014/main" id="{269164CE-FD12-46AF-A496-D9E539465F98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9" name="Henger 18">
                <a:extLst>
                  <a:ext uri="{FF2B5EF4-FFF2-40B4-BE49-F238E27FC236}">
                    <a16:creationId xmlns:a16="http://schemas.microsoft.com/office/drawing/2014/main" id="{CE9C9D7E-2028-4025-84C3-3C6138679E7D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97460F55-615A-4A69-8257-83FE3DF6394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Téglalap 20">
                <a:extLst>
                  <a:ext uri="{FF2B5EF4-FFF2-40B4-BE49-F238E27FC236}">
                    <a16:creationId xmlns:a16="http://schemas.microsoft.com/office/drawing/2014/main" id="{FECA72DE-0006-4DE8-92FB-694037C8556F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F92AABB9-D21D-475D-A578-8DD5E984FDEE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B36014BF-C2B1-4777-9049-FBB284B9B1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ABADA543-462F-4A10-B85B-DBAA3AED6B0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9162E153-523F-4C84-B007-CFDC0326B5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568FFAA6-B2EB-4202-A0CA-8FA6C579991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9A6A2A73-8468-4ED7-AE00-B1E3383CD149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0D48063A-378B-40E8-9F43-16079934B1E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8" name="Egyenes összekötő 17">
              <a:extLst>
                <a:ext uri="{FF2B5EF4-FFF2-40B4-BE49-F238E27FC236}">
                  <a16:creationId xmlns:a16="http://schemas.microsoft.com/office/drawing/2014/main" id="{97DD7A8E-C84F-4593-9EE2-528E444100B6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C83F5861-7DE6-4434-96F6-C8ED367194A0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01C64169-7A62-4ED0-B0F5-FF1F6BAC8245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B7284FB7-C476-40CA-B1AF-06A973A505E6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5623A501-4128-4190-96EF-E16FE4D1EE24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Derékszögű háromszög 74">
                  <a:extLst>
                    <a:ext uri="{FF2B5EF4-FFF2-40B4-BE49-F238E27FC236}">
                      <a16:creationId xmlns:a16="http://schemas.microsoft.com/office/drawing/2014/main" id="{7A6EA2C7-141A-40E2-938B-A512A7466BA9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6" name="Téglalap 15">
                  <a:extLst>
                    <a:ext uri="{FF2B5EF4-FFF2-40B4-BE49-F238E27FC236}">
                      <a16:creationId xmlns:a16="http://schemas.microsoft.com/office/drawing/2014/main" id="{EFE07A66-C9C8-401D-AE72-18534D3CC505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7" name="Folyamatábra: Tárolt adat 17">
                  <a:extLst>
                    <a:ext uri="{FF2B5EF4-FFF2-40B4-BE49-F238E27FC236}">
                      <a16:creationId xmlns:a16="http://schemas.microsoft.com/office/drawing/2014/main" id="{D5DB8EB5-94BF-4D4D-92AF-D82D4CF63EA5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3C703BEE-AA51-4C8C-BC4A-B292D648407F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Romboid 78">
                  <a:extLst>
                    <a:ext uri="{FF2B5EF4-FFF2-40B4-BE49-F238E27FC236}">
                      <a16:creationId xmlns:a16="http://schemas.microsoft.com/office/drawing/2014/main" id="{F2D10B42-8799-455A-801A-CD488D2D908D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 79">
                  <a:extLst>
                    <a:ext uri="{FF2B5EF4-FFF2-40B4-BE49-F238E27FC236}">
                      <a16:creationId xmlns:a16="http://schemas.microsoft.com/office/drawing/2014/main" id="{EFB3DAF6-B090-4345-974C-E0C926645BFD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47A7D4C8-88C2-4CB5-ACA1-3825BA333D3F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D442D917-CDFC-4148-B85B-6E0BA90DF8B0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B5E75690-FAB3-439C-B031-C7D4FB77D2D9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09178304-9B33-4722-88DB-2CE08E6282AF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A970FB9A-BC9C-4A7C-9D43-0A5809BF5D03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815EE301-A3C5-4ACA-B560-32BD10A9A4C7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2" name="Picture 2" descr="Forráskép megtekintése">
                <a:extLst>
                  <a:ext uri="{FF2B5EF4-FFF2-40B4-BE49-F238E27FC236}">
                    <a16:creationId xmlns:a16="http://schemas.microsoft.com/office/drawing/2014/main" id="{99377760-5D11-4DAA-8EE0-FBF308C61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3" name="Picture 6" descr="Forráskép megtekintése">
                <a:extLst>
                  <a:ext uri="{FF2B5EF4-FFF2-40B4-BE49-F238E27FC236}">
                    <a16:creationId xmlns:a16="http://schemas.microsoft.com/office/drawing/2014/main" id="{8409D54A-5787-4E6B-9C28-4F0FC38C7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F0AA81FF-910C-4E20-87E8-AE3873FAC452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9" name="Csoportba foglalás 58">
                <a:extLst>
                  <a:ext uri="{FF2B5EF4-FFF2-40B4-BE49-F238E27FC236}">
                    <a16:creationId xmlns:a16="http://schemas.microsoft.com/office/drawing/2014/main" id="{2D0733E5-F4F6-424F-A27B-DD4310F5EA1E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8804B5AC-D457-478D-BCB8-1E21E280E6E5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B36A532B-3790-4C7D-A643-B9DE58A3000B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Téglalap 63">
                  <a:extLst>
                    <a:ext uri="{FF2B5EF4-FFF2-40B4-BE49-F238E27FC236}">
                      <a16:creationId xmlns:a16="http://schemas.microsoft.com/office/drawing/2014/main" id="{2869A9D7-62DA-4142-8696-5D535FDFDA27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F94BAF20-C315-4DA9-92CF-11128DC61159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72B9CD71-6429-4D4B-9124-52F5D33B48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2E031C25-5238-444A-B253-499D814168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1D0EEED0-8111-42C2-A6FB-A024B4869E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555A2522-4CB6-4469-B7AE-A829689CCF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0" name="Ellipszis 69">
                  <a:extLst>
                    <a:ext uri="{FF2B5EF4-FFF2-40B4-BE49-F238E27FC236}">
                      <a16:creationId xmlns:a16="http://schemas.microsoft.com/office/drawing/2014/main" id="{7E333B82-7811-49D1-ADC4-A22FB90524A0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DD31B04E-360C-4725-A8E9-3ECD2449C5E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562DED93-EE61-4F9E-AEE9-129BF407B5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2CDE55E0-01CB-4E56-9C8F-2BC154E62322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9" name="Henger 48">
                <a:extLst>
                  <a:ext uri="{FF2B5EF4-FFF2-40B4-BE49-F238E27FC236}">
                    <a16:creationId xmlns:a16="http://schemas.microsoft.com/office/drawing/2014/main" id="{04E10E21-1F04-4AC1-957F-A28325132772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0" name="Csoportba foglalás 49">
                <a:extLst>
                  <a:ext uri="{FF2B5EF4-FFF2-40B4-BE49-F238E27FC236}">
                    <a16:creationId xmlns:a16="http://schemas.microsoft.com/office/drawing/2014/main" id="{1DE9CDF1-4C35-4674-88CC-84920D1F1032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BCF3F00F-2447-4136-BDE5-E2CE2DFE3A57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3" name="Ellipszis 52">
                  <a:extLst>
                    <a:ext uri="{FF2B5EF4-FFF2-40B4-BE49-F238E27FC236}">
                      <a16:creationId xmlns:a16="http://schemas.microsoft.com/office/drawing/2014/main" id="{D5731FD6-58C0-4F60-BF43-0DFCCEC9C074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35537CDA-6FBD-44BF-B1E8-F94577410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F4F85220-FA5B-4DAE-8E83-5B242A1DBA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EC169E42-313D-409F-ADD0-3D71CB78BB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E94582DB-5AD7-4AB9-8B4D-90DB569B2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8" name="Ellipszis 57">
                  <a:extLst>
                    <a:ext uri="{FF2B5EF4-FFF2-40B4-BE49-F238E27FC236}">
                      <a16:creationId xmlns:a16="http://schemas.microsoft.com/office/drawing/2014/main" id="{6642E2DD-FAFB-4DEE-8A33-B0989416DDF1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1" name="Téglalap 50">
                <a:extLst>
                  <a:ext uri="{FF2B5EF4-FFF2-40B4-BE49-F238E27FC236}">
                    <a16:creationId xmlns:a16="http://schemas.microsoft.com/office/drawing/2014/main" id="{78F57D34-DAF0-43AB-A877-45C870582E8F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AFAB5C81-81C5-4725-B79D-9C1718445CE9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3" name="Csoportba foglalás 32">
                <a:extLst>
                  <a:ext uri="{FF2B5EF4-FFF2-40B4-BE49-F238E27FC236}">
                    <a16:creationId xmlns:a16="http://schemas.microsoft.com/office/drawing/2014/main" id="{8D88A33B-F061-40CB-A0A8-A712FFCDCE33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1" name="Henger 40">
                  <a:extLst>
                    <a:ext uri="{FF2B5EF4-FFF2-40B4-BE49-F238E27FC236}">
                      <a16:creationId xmlns:a16="http://schemas.microsoft.com/office/drawing/2014/main" id="{133E3484-33AB-4ED0-A470-963E2C7C53ED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B176DB51-BEC8-492B-8B21-1D440F1E0ADD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3" name="Ív 42">
                  <a:extLst>
                    <a:ext uri="{FF2B5EF4-FFF2-40B4-BE49-F238E27FC236}">
                      <a16:creationId xmlns:a16="http://schemas.microsoft.com/office/drawing/2014/main" id="{E3D1823C-DB7E-4655-BF70-AB23A8B09AE7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4" name="Picture 2" descr="Forráskép megtekintése">
                  <a:extLst>
                    <a:ext uri="{FF2B5EF4-FFF2-40B4-BE49-F238E27FC236}">
                      <a16:creationId xmlns:a16="http://schemas.microsoft.com/office/drawing/2014/main" id="{99B4CD75-D982-455B-B49B-1C8CF66F9C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5" name="Téglalap 44">
                  <a:extLst>
                    <a:ext uri="{FF2B5EF4-FFF2-40B4-BE49-F238E27FC236}">
                      <a16:creationId xmlns:a16="http://schemas.microsoft.com/office/drawing/2014/main" id="{85717273-CE76-489E-8B05-1D72F966E0B1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Csillag: 4 ágú 45">
                  <a:extLst>
                    <a:ext uri="{FF2B5EF4-FFF2-40B4-BE49-F238E27FC236}">
                      <a16:creationId xmlns:a16="http://schemas.microsoft.com/office/drawing/2014/main" id="{79BE7AA4-3E65-406E-904D-F44A86F8D0A9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Szabadkézi sokszög: alakzat 46">
                  <a:extLst>
                    <a:ext uri="{FF2B5EF4-FFF2-40B4-BE49-F238E27FC236}">
                      <a16:creationId xmlns:a16="http://schemas.microsoft.com/office/drawing/2014/main" id="{3ABD51BE-FB9C-4F7A-A2EE-C5A0ABA5ECEB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8" name="Ellipszis 47">
                  <a:extLst>
                    <a:ext uri="{FF2B5EF4-FFF2-40B4-BE49-F238E27FC236}">
                      <a16:creationId xmlns:a16="http://schemas.microsoft.com/office/drawing/2014/main" id="{746F7888-9F95-443F-801E-5A5B1F5CA4E3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5D293B96-A004-4D5A-88BE-3AE63D26A9EB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BB70E802-5C22-4893-9ECD-FE0494C6694F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6" name="Egyenes összekötő 35">
                <a:extLst>
                  <a:ext uri="{FF2B5EF4-FFF2-40B4-BE49-F238E27FC236}">
                    <a16:creationId xmlns:a16="http://schemas.microsoft.com/office/drawing/2014/main" id="{8D6DAE08-413A-4700-9D9A-0F882AA621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830E0768-DC49-4FA5-8DC9-4C997BC219CB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EAD3D200-5274-4067-8135-5BD14979F3F3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9" name="Kép 38">
                <a:extLst>
                  <a:ext uri="{FF2B5EF4-FFF2-40B4-BE49-F238E27FC236}">
                    <a16:creationId xmlns:a16="http://schemas.microsoft.com/office/drawing/2014/main" id="{AAF2588E-9653-4326-8BB0-10F7EE049F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84230426-8C7A-4E42-A69A-AE85C73551F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7" name="Téglalap 85">
            <a:extLst>
              <a:ext uri="{FF2B5EF4-FFF2-40B4-BE49-F238E27FC236}">
                <a16:creationId xmlns:a16="http://schemas.microsoft.com/office/drawing/2014/main" id="{3640C111-6355-487C-A621-5A94523CB937}"/>
              </a:ext>
            </a:extLst>
          </p:cNvPr>
          <p:cNvSpPr/>
          <p:nvPr/>
        </p:nvSpPr>
        <p:spPr>
          <a:xfrm>
            <a:off x="7686434" y="6427409"/>
            <a:ext cx="8529198" cy="432000"/>
          </a:xfrm>
          <a:custGeom>
            <a:avLst/>
            <a:gdLst>
              <a:gd name="connsiteX0" fmla="*/ 0 w 12192000"/>
              <a:gd name="connsiteY0" fmla="*/ 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4" fmla="*/ 0 w 12192000"/>
              <a:gd name="connsiteY4" fmla="*/ 0 h 432000"/>
              <a:gd name="connsiteX0" fmla="*/ 0 w 12192000"/>
              <a:gd name="connsiteY0" fmla="*/ 43200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0" fmla="*/ 0 w 12192000"/>
              <a:gd name="connsiteY0" fmla="*/ 432000 h 432000"/>
              <a:gd name="connsiteX1" fmla="*/ 3436498 w 12192000"/>
              <a:gd name="connsiteY1" fmla="*/ 3177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  <a:gd name="connsiteX0" fmla="*/ 0 w 12192000"/>
              <a:gd name="connsiteY0" fmla="*/ 444500 h 444500"/>
              <a:gd name="connsiteX1" fmla="*/ 2407798 w 12192000"/>
              <a:gd name="connsiteY1" fmla="*/ 0 h 444500"/>
              <a:gd name="connsiteX2" fmla="*/ 12192000 w 12192000"/>
              <a:gd name="connsiteY2" fmla="*/ 12500 h 444500"/>
              <a:gd name="connsiteX3" fmla="*/ 12192000 w 12192000"/>
              <a:gd name="connsiteY3" fmla="*/ 444500 h 444500"/>
              <a:gd name="connsiteX4" fmla="*/ 0 w 12192000"/>
              <a:gd name="connsiteY4" fmla="*/ 444500 h 444500"/>
              <a:gd name="connsiteX0" fmla="*/ 0 w 12192000"/>
              <a:gd name="connsiteY0" fmla="*/ 432000 h 432000"/>
              <a:gd name="connsiteX1" fmla="*/ 2395098 w 12192000"/>
              <a:gd name="connsiteY1" fmla="*/ 1018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432000">
                <a:moveTo>
                  <a:pt x="0" y="432000"/>
                </a:moveTo>
                <a:lnTo>
                  <a:pt x="2395098" y="101800"/>
                </a:lnTo>
                <a:lnTo>
                  <a:pt x="12192000" y="0"/>
                </a:lnTo>
                <a:lnTo>
                  <a:pt x="12192000" y="432000"/>
                </a:lnTo>
                <a:lnTo>
                  <a:pt x="0" y="432000"/>
                </a:lnTo>
                <a:close/>
              </a:path>
            </a:pathLst>
          </a:cu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Felhő 87">
            <a:extLst>
              <a:ext uri="{FF2B5EF4-FFF2-40B4-BE49-F238E27FC236}">
                <a16:creationId xmlns:a16="http://schemas.microsoft.com/office/drawing/2014/main" id="{C3B2A9A1-3D81-4725-8BAA-A5DF5F0CE022}"/>
              </a:ext>
            </a:extLst>
          </p:cNvPr>
          <p:cNvSpPr/>
          <p:nvPr/>
        </p:nvSpPr>
        <p:spPr>
          <a:xfrm>
            <a:off x="10972930" y="6452482"/>
            <a:ext cx="2844539" cy="430819"/>
          </a:xfrm>
          <a:prstGeom prst="cloud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Könnycsepp 88">
            <a:extLst>
              <a:ext uri="{FF2B5EF4-FFF2-40B4-BE49-F238E27FC236}">
                <a16:creationId xmlns:a16="http://schemas.microsoft.com/office/drawing/2014/main" id="{7345478F-A91A-48E9-98D8-A13346828E28}"/>
              </a:ext>
            </a:extLst>
          </p:cNvPr>
          <p:cNvSpPr/>
          <p:nvPr/>
        </p:nvSpPr>
        <p:spPr>
          <a:xfrm rot="19577717">
            <a:off x="122995" y="13537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58BBFA99-8CB8-4015-A430-1F415FB7B41D}"/>
              </a:ext>
            </a:extLst>
          </p:cNvPr>
          <p:cNvSpPr/>
          <p:nvPr/>
        </p:nvSpPr>
        <p:spPr>
          <a:xfrm rot="19577717">
            <a:off x="721007" y="10067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89BD54BD-8304-4FE6-A5E7-5848AEA50888}"/>
              </a:ext>
            </a:extLst>
          </p:cNvPr>
          <p:cNvSpPr/>
          <p:nvPr/>
        </p:nvSpPr>
        <p:spPr>
          <a:xfrm rot="19577717">
            <a:off x="1221710" y="25448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51295C34-5C50-4135-A538-CC5E24B6117F}"/>
              </a:ext>
            </a:extLst>
          </p:cNvPr>
          <p:cNvSpPr/>
          <p:nvPr/>
        </p:nvSpPr>
        <p:spPr>
          <a:xfrm rot="19577717">
            <a:off x="406837" y="10318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F238C8BC-341A-4D42-95F0-1F48A473A8E6}"/>
              </a:ext>
            </a:extLst>
          </p:cNvPr>
          <p:cNvSpPr/>
          <p:nvPr/>
        </p:nvSpPr>
        <p:spPr>
          <a:xfrm rot="19577717">
            <a:off x="946761" y="16577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1BEC09DA-09EB-4BF8-9118-E426B87621E0}"/>
              </a:ext>
            </a:extLst>
          </p:cNvPr>
          <p:cNvSpPr/>
          <p:nvPr/>
        </p:nvSpPr>
        <p:spPr>
          <a:xfrm rot="19577717">
            <a:off x="406837" y="35055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30CFCB17-880E-47CC-BCEE-E77CBA742A99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D07C9BE4-A8FB-45B6-AF35-CB39B6375EFC}"/>
              </a:ext>
            </a:extLst>
          </p:cNvPr>
          <p:cNvSpPr/>
          <p:nvPr/>
        </p:nvSpPr>
        <p:spPr>
          <a:xfrm rot="19577717">
            <a:off x="640855" y="29123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E0E44EC8-5361-455C-9FE8-04852C9EA223}"/>
              </a:ext>
            </a:extLst>
          </p:cNvPr>
          <p:cNvSpPr/>
          <p:nvPr/>
        </p:nvSpPr>
        <p:spPr>
          <a:xfrm rot="18333733">
            <a:off x="1128483" y="43996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C3D68A9B-ABEB-4F40-81EB-497C01605999}"/>
              </a:ext>
            </a:extLst>
          </p:cNvPr>
          <p:cNvSpPr/>
          <p:nvPr/>
        </p:nvSpPr>
        <p:spPr>
          <a:xfrm rot="19577717">
            <a:off x="696093" y="19578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A7E3A916-3D56-4BC6-8E45-B40B01A37131}"/>
              </a:ext>
            </a:extLst>
          </p:cNvPr>
          <p:cNvSpPr/>
          <p:nvPr/>
        </p:nvSpPr>
        <p:spPr>
          <a:xfrm rot="19577717">
            <a:off x="2007851" y="32053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Felhő 99">
            <a:extLst>
              <a:ext uri="{FF2B5EF4-FFF2-40B4-BE49-F238E27FC236}">
                <a16:creationId xmlns:a16="http://schemas.microsoft.com/office/drawing/2014/main" id="{5A5B12F1-12CB-4980-B313-AF2B7C4AC22D}"/>
              </a:ext>
            </a:extLst>
          </p:cNvPr>
          <p:cNvSpPr/>
          <p:nvPr/>
        </p:nvSpPr>
        <p:spPr>
          <a:xfrm>
            <a:off x="0" y="30805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012C9F89-5A4F-4153-A58F-D6349BBD6B50}"/>
              </a:ext>
            </a:extLst>
          </p:cNvPr>
          <p:cNvSpPr/>
          <p:nvPr/>
        </p:nvSpPr>
        <p:spPr>
          <a:xfrm rot="19577717">
            <a:off x="491194" y="16090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11B86C75-4382-46E5-91B1-B7A2CAC83869}"/>
              </a:ext>
            </a:extLst>
          </p:cNvPr>
          <p:cNvSpPr/>
          <p:nvPr/>
        </p:nvSpPr>
        <p:spPr>
          <a:xfrm rot="19577717">
            <a:off x="1212143" y="14589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69228ECD-C183-49E1-A1FC-34E983E7606A}"/>
              </a:ext>
            </a:extLst>
          </p:cNvPr>
          <p:cNvSpPr/>
          <p:nvPr/>
        </p:nvSpPr>
        <p:spPr>
          <a:xfrm rot="19577717">
            <a:off x="1302442" y="19637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85287B7F-1038-4ED2-90BC-742C44DBD161}"/>
              </a:ext>
            </a:extLst>
          </p:cNvPr>
          <p:cNvSpPr/>
          <p:nvPr/>
        </p:nvSpPr>
        <p:spPr>
          <a:xfrm rot="19577717">
            <a:off x="2539251" y="11114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7DB09084-1C2F-47FB-83CA-8604BE62F23F}"/>
              </a:ext>
            </a:extLst>
          </p:cNvPr>
          <p:cNvSpPr/>
          <p:nvPr/>
        </p:nvSpPr>
        <p:spPr>
          <a:xfrm rot="19577717">
            <a:off x="3232319" y="13064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720B140C-4B04-413C-9A35-48F6B3455795}"/>
              </a:ext>
            </a:extLst>
          </p:cNvPr>
          <p:cNvSpPr/>
          <p:nvPr/>
        </p:nvSpPr>
        <p:spPr>
          <a:xfrm rot="19577717">
            <a:off x="2876807" y="13631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EE33AD4C-1211-40CA-9CEB-DB321ED6094A}"/>
              </a:ext>
            </a:extLst>
          </p:cNvPr>
          <p:cNvSpPr/>
          <p:nvPr/>
        </p:nvSpPr>
        <p:spPr>
          <a:xfrm rot="19577717">
            <a:off x="2880668" y="17661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C2F95683-7815-4203-84BE-F544A75C1752}"/>
              </a:ext>
            </a:extLst>
          </p:cNvPr>
          <p:cNvSpPr/>
          <p:nvPr/>
        </p:nvSpPr>
        <p:spPr>
          <a:xfrm rot="19577717">
            <a:off x="2222354" y="15934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A63BA288-16F6-4391-B9E4-24CCD78A7F3C}"/>
              </a:ext>
            </a:extLst>
          </p:cNvPr>
          <p:cNvSpPr/>
          <p:nvPr/>
        </p:nvSpPr>
        <p:spPr>
          <a:xfrm rot="19577717">
            <a:off x="3538982" y="14469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EF9534DE-21AE-4918-80F8-21E5F5E88A44}"/>
              </a:ext>
            </a:extLst>
          </p:cNvPr>
          <p:cNvSpPr/>
          <p:nvPr/>
        </p:nvSpPr>
        <p:spPr>
          <a:xfrm rot="19577717">
            <a:off x="3550861" y="183108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F37BF4C7-49FB-4E5B-A134-BCB9F8863C42}"/>
              </a:ext>
            </a:extLst>
          </p:cNvPr>
          <p:cNvSpPr/>
          <p:nvPr/>
        </p:nvSpPr>
        <p:spPr>
          <a:xfrm rot="19577717">
            <a:off x="3436626" y="21491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1F5EF324-6648-4073-9813-24A19A962569}"/>
              </a:ext>
            </a:extLst>
          </p:cNvPr>
          <p:cNvSpPr/>
          <p:nvPr/>
        </p:nvSpPr>
        <p:spPr>
          <a:xfrm rot="19577717">
            <a:off x="1637232" y="20874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BBC19E69-9061-45CB-8209-948D120E63F4}"/>
              </a:ext>
            </a:extLst>
          </p:cNvPr>
          <p:cNvSpPr/>
          <p:nvPr/>
        </p:nvSpPr>
        <p:spPr>
          <a:xfrm rot="19577717">
            <a:off x="2598976" y="25775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A0367DC4-5AA1-45A5-B2A7-4C20A2B3AA24}"/>
              </a:ext>
            </a:extLst>
          </p:cNvPr>
          <p:cNvSpPr/>
          <p:nvPr/>
        </p:nvSpPr>
        <p:spPr>
          <a:xfrm rot="19577717">
            <a:off x="2016538" y="256142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C1F92FB9-EA61-4346-9D3F-43FEB27F7FC7}"/>
              </a:ext>
            </a:extLst>
          </p:cNvPr>
          <p:cNvSpPr/>
          <p:nvPr/>
        </p:nvSpPr>
        <p:spPr>
          <a:xfrm rot="19577717">
            <a:off x="1382397" y="34033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AC47F587-4D85-49BC-9C07-35676344BC91}"/>
              </a:ext>
            </a:extLst>
          </p:cNvPr>
          <p:cNvSpPr/>
          <p:nvPr/>
        </p:nvSpPr>
        <p:spPr>
          <a:xfrm rot="2022283" flipH="1">
            <a:off x="2059782" y="44780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8DCD63F6-F5D8-4449-BDE4-74292764B6A9}"/>
              </a:ext>
            </a:extLst>
          </p:cNvPr>
          <p:cNvSpPr/>
          <p:nvPr/>
        </p:nvSpPr>
        <p:spPr>
          <a:xfrm rot="2022283" flipH="1">
            <a:off x="3198539" y="31703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BC97D568-7C8B-4D3C-8B9E-E23B40C7AF62}"/>
              </a:ext>
            </a:extLst>
          </p:cNvPr>
          <p:cNvSpPr/>
          <p:nvPr/>
        </p:nvSpPr>
        <p:spPr>
          <a:xfrm rot="2022283" flipH="1">
            <a:off x="3085557" y="35214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23BAE004-F456-48D4-A35E-6D5C3994FD85}"/>
              </a:ext>
            </a:extLst>
          </p:cNvPr>
          <p:cNvSpPr/>
          <p:nvPr/>
        </p:nvSpPr>
        <p:spPr>
          <a:xfrm rot="2022283" flipH="1">
            <a:off x="2517011" y="39102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Felhő 119">
            <a:extLst>
              <a:ext uri="{FF2B5EF4-FFF2-40B4-BE49-F238E27FC236}">
                <a16:creationId xmlns:a16="http://schemas.microsoft.com/office/drawing/2014/main" id="{B81B9005-F572-4B05-B00D-796334B58D78}"/>
              </a:ext>
            </a:extLst>
          </p:cNvPr>
          <p:cNvSpPr/>
          <p:nvPr/>
        </p:nvSpPr>
        <p:spPr>
          <a:xfrm>
            <a:off x="2018084" y="887555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5CBE2412-9C6C-4118-89DA-29A3E9E91270}"/>
              </a:ext>
            </a:extLst>
          </p:cNvPr>
          <p:cNvSpPr/>
          <p:nvPr/>
        </p:nvSpPr>
        <p:spPr>
          <a:xfrm>
            <a:off x="4678898" y="178227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1925141C-935C-4F7E-91ED-5C03D8838203}"/>
              </a:ext>
            </a:extLst>
          </p:cNvPr>
          <p:cNvSpPr/>
          <p:nvPr/>
        </p:nvSpPr>
        <p:spPr>
          <a:xfrm rot="19577717">
            <a:off x="1454842" y="21161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4396C816-B0C8-40E0-9221-128AC594184D}"/>
              </a:ext>
            </a:extLst>
          </p:cNvPr>
          <p:cNvSpPr/>
          <p:nvPr/>
        </p:nvSpPr>
        <p:spPr>
          <a:xfrm rot="19577717">
            <a:off x="5926193" y="146862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8F394CDB-72CA-4ED3-B942-4BDDF2B67F7F}"/>
              </a:ext>
            </a:extLst>
          </p:cNvPr>
          <p:cNvSpPr/>
          <p:nvPr/>
        </p:nvSpPr>
        <p:spPr>
          <a:xfrm rot="19577717">
            <a:off x="5213635" y="15567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99B08EAB-256F-4E6F-ABCE-F20EB891E36A}"/>
              </a:ext>
            </a:extLst>
          </p:cNvPr>
          <p:cNvSpPr/>
          <p:nvPr/>
        </p:nvSpPr>
        <p:spPr>
          <a:xfrm rot="19577717">
            <a:off x="5726291" y="197860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A250C44C-9C56-4172-A13D-2A67353865AB}"/>
              </a:ext>
            </a:extLst>
          </p:cNvPr>
          <p:cNvSpPr/>
          <p:nvPr/>
        </p:nvSpPr>
        <p:spPr>
          <a:xfrm rot="19577717">
            <a:off x="4783355" y="14199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5B826393-61A4-43F6-B3C0-789120EAF276}"/>
              </a:ext>
            </a:extLst>
          </p:cNvPr>
          <p:cNvSpPr/>
          <p:nvPr/>
        </p:nvSpPr>
        <p:spPr>
          <a:xfrm rot="19577717">
            <a:off x="4583453" y="192989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D9A8CD97-AB5D-4824-9CFF-7342CB753661}"/>
              </a:ext>
            </a:extLst>
          </p:cNvPr>
          <p:cNvSpPr/>
          <p:nvPr/>
        </p:nvSpPr>
        <p:spPr>
          <a:xfrm rot="19577717">
            <a:off x="5391108" y="23178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73D516C6-A5E4-4948-8847-5835D264E99E}"/>
              </a:ext>
            </a:extLst>
          </p:cNvPr>
          <p:cNvSpPr/>
          <p:nvPr/>
        </p:nvSpPr>
        <p:spPr>
          <a:xfrm rot="19577717">
            <a:off x="4960828" y="21809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EE87E4EA-1E30-40C7-936D-F51EA32389F0}"/>
              </a:ext>
            </a:extLst>
          </p:cNvPr>
          <p:cNvSpPr/>
          <p:nvPr/>
        </p:nvSpPr>
        <p:spPr>
          <a:xfrm rot="19577717">
            <a:off x="4760926" y="269095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1" name="Csoportba foglalás 130">
            <a:extLst>
              <a:ext uri="{FF2B5EF4-FFF2-40B4-BE49-F238E27FC236}">
                <a16:creationId xmlns:a16="http://schemas.microsoft.com/office/drawing/2014/main" id="{F5A40577-7E44-4DFB-A66C-6F4A3F3E9893}"/>
              </a:ext>
            </a:extLst>
          </p:cNvPr>
          <p:cNvGrpSpPr/>
          <p:nvPr/>
        </p:nvGrpSpPr>
        <p:grpSpPr>
          <a:xfrm>
            <a:off x="149668" y="6384442"/>
            <a:ext cx="7422380" cy="922167"/>
            <a:chOff x="695211" y="6139887"/>
            <a:chExt cx="7422380" cy="922167"/>
          </a:xfrm>
        </p:grpSpPr>
        <p:sp>
          <p:nvSpPr>
            <p:cNvPr id="132" name="Folyamatábra: Egyesítés 131">
              <a:extLst>
                <a:ext uri="{FF2B5EF4-FFF2-40B4-BE49-F238E27FC236}">
                  <a16:creationId xmlns:a16="http://schemas.microsoft.com/office/drawing/2014/main" id="{637E6CBB-9C6E-433E-A0D1-857C331764E8}"/>
                </a:ext>
              </a:extLst>
            </p:cNvPr>
            <p:cNvSpPr/>
            <p:nvPr/>
          </p:nvSpPr>
          <p:spPr>
            <a:xfrm rot="18504465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Folyamatábra: Egyesítés 132">
              <a:extLst>
                <a:ext uri="{FF2B5EF4-FFF2-40B4-BE49-F238E27FC236}">
                  <a16:creationId xmlns:a16="http://schemas.microsoft.com/office/drawing/2014/main" id="{D82591E5-4420-468C-BC03-5A87FF6AA294}"/>
                </a:ext>
              </a:extLst>
            </p:cNvPr>
            <p:cNvSpPr/>
            <p:nvPr/>
          </p:nvSpPr>
          <p:spPr>
            <a:xfrm rot="16727850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Folyamatábra: Egyesítés 133">
              <a:extLst>
                <a:ext uri="{FF2B5EF4-FFF2-40B4-BE49-F238E27FC236}">
                  <a16:creationId xmlns:a16="http://schemas.microsoft.com/office/drawing/2014/main" id="{0F87F944-F342-47D1-8AA4-E09B6E1A7D0B}"/>
                </a:ext>
              </a:extLst>
            </p:cNvPr>
            <p:cNvSpPr/>
            <p:nvPr/>
          </p:nvSpPr>
          <p:spPr>
            <a:xfrm rot="19309322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Folyamatábra: Egyesítés 134">
              <a:extLst>
                <a:ext uri="{FF2B5EF4-FFF2-40B4-BE49-F238E27FC236}">
                  <a16:creationId xmlns:a16="http://schemas.microsoft.com/office/drawing/2014/main" id="{69262A54-2A55-4BD4-BBF9-A85FF378331B}"/>
                </a:ext>
              </a:extLst>
            </p:cNvPr>
            <p:cNvSpPr/>
            <p:nvPr/>
          </p:nvSpPr>
          <p:spPr>
            <a:xfrm rot="19040644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Folyamatábra: Egyesítés 135">
              <a:extLst>
                <a:ext uri="{FF2B5EF4-FFF2-40B4-BE49-F238E27FC236}">
                  <a16:creationId xmlns:a16="http://schemas.microsoft.com/office/drawing/2014/main" id="{B2DAD725-905E-4CA4-A75B-078531CBCF1C}"/>
                </a:ext>
              </a:extLst>
            </p:cNvPr>
            <p:cNvSpPr/>
            <p:nvPr/>
          </p:nvSpPr>
          <p:spPr>
            <a:xfrm rot="17724559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Folyamatábra: Egyesítés 136">
              <a:extLst>
                <a:ext uri="{FF2B5EF4-FFF2-40B4-BE49-F238E27FC236}">
                  <a16:creationId xmlns:a16="http://schemas.microsoft.com/office/drawing/2014/main" id="{11B2E49E-770D-46D5-B10C-4994A62FDB15}"/>
                </a:ext>
              </a:extLst>
            </p:cNvPr>
            <p:cNvSpPr/>
            <p:nvPr/>
          </p:nvSpPr>
          <p:spPr>
            <a:xfrm rot="15195846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Folyamatábra: Egyesítés 137">
              <a:extLst>
                <a:ext uri="{FF2B5EF4-FFF2-40B4-BE49-F238E27FC236}">
                  <a16:creationId xmlns:a16="http://schemas.microsoft.com/office/drawing/2014/main" id="{E26321A0-BBFB-4072-9470-318CB968A8CF}"/>
                </a:ext>
              </a:extLst>
            </p:cNvPr>
            <p:cNvSpPr/>
            <p:nvPr/>
          </p:nvSpPr>
          <p:spPr>
            <a:xfrm rot="18413198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9" name="Folyamatábra: Egyesítés 138">
              <a:extLst>
                <a:ext uri="{FF2B5EF4-FFF2-40B4-BE49-F238E27FC236}">
                  <a16:creationId xmlns:a16="http://schemas.microsoft.com/office/drawing/2014/main" id="{A4D9C0E8-34D7-40CF-AC0E-22772B6A92A0}"/>
                </a:ext>
              </a:extLst>
            </p:cNvPr>
            <p:cNvSpPr/>
            <p:nvPr/>
          </p:nvSpPr>
          <p:spPr>
            <a:xfrm rot="17059457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0" name="Folyamatábra: Egyesítés 139">
              <a:extLst>
                <a:ext uri="{FF2B5EF4-FFF2-40B4-BE49-F238E27FC236}">
                  <a16:creationId xmlns:a16="http://schemas.microsoft.com/office/drawing/2014/main" id="{1A13B783-67C0-4785-A34E-0D429C6EAD55}"/>
                </a:ext>
              </a:extLst>
            </p:cNvPr>
            <p:cNvSpPr/>
            <p:nvPr/>
          </p:nvSpPr>
          <p:spPr>
            <a:xfrm rot="17550078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5779245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ABCF025F-6ECE-4108-A2B3-D22BB0497052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5253BAA5-2291-4CBC-8E4B-D2CC48B968B4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A341CC3F-F4FC-4ED9-AFD4-8C9983CBBB2F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EC844645-F95C-4D69-9922-311FCD710A9C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69DA841B-4AC6-416A-847E-EC1A4AE0B8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720A6DDF-A82C-4B1B-A318-CB50DE344EE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0E2EC229-945F-4606-9544-AF907414030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81803585-6D18-4EAA-B51A-054B070604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EAF46C54-FF42-46A8-9F84-7238D99DC6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A24122A9-4343-4077-AAD7-4E5C6F7E80FA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671BE6C5-2918-4042-ACE3-362923E720F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4" name="Téglalap 13">
            <a:extLst>
              <a:ext uri="{FF2B5EF4-FFF2-40B4-BE49-F238E27FC236}">
                <a16:creationId xmlns:a16="http://schemas.microsoft.com/office/drawing/2014/main" id="{40FD13A2-34A7-4DEF-8A4D-57ABC0748F6C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" name="Csoportba foglalás 14">
            <a:extLst>
              <a:ext uri="{FF2B5EF4-FFF2-40B4-BE49-F238E27FC236}">
                <a16:creationId xmlns:a16="http://schemas.microsoft.com/office/drawing/2014/main" id="{2333D391-60F0-46ED-8C41-D6FD1E6017FB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6" name="Csoportba foglalás 15">
              <a:extLst>
                <a:ext uri="{FF2B5EF4-FFF2-40B4-BE49-F238E27FC236}">
                  <a16:creationId xmlns:a16="http://schemas.microsoft.com/office/drawing/2014/main" id="{C68A8F86-E7B0-4588-9DC1-744E80F3D3E2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9" name="Henger 18">
                <a:extLst>
                  <a:ext uri="{FF2B5EF4-FFF2-40B4-BE49-F238E27FC236}">
                    <a16:creationId xmlns:a16="http://schemas.microsoft.com/office/drawing/2014/main" id="{4BC3F547-D713-4886-B834-154E620EA732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D9DFB7BC-6C97-4E1C-9942-FCA6BF2A0B28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Téglalap 20">
                <a:extLst>
                  <a:ext uri="{FF2B5EF4-FFF2-40B4-BE49-F238E27FC236}">
                    <a16:creationId xmlns:a16="http://schemas.microsoft.com/office/drawing/2014/main" id="{3CBE28A9-6CC5-442C-8C09-8270786642FB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3EDCDB12-214C-444A-9E94-8D76C66B0EC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26248355-680B-4D4A-BA89-09163E6496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859A8591-782A-47DE-B7C6-6DEAC5EFFD6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7FD14B30-2154-483F-9C9C-304CC0D12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8A05FE44-C738-43C6-82F8-DC50D9E171F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8509388A-AC89-4E19-9106-5E4ACE3D87C2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EBAD9EF0-9B6F-48FC-B5B7-141C0391AE3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8" name="Egyenes összekötő 17">
              <a:extLst>
                <a:ext uri="{FF2B5EF4-FFF2-40B4-BE49-F238E27FC236}">
                  <a16:creationId xmlns:a16="http://schemas.microsoft.com/office/drawing/2014/main" id="{37926316-A8C5-4150-A461-97EAF1815449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486B1F00-B3E4-4FA8-8BEE-C9D77B0259E2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80FE50F1-E426-4EA6-A076-6DD6C398FB52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179647AD-01F9-4D98-8190-A2ACD8B946D4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B167ABB5-4AEA-4E7C-AD81-1F31021DA1E2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Derékszögű háromszög 74">
                  <a:extLst>
                    <a:ext uri="{FF2B5EF4-FFF2-40B4-BE49-F238E27FC236}">
                      <a16:creationId xmlns:a16="http://schemas.microsoft.com/office/drawing/2014/main" id="{ED9051D3-88BD-4814-AE8E-232CA9B17377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6" name="Téglalap 15">
                  <a:extLst>
                    <a:ext uri="{FF2B5EF4-FFF2-40B4-BE49-F238E27FC236}">
                      <a16:creationId xmlns:a16="http://schemas.microsoft.com/office/drawing/2014/main" id="{B78B46B9-36BA-4470-8E52-826CDC3DF781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7" name="Folyamatábra: Tárolt adat 17">
                  <a:extLst>
                    <a:ext uri="{FF2B5EF4-FFF2-40B4-BE49-F238E27FC236}">
                      <a16:creationId xmlns:a16="http://schemas.microsoft.com/office/drawing/2014/main" id="{32BDDA94-C411-4EBD-BAF6-2BBA063DBBF1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045C32BA-9295-4129-B2A0-94BE5A2307E2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Romboid 78">
                  <a:extLst>
                    <a:ext uri="{FF2B5EF4-FFF2-40B4-BE49-F238E27FC236}">
                      <a16:creationId xmlns:a16="http://schemas.microsoft.com/office/drawing/2014/main" id="{C6A8A053-AF1A-4268-983E-13C3C3ACC3A5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 79">
                  <a:extLst>
                    <a:ext uri="{FF2B5EF4-FFF2-40B4-BE49-F238E27FC236}">
                      <a16:creationId xmlns:a16="http://schemas.microsoft.com/office/drawing/2014/main" id="{0CC26E1B-17F6-46A9-9657-2ED936187863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3F638568-38EA-4044-A7E4-3457B52A4E41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8539F161-9310-433F-9B5A-6A16520004B4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2E7EBD3C-5A2E-45A6-A31A-5A8FFC5361AE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4D99F0D8-75DE-4276-97BF-46A56DA55EB5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ECA7AD1D-71C1-4C23-9446-ADEBF0FADC72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E62AC7A4-D3F5-4D9E-9B44-02C568C7F18C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2" name="Picture 2" descr="Forráskép megtekintése">
                <a:extLst>
                  <a:ext uri="{FF2B5EF4-FFF2-40B4-BE49-F238E27FC236}">
                    <a16:creationId xmlns:a16="http://schemas.microsoft.com/office/drawing/2014/main" id="{6E05ADA6-D4C8-4CC6-A784-F839C633A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3" name="Picture 6" descr="Forráskép megtekintése">
                <a:extLst>
                  <a:ext uri="{FF2B5EF4-FFF2-40B4-BE49-F238E27FC236}">
                    <a16:creationId xmlns:a16="http://schemas.microsoft.com/office/drawing/2014/main" id="{C0114598-D1F3-4512-98E5-725B4A98F2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95DE1284-92DF-446E-AC71-3EC0A1BF1283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9" name="Csoportba foglalás 58">
                <a:extLst>
                  <a:ext uri="{FF2B5EF4-FFF2-40B4-BE49-F238E27FC236}">
                    <a16:creationId xmlns:a16="http://schemas.microsoft.com/office/drawing/2014/main" id="{0FA0DA07-38B0-4AEC-93A9-1887D69A169F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01FBA51B-736E-40AF-95CF-1E0E652927F0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39C39726-DDD8-42D3-9823-748B5CF33332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Téglalap 63">
                  <a:extLst>
                    <a:ext uri="{FF2B5EF4-FFF2-40B4-BE49-F238E27FC236}">
                      <a16:creationId xmlns:a16="http://schemas.microsoft.com/office/drawing/2014/main" id="{574A5138-96F1-4CDE-834A-DD80A1C66B62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A0845DDB-8D0D-4771-BCC4-C05FC84935B5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681AC7AC-F93D-4596-B0E1-A028D2972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9821AB58-5B3C-414E-A914-8FFF879C42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05A8DD30-F84B-48D1-B489-7788F08CD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31A3F29A-0122-4038-9B45-E59360883B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0" name="Ellipszis 69">
                  <a:extLst>
                    <a:ext uri="{FF2B5EF4-FFF2-40B4-BE49-F238E27FC236}">
                      <a16:creationId xmlns:a16="http://schemas.microsoft.com/office/drawing/2014/main" id="{7770A4DE-8E97-454D-B6F1-3C7701B36E7C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B65EBBF7-ECD2-4907-9C59-86DD3713B7C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81C29383-C961-4F87-ADD8-B1C66CB4C7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D49A2648-5D58-474A-8A40-B6DD9942D52B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9" name="Henger 48">
                <a:extLst>
                  <a:ext uri="{FF2B5EF4-FFF2-40B4-BE49-F238E27FC236}">
                    <a16:creationId xmlns:a16="http://schemas.microsoft.com/office/drawing/2014/main" id="{88DC2062-543D-4D80-B996-701A7AB7C2AB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0" name="Csoportba foglalás 49">
                <a:extLst>
                  <a:ext uri="{FF2B5EF4-FFF2-40B4-BE49-F238E27FC236}">
                    <a16:creationId xmlns:a16="http://schemas.microsoft.com/office/drawing/2014/main" id="{0595E5BA-6204-4D1F-ABBF-09F8DC8C2DA1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B27C0FCA-C7F2-4EE8-8300-62F739D07E7F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3" name="Ellipszis 52">
                  <a:extLst>
                    <a:ext uri="{FF2B5EF4-FFF2-40B4-BE49-F238E27FC236}">
                      <a16:creationId xmlns:a16="http://schemas.microsoft.com/office/drawing/2014/main" id="{1957510B-E4CE-4560-A736-1533CF4EE62E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22AB9543-607E-4941-BE54-DA3AA8156B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BB4D45B5-BE5F-46B1-ABC8-98A8A1849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BDD4BB00-B024-4860-8B65-6485231212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4132DB1A-427F-4F0C-97A7-F325BFBBE8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8" name="Ellipszis 57">
                  <a:extLst>
                    <a:ext uri="{FF2B5EF4-FFF2-40B4-BE49-F238E27FC236}">
                      <a16:creationId xmlns:a16="http://schemas.microsoft.com/office/drawing/2014/main" id="{25D09F7A-792C-44C2-B08F-65B35EB68214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1" name="Téglalap 50">
                <a:extLst>
                  <a:ext uri="{FF2B5EF4-FFF2-40B4-BE49-F238E27FC236}">
                    <a16:creationId xmlns:a16="http://schemas.microsoft.com/office/drawing/2014/main" id="{9A382A56-0B31-442F-BCC4-E38277A4D4BF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75D084E3-4615-4B99-B4EA-67192C217900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3" name="Csoportba foglalás 32">
                <a:extLst>
                  <a:ext uri="{FF2B5EF4-FFF2-40B4-BE49-F238E27FC236}">
                    <a16:creationId xmlns:a16="http://schemas.microsoft.com/office/drawing/2014/main" id="{B8F315E2-672A-47F2-A6D5-C783D5A141B7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1" name="Henger 40">
                  <a:extLst>
                    <a:ext uri="{FF2B5EF4-FFF2-40B4-BE49-F238E27FC236}">
                      <a16:creationId xmlns:a16="http://schemas.microsoft.com/office/drawing/2014/main" id="{B44E4830-9811-44A7-8751-97F9F5F6C0E8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ECADD23A-051D-4F03-AC5D-2AEAFC336B28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3" name="Ív 42">
                  <a:extLst>
                    <a:ext uri="{FF2B5EF4-FFF2-40B4-BE49-F238E27FC236}">
                      <a16:creationId xmlns:a16="http://schemas.microsoft.com/office/drawing/2014/main" id="{EF309DEA-60F9-41D4-A268-DA942506E25F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4" name="Picture 2" descr="Forráskép megtekintése">
                  <a:extLst>
                    <a:ext uri="{FF2B5EF4-FFF2-40B4-BE49-F238E27FC236}">
                      <a16:creationId xmlns:a16="http://schemas.microsoft.com/office/drawing/2014/main" id="{511BCA81-63E3-4416-B914-73DF6CDE319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5" name="Téglalap 44">
                  <a:extLst>
                    <a:ext uri="{FF2B5EF4-FFF2-40B4-BE49-F238E27FC236}">
                      <a16:creationId xmlns:a16="http://schemas.microsoft.com/office/drawing/2014/main" id="{8041A772-2330-4523-8F5B-4EE379C7AFA0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Csillag: 4 ágú 45">
                  <a:extLst>
                    <a:ext uri="{FF2B5EF4-FFF2-40B4-BE49-F238E27FC236}">
                      <a16:creationId xmlns:a16="http://schemas.microsoft.com/office/drawing/2014/main" id="{AE1E001B-4B41-4B52-97D4-2A87181AB81F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Szabadkézi sokszög: alakzat 46">
                  <a:extLst>
                    <a:ext uri="{FF2B5EF4-FFF2-40B4-BE49-F238E27FC236}">
                      <a16:creationId xmlns:a16="http://schemas.microsoft.com/office/drawing/2014/main" id="{332332D1-3A97-4899-9926-57EBB1282851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8" name="Ellipszis 47">
                  <a:extLst>
                    <a:ext uri="{FF2B5EF4-FFF2-40B4-BE49-F238E27FC236}">
                      <a16:creationId xmlns:a16="http://schemas.microsoft.com/office/drawing/2014/main" id="{EF09E93E-4AA5-4833-8DE1-FA14B5B41D7D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7714D025-EC18-4D1F-B867-DED1FFF0713D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BCD1E865-0D14-4490-BE33-B220F11E5882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6" name="Egyenes összekötő 35">
                <a:extLst>
                  <a:ext uri="{FF2B5EF4-FFF2-40B4-BE49-F238E27FC236}">
                    <a16:creationId xmlns:a16="http://schemas.microsoft.com/office/drawing/2014/main" id="{B6C63732-E651-402F-A1A6-F7EEBCB04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24E7B3B2-80A6-4A46-9FA3-8D524D1B4427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C1CE4B2E-E831-4DD8-8DB9-009331377F05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9" name="Kép 38">
                <a:extLst>
                  <a:ext uri="{FF2B5EF4-FFF2-40B4-BE49-F238E27FC236}">
                    <a16:creationId xmlns:a16="http://schemas.microsoft.com/office/drawing/2014/main" id="{AB5D6151-9AC1-4ABC-A469-F54729BB6F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329C2F12-FE32-4108-9818-B9D7D6C3157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7" name="Téglalap 85">
            <a:extLst>
              <a:ext uri="{FF2B5EF4-FFF2-40B4-BE49-F238E27FC236}">
                <a16:creationId xmlns:a16="http://schemas.microsoft.com/office/drawing/2014/main" id="{359C3118-CFFC-4912-80C3-FB744516F33C}"/>
              </a:ext>
            </a:extLst>
          </p:cNvPr>
          <p:cNvSpPr/>
          <p:nvPr/>
        </p:nvSpPr>
        <p:spPr>
          <a:xfrm>
            <a:off x="8372234" y="6427409"/>
            <a:ext cx="8529198" cy="432000"/>
          </a:xfrm>
          <a:custGeom>
            <a:avLst/>
            <a:gdLst>
              <a:gd name="connsiteX0" fmla="*/ 0 w 12192000"/>
              <a:gd name="connsiteY0" fmla="*/ 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4" fmla="*/ 0 w 12192000"/>
              <a:gd name="connsiteY4" fmla="*/ 0 h 432000"/>
              <a:gd name="connsiteX0" fmla="*/ 0 w 12192000"/>
              <a:gd name="connsiteY0" fmla="*/ 432000 h 432000"/>
              <a:gd name="connsiteX1" fmla="*/ 12192000 w 12192000"/>
              <a:gd name="connsiteY1" fmla="*/ 0 h 432000"/>
              <a:gd name="connsiteX2" fmla="*/ 12192000 w 12192000"/>
              <a:gd name="connsiteY2" fmla="*/ 432000 h 432000"/>
              <a:gd name="connsiteX3" fmla="*/ 0 w 12192000"/>
              <a:gd name="connsiteY3" fmla="*/ 432000 h 432000"/>
              <a:gd name="connsiteX0" fmla="*/ 0 w 12192000"/>
              <a:gd name="connsiteY0" fmla="*/ 432000 h 432000"/>
              <a:gd name="connsiteX1" fmla="*/ 3436498 w 12192000"/>
              <a:gd name="connsiteY1" fmla="*/ 3177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  <a:gd name="connsiteX0" fmla="*/ 0 w 12192000"/>
              <a:gd name="connsiteY0" fmla="*/ 444500 h 444500"/>
              <a:gd name="connsiteX1" fmla="*/ 2407798 w 12192000"/>
              <a:gd name="connsiteY1" fmla="*/ 0 h 444500"/>
              <a:gd name="connsiteX2" fmla="*/ 12192000 w 12192000"/>
              <a:gd name="connsiteY2" fmla="*/ 12500 h 444500"/>
              <a:gd name="connsiteX3" fmla="*/ 12192000 w 12192000"/>
              <a:gd name="connsiteY3" fmla="*/ 444500 h 444500"/>
              <a:gd name="connsiteX4" fmla="*/ 0 w 12192000"/>
              <a:gd name="connsiteY4" fmla="*/ 444500 h 444500"/>
              <a:gd name="connsiteX0" fmla="*/ 0 w 12192000"/>
              <a:gd name="connsiteY0" fmla="*/ 432000 h 432000"/>
              <a:gd name="connsiteX1" fmla="*/ 2395098 w 12192000"/>
              <a:gd name="connsiteY1" fmla="*/ 101800 h 432000"/>
              <a:gd name="connsiteX2" fmla="*/ 12192000 w 12192000"/>
              <a:gd name="connsiteY2" fmla="*/ 0 h 432000"/>
              <a:gd name="connsiteX3" fmla="*/ 12192000 w 12192000"/>
              <a:gd name="connsiteY3" fmla="*/ 432000 h 432000"/>
              <a:gd name="connsiteX4" fmla="*/ 0 w 12192000"/>
              <a:gd name="connsiteY4" fmla="*/ 432000 h 43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432000">
                <a:moveTo>
                  <a:pt x="0" y="432000"/>
                </a:moveTo>
                <a:lnTo>
                  <a:pt x="2395098" y="101800"/>
                </a:lnTo>
                <a:lnTo>
                  <a:pt x="12192000" y="0"/>
                </a:lnTo>
                <a:lnTo>
                  <a:pt x="12192000" y="432000"/>
                </a:lnTo>
                <a:lnTo>
                  <a:pt x="0" y="432000"/>
                </a:lnTo>
                <a:close/>
              </a:path>
            </a:pathLst>
          </a:custGeom>
          <a:solidFill>
            <a:srgbClr val="70AD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Felhő 87">
            <a:extLst>
              <a:ext uri="{FF2B5EF4-FFF2-40B4-BE49-F238E27FC236}">
                <a16:creationId xmlns:a16="http://schemas.microsoft.com/office/drawing/2014/main" id="{29CBBFB4-D333-4D17-9357-8459FF97D2BC}"/>
              </a:ext>
            </a:extLst>
          </p:cNvPr>
          <p:cNvSpPr/>
          <p:nvPr/>
        </p:nvSpPr>
        <p:spPr>
          <a:xfrm>
            <a:off x="11569830" y="6452482"/>
            <a:ext cx="2844539" cy="430819"/>
          </a:xfrm>
          <a:prstGeom prst="cloud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Könnycsepp 88">
            <a:extLst>
              <a:ext uri="{FF2B5EF4-FFF2-40B4-BE49-F238E27FC236}">
                <a16:creationId xmlns:a16="http://schemas.microsoft.com/office/drawing/2014/main" id="{670B6D67-1CBF-4760-A8D4-01D4371247A7}"/>
              </a:ext>
            </a:extLst>
          </p:cNvPr>
          <p:cNvSpPr/>
          <p:nvPr/>
        </p:nvSpPr>
        <p:spPr>
          <a:xfrm rot="19577717">
            <a:off x="122995" y="13537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8CD2DC05-B5A5-43DB-9344-80C0E273FE3C}"/>
              </a:ext>
            </a:extLst>
          </p:cNvPr>
          <p:cNvSpPr/>
          <p:nvPr/>
        </p:nvSpPr>
        <p:spPr>
          <a:xfrm rot="19577717">
            <a:off x="721007" y="10067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B658163E-CAC2-4ECC-B434-E1C011C9B337}"/>
              </a:ext>
            </a:extLst>
          </p:cNvPr>
          <p:cNvSpPr/>
          <p:nvPr/>
        </p:nvSpPr>
        <p:spPr>
          <a:xfrm rot="19577717">
            <a:off x="1221710" y="25448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3312E60A-04FB-4F91-B6A7-458DC6140262}"/>
              </a:ext>
            </a:extLst>
          </p:cNvPr>
          <p:cNvSpPr/>
          <p:nvPr/>
        </p:nvSpPr>
        <p:spPr>
          <a:xfrm rot="19577717">
            <a:off x="406837" y="10318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D084B7F4-410C-4155-B643-E82C5D5C07F9}"/>
              </a:ext>
            </a:extLst>
          </p:cNvPr>
          <p:cNvSpPr/>
          <p:nvPr/>
        </p:nvSpPr>
        <p:spPr>
          <a:xfrm rot="19577717">
            <a:off x="946761" y="16577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37E6D4D8-BAA0-468B-AA98-FC008C2D20BD}"/>
              </a:ext>
            </a:extLst>
          </p:cNvPr>
          <p:cNvSpPr/>
          <p:nvPr/>
        </p:nvSpPr>
        <p:spPr>
          <a:xfrm rot="19577717">
            <a:off x="406837" y="35055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990A9A00-D4DE-4A1C-9F01-4F9E2F89A1A3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6C1E9D77-EC43-4FEA-92D2-ED6811B61B6B}"/>
              </a:ext>
            </a:extLst>
          </p:cNvPr>
          <p:cNvSpPr/>
          <p:nvPr/>
        </p:nvSpPr>
        <p:spPr>
          <a:xfrm rot="19577717">
            <a:off x="640855" y="29123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20B9991A-21AC-4ABC-AA54-0DC91AB4B249}"/>
              </a:ext>
            </a:extLst>
          </p:cNvPr>
          <p:cNvSpPr/>
          <p:nvPr/>
        </p:nvSpPr>
        <p:spPr>
          <a:xfrm rot="18333733">
            <a:off x="1128483" y="43996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D640587A-D105-4D7C-836A-9B2D207E0423}"/>
              </a:ext>
            </a:extLst>
          </p:cNvPr>
          <p:cNvSpPr/>
          <p:nvPr/>
        </p:nvSpPr>
        <p:spPr>
          <a:xfrm rot="19577717">
            <a:off x="696093" y="19578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5F96EAC5-49B1-4185-ABA4-CD9E4799C189}"/>
              </a:ext>
            </a:extLst>
          </p:cNvPr>
          <p:cNvSpPr/>
          <p:nvPr/>
        </p:nvSpPr>
        <p:spPr>
          <a:xfrm rot="19577717">
            <a:off x="2007851" y="32053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Felhő 99">
            <a:extLst>
              <a:ext uri="{FF2B5EF4-FFF2-40B4-BE49-F238E27FC236}">
                <a16:creationId xmlns:a16="http://schemas.microsoft.com/office/drawing/2014/main" id="{EB962353-7774-4FE2-8FFC-592FCCEBBCFA}"/>
              </a:ext>
            </a:extLst>
          </p:cNvPr>
          <p:cNvSpPr/>
          <p:nvPr/>
        </p:nvSpPr>
        <p:spPr>
          <a:xfrm>
            <a:off x="0" y="30805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16575566-7EB5-4D0E-8214-FD553505A4F0}"/>
              </a:ext>
            </a:extLst>
          </p:cNvPr>
          <p:cNvSpPr/>
          <p:nvPr/>
        </p:nvSpPr>
        <p:spPr>
          <a:xfrm rot="19577717">
            <a:off x="491194" y="16090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C321A9D5-B502-4598-B37F-AA99A6EAA0B9}"/>
              </a:ext>
            </a:extLst>
          </p:cNvPr>
          <p:cNvSpPr/>
          <p:nvPr/>
        </p:nvSpPr>
        <p:spPr>
          <a:xfrm rot="19577717">
            <a:off x="1212143" y="14589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15E4697B-D00F-4D1B-9924-F41B37D3F6EE}"/>
              </a:ext>
            </a:extLst>
          </p:cNvPr>
          <p:cNvSpPr/>
          <p:nvPr/>
        </p:nvSpPr>
        <p:spPr>
          <a:xfrm rot="19577717">
            <a:off x="1302442" y="19637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3EB34EA7-D5AA-4D8C-8A2E-F05E55C9A20A}"/>
              </a:ext>
            </a:extLst>
          </p:cNvPr>
          <p:cNvSpPr/>
          <p:nvPr/>
        </p:nvSpPr>
        <p:spPr>
          <a:xfrm rot="19577717">
            <a:off x="2539251" y="11114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4E02452D-8CEB-4087-9920-E1A9FA0FA6B7}"/>
              </a:ext>
            </a:extLst>
          </p:cNvPr>
          <p:cNvSpPr/>
          <p:nvPr/>
        </p:nvSpPr>
        <p:spPr>
          <a:xfrm rot="19577717">
            <a:off x="3232319" y="13064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EF74D07F-A5DD-412B-AC0A-0ABD7D8C451C}"/>
              </a:ext>
            </a:extLst>
          </p:cNvPr>
          <p:cNvSpPr/>
          <p:nvPr/>
        </p:nvSpPr>
        <p:spPr>
          <a:xfrm rot="19577717">
            <a:off x="2876807" y="13631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CB19BE9B-1C12-4A6A-91F6-0871A25AF6F2}"/>
              </a:ext>
            </a:extLst>
          </p:cNvPr>
          <p:cNvSpPr/>
          <p:nvPr/>
        </p:nvSpPr>
        <p:spPr>
          <a:xfrm rot="19577717">
            <a:off x="2880668" y="17661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D1DC723D-F7E8-45F4-91CD-6513B8E95C0A}"/>
              </a:ext>
            </a:extLst>
          </p:cNvPr>
          <p:cNvSpPr/>
          <p:nvPr/>
        </p:nvSpPr>
        <p:spPr>
          <a:xfrm rot="19577717">
            <a:off x="2222354" y="15934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C4FB045A-6949-42B2-B4EB-593044F11825}"/>
              </a:ext>
            </a:extLst>
          </p:cNvPr>
          <p:cNvSpPr/>
          <p:nvPr/>
        </p:nvSpPr>
        <p:spPr>
          <a:xfrm rot="19577717">
            <a:off x="3538982" y="14469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516BB9EB-FF05-41B9-864E-42BA1401E740}"/>
              </a:ext>
            </a:extLst>
          </p:cNvPr>
          <p:cNvSpPr/>
          <p:nvPr/>
        </p:nvSpPr>
        <p:spPr>
          <a:xfrm rot="19577717">
            <a:off x="3550861" y="183108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DE4899E5-41A7-45EC-8A98-5BBA845730AA}"/>
              </a:ext>
            </a:extLst>
          </p:cNvPr>
          <p:cNvSpPr/>
          <p:nvPr/>
        </p:nvSpPr>
        <p:spPr>
          <a:xfrm rot="19577717">
            <a:off x="3436626" y="21491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2FBB329A-AE8B-41BC-BC35-F15E056013DB}"/>
              </a:ext>
            </a:extLst>
          </p:cNvPr>
          <p:cNvSpPr/>
          <p:nvPr/>
        </p:nvSpPr>
        <p:spPr>
          <a:xfrm rot="19577717">
            <a:off x="1637232" y="20874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3DDD7037-9734-4D2F-8F31-03DFA4A5E484}"/>
              </a:ext>
            </a:extLst>
          </p:cNvPr>
          <p:cNvSpPr/>
          <p:nvPr/>
        </p:nvSpPr>
        <p:spPr>
          <a:xfrm rot="19577717">
            <a:off x="2598976" y="25775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0D86AA5E-FA38-45EB-8344-B39F67E9F0FC}"/>
              </a:ext>
            </a:extLst>
          </p:cNvPr>
          <p:cNvSpPr/>
          <p:nvPr/>
        </p:nvSpPr>
        <p:spPr>
          <a:xfrm rot="19577717">
            <a:off x="2016538" y="256142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3E4C327D-DCBA-4FAB-BC75-45DCD3EF6E66}"/>
              </a:ext>
            </a:extLst>
          </p:cNvPr>
          <p:cNvSpPr/>
          <p:nvPr/>
        </p:nvSpPr>
        <p:spPr>
          <a:xfrm rot="19577717">
            <a:off x="1382397" y="34033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084A1127-7648-4DC4-A6DA-316853F70407}"/>
              </a:ext>
            </a:extLst>
          </p:cNvPr>
          <p:cNvSpPr/>
          <p:nvPr/>
        </p:nvSpPr>
        <p:spPr>
          <a:xfrm rot="2022283" flipH="1">
            <a:off x="2059782" y="44780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460E08A3-607C-44BF-99B5-EF81C1A89BAA}"/>
              </a:ext>
            </a:extLst>
          </p:cNvPr>
          <p:cNvSpPr/>
          <p:nvPr/>
        </p:nvSpPr>
        <p:spPr>
          <a:xfrm rot="2022283" flipH="1">
            <a:off x="3198539" y="31703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30500A96-C8A7-4276-805A-6A0C9D7C1D03}"/>
              </a:ext>
            </a:extLst>
          </p:cNvPr>
          <p:cNvSpPr/>
          <p:nvPr/>
        </p:nvSpPr>
        <p:spPr>
          <a:xfrm rot="2022283" flipH="1">
            <a:off x="3085557" y="35214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9BC212A1-A6D0-4F6A-B610-58911A64FC1B}"/>
              </a:ext>
            </a:extLst>
          </p:cNvPr>
          <p:cNvSpPr/>
          <p:nvPr/>
        </p:nvSpPr>
        <p:spPr>
          <a:xfrm rot="2022283" flipH="1">
            <a:off x="2517011" y="39102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Felhő 119">
            <a:extLst>
              <a:ext uri="{FF2B5EF4-FFF2-40B4-BE49-F238E27FC236}">
                <a16:creationId xmlns:a16="http://schemas.microsoft.com/office/drawing/2014/main" id="{0BBFDE47-4E12-457B-86ED-39081AB10DD4}"/>
              </a:ext>
            </a:extLst>
          </p:cNvPr>
          <p:cNvSpPr/>
          <p:nvPr/>
        </p:nvSpPr>
        <p:spPr>
          <a:xfrm>
            <a:off x="2018084" y="887555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6893BBF8-DE8E-4B4D-A2F1-DA96406AF18D}"/>
              </a:ext>
            </a:extLst>
          </p:cNvPr>
          <p:cNvSpPr/>
          <p:nvPr/>
        </p:nvSpPr>
        <p:spPr>
          <a:xfrm>
            <a:off x="5736369" y="470146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783B33DD-CA8A-4A7D-B32C-BCDF781241F7}"/>
              </a:ext>
            </a:extLst>
          </p:cNvPr>
          <p:cNvSpPr/>
          <p:nvPr/>
        </p:nvSpPr>
        <p:spPr>
          <a:xfrm rot="19577717">
            <a:off x="1454842" y="21161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2A1B570B-5638-4AAF-B3A2-77752E8F4C1C}"/>
              </a:ext>
            </a:extLst>
          </p:cNvPr>
          <p:cNvSpPr/>
          <p:nvPr/>
        </p:nvSpPr>
        <p:spPr>
          <a:xfrm rot="19577717">
            <a:off x="5926193" y="146862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DCED072F-2C25-4097-A69F-73871113F74F}"/>
              </a:ext>
            </a:extLst>
          </p:cNvPr>
          <p:cNvSpPr/>
          <p:nvPr/>
        </p:nvSpPr>
        <p:spPr>
          <a:xfrm rot="19577717">
            <a:off x="5213635" y="15567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7211F966-17CC-4D13-BF0E-29BCCB0C11A4}"/>
              </a:ext>
            </a:extLst>
          </p:cNvPr>
          <p:cNvSpPr/>
          <p:nvPr/>
        </p:nvSpPr>
        <p:spPr>
          <a:xfrm rot="19577717">
            <a:off x="5726291" y="197860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4C996D46-0782-4B43-B9C6-4A67046FC5B0}"/>
              </a:ext>
            </a:extLst>
          </p:cNvPr>
          <p:cNvSpPr/>
          <p:nvPr/>
        </p:nvSpPr>
        <p:spPr>
          <a:xfrm rot="19577717">
            <a:off x="4783355" y="14199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03DEB497-D5AD-431C-874D-BED6DB9E0669}"/>
              </a:ext>
            </a:extLst>
          </p:cNvPr>
          <p:cNvSpPr/>
          <p:nvPr/>
        </p:nvSpPr>
        <p:spPr>
          <a:xfrm rot="19577717">
            <a:off x="4583453" y="192989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DAFEBAEB-52A8-4852-AB4E-037872E43651}"/>
              </a:ext>
            </a:extLst>
          </p:cNvPr>
          <p:cNvSpPr/>
          <p:nvPr/>
        </p:nvSpPr>
        <p:spPr>
          <a:xfrm rot="19577717">
            <a:off x="5391108" y="23178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CD6FE517-68D9-47DB-A930-E796E4F1FAC0}"/>
              </a:ext>
            </a:extLst>
          </p:cNvPr>
          <p:cNvSpPr/>
          <p:nvPr/>
        </p:nvSpPr>
        <p:spPr>
          <a:xfrm rot="19577717">
            <a:off x="4960828" y="21809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22572B63-A78C-4A6A-8C6B-2DF76EA518DF}"/>
              </a:ext>
            </a:extLst>
          </p:cNvPr>
          <p:cNvSpPr/>
          <p:nvPr/>
        </p:nvSpPr>
        <p:spPr>
          <a:xfrm rot="19577717">
            <a:off x="4760926" y="269095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Felhő 130">
            <a:extLst>
              <a:ext uri="{FF2B5EF4-FFF2-40B4-BE49-F238E27FC236}">
                <a16:creationId xmlns:a16="http://schemas.microsoft.com/office/drawing/2014/main" id="{0F6627A9-389F-4BDB-BEC8-F5A064194EBC}"/>
              </a:ext>
            </a:extLst>
          </p:cNvPr>
          <p:cNvSpPr/>
          <p:nvPr/>
        </p:nvSpPr>
        <p:spPr>
          <a:xfrm>
            <a:off x="3756816" y="35971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32" name="Csoportba foglalás 131">
            <a:extLst>
              <a:ext uri="{FF2B5EF4-FFF2-40B4-BE49-F238E27FC236}">
                <a16:creationId xmlns:a16="http://schemas.microsoft.com/office/drawing/2014/main" id="{9D6A5257-0EB7-424B-A18D-333AC0F91B23}"/>
              </a:ext>
            </a:extLst>
          </p:cNvPr>
          <p:cNvGrpSpPr/>
          <p:nvPr/>
        </p:nvGrpSpPr>
        <p:grpSpPr>
          <a:xfrm>
            <a:off x="234113" y="6137189"/>
            <a:ext cx="8192417" cy="930782"/>
            <a:chOff x="695211" y="6131272"/>
            <a:chExt cx="8192417" cy="930782"/>
          </a:xfrm>
        </p:grpSpPr>
        <p:sp>
          <p:nvSpPr>
            <p:cNvPr id="133" name="Folyamatábra: Egyesítés 132">
              <a:extLst>
                <a:ext uri="{FF2B5EF4-FFF2-40B4-BE49-F238E27FC236}">
                  <a16:creationId xmlns:a16="http://schemas.microsoft.com/office/drawing/2014/main" id="{FF4CCF6C-E94E-4875-80BA-B95605BFD7D3}"/>
                </a:ext>
              </a:extLst>
            </p:cNvPr>
            <p:cNvSpPr/>
            <p:nvPr/>
          </p:nvSpPr>
          <p:spPr>
            <a:xfrm rot="18504465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Folyamatábra: Egyesítés 133">
              <a:extLst>
                <a:ext uri="{FF2B5EF4-FFF2-40B4-BE49-F238E27FC236}">
                  <a16:creationId xmlns:a16="http://schemas.microsoft.com/office/drawing/2014/main" id="{6F4BF87F-3DD9-4AD7-9F04-96AB9605DC76}"/>
                </a:ext>
              </a:extLst>
            </p:cNvPr>
            <p:cNvSpPr/>
            <p:nvPr/>
          </p:nvSpPr>
          <p:spPr>
            <a:xfrm rot="16727850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Folyamatábra: Egyesítés 134">
              <a:extLst>
                <a:ext uri="{FF2B5EF4-FFF2-40B4-BE49-F238E27FC236}">
                  <a16:creationId xmlns:a16="http://schemas.microsoft.com/office/drawing/2014/main" id="{68D230CC-5378-487E-B100-6407C2990AC3}"/>
                </a:ext>
              </a:extLst>
            </p:cNvPr>
            <p:cNvSpPr/>
            <p:nvPr/>
          </p:nvSpPr>
          <p:spPr>
            <a:xfrm rot="19309322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Folyamatábra: Egyesítés 135">
              <a:extLst>
                <a:ext uri="{FF2B5EF4-FFF2-40B4-BE49-F238E27FC236}">
                  <a16:creationId xmlns:a16="http://schemas.microsoft.com/office/drawing/2014/main" id="{7A60531C-BA9A-459D-B012-41098A869F20}"/>
                </a:ext>
              </a:extLst>
            </p:cNvPr>
            <p:cNvSpPr/>
            <p:nvPr/>
          </p:nvSpPr>
          <p:spPr>
            <a:xfrm rot="19040644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Folyamatábra: Egyesítés 136">
              <a:extLst>
                <a:ext uri="{FF2B5EF4-FFF2-40B4-BE49-F238E27FC236}">
                  <a16:creationId xmlns:a16="http://schemas.microsoft.com/office/drawing/2014/main" id="{84B4B3CA-7BAE-4941-A21C-088A3A2CAA40}"/>
                </a:ext>
              </a:extLst>
            </p:cNvPr>
            <p:cNvSpPr/>
            <p:nvPr/>
          </p:nvSpPr>
          <p:spPr>
            <a:xfrm rot="17724559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Folyamatábra: Egyesítés 137">
              <a:extLst>
                <a:ext uri="{FF2B5EF4-FFF2-40B4-BE49-F238E27FC236}">
                  <a16:creationId xmlns:a16="http://schemas.microsoft.com/office/drawing/2014/main" id="{4000BD17-D23E-4282-B643-BC1931EB1378}"/>
                </a:ext>
              </a:extLst>
            </p:cNvPr>
            <p:cNvSpPr/>
            <p:nvPr/>
          </p:nvSpPr>
          <p:spPr>
            <a:xfrm rot="15195846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9" name="Folyamatábra: Egyesítés 138">
              <a:extLst>
                <a:ext uri="{FF2B5EF4-FFF2-40B4-BE49-F238E27FC236}">
                  <a16:creationId xmlns:a16="http://schemas.microsoft.com/office/drawing/2014/main" id="{2F5F2C34-A3D8-4B8A-B397-C9F9998571FB}"/>
                </a:ext>
              </a:extLst>
            </p:cNvPr>
            <p:cNvSpPr/>
            <p:nvPr/>
          </p:nvSpPr>
          <p:spPr>
            <a:xfrm rot="18413198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0" name="Folyamatábra: Egyesítés 139">
              <a:extLst>
                <a:ext uri="{FF2B5EF4-FFF2-40B4-BE49-F238E27FC236}">
                  <a16:creationId xmlns:a16="http://schemas.microsoft.com/office/drawing/2014/main" id="{FFB48D79-0F9D-4D1E-A694-61B38CE7D40A}"/>
                </a:ext>
              </a:extLst>
            </p:cNvPr>
            <p:cNvSpPr/>
            <p:nvPr/>
          </p:nvSpPr>
          <p:spPr>
            <a:xfrm rot="17059457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Folyamatábra: Egyesítés 140">
              <a:extLst>
                <a:ext uri="{FF2B5EF4-FFF2-40B4-BE49-F238E27FC236}">
                  <a16:creationId xmlns:a16="http://schemas.microsoft.com/office/drawing/2014/main" id="{EE2381D1-40A0-48BC-AD83-9A7AA13D8CF4}"/>
                </a:ext>
              </a:extLst>
            </p:cNvPr>
            <p:cNvSpPr/>
            <p:nvPr/>
          </p:nvSpPr>
          <p:spPr>
            <a:xfrm rot="17550078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Folyamatábra: Egyesítés 141">
              <a:extLst>
                <a:ext uri="{FF2B5EF4-FFF2-40B4-BE49-F238E27FC236}">
                  <a16:creationId xmlns:a16="http://schemas.microsoft.com/office/drawing/2014/main" id="{C3CE4F4B-C277-4931-B659-B649F1896700}"/>
                </a:ext>
              </a:extLst>
            </p:cNvPr>
            <p:cNvSpPr/>
            <p:nvPr/>
          </p:nvSpPr>
          <p:spPr>
            <a:xfrm rot="15732746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293933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Könnycsepp 127">
            <a:extLst>
              <a:ext uri="{FF2B5EF4-FFF2-40B4-BE49-F238E27FC236}">
                <a16:creationId xmlns:a16="http://schemas.microsoft.com/office/drawing/2014/main" id="{A9754ABF-4B98-E909-2876-05323D9D58AE}"/>
              </a:ext>
            </a:extLst>
          </p:cNvPr>
          <p:cNvSpPr/>
          <p:nvPr/>
        </p:nvSpPr>
        <p:spPr>
          <a:xfrm rot="19577717">
            <a:off x="4513485" y="198333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B0F14DB3-3053-5635-FEAB-1F514086EAE7}"/>
              </a:ext>
            </a:extLst>
          </p:cNvPr>
          <p:cNvSpPr/>
          <p:nvPr/>
        </p:nvSpPr>
        <p:spPr>
          <a:xfrm rot="19577717">
            <a:off x="4751582" y="26694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63380D75-798F-FF5E-8C89-897B8156A374}"/>
              </a:ext>
            </a:extLst>
          </p:cNvPr>
          <p:cNvSpPr/>
          <p:nvPr/>
        </p:nvSpPr>
        <p:spPr>
          <a:xfrm rot="19577717">
            <a:off x="6504642" y="24785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8C98C17B-6CE9-A13B-3F3F-66B3D9DE591E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4" name="Csoportba foglalás 3">
              <a:extLst>
                <a:ext uri="{FF2B5EF4-FFF2-40B4-BE49-F238E27FC236}">
                  <a16:creationId xmlns:a16="http://schemas.microsoft.com/office/drawing/2014/main" id="{BAE9F2C2-E5B0-2ED1-BC88-C7F4FAFE3E0B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8" name="Ellipszis 7">
                <a:extLst>
                  <a:ext uri="{FF2B5EF4-FFF2-40B4-BE49-F238E27FC236}">
                    <a16:creationId xmlns:a16="http://schemas.microsoft.com/office/drawing/2014/main" id="{0AF4DAFF-61A3-D0EB-3052-F13F8441B191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90D0577B-54E9-01B4-0B5E-FD1B3B1B3A74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0" name="Egyenes összekötő 9">
                <a:extLst>
                  <a:ext uri="{FF2B5EF4-FFF2-40B4-BE49-F238E27FC236}">
                    <a16:creationId xmlns:a16="http://schemas.microsoft.com/office/drawing/2014/main" id="{7B5C8131-21F8-845D-8894-91667E0F8E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9026D975-5F2D-CAD3-8A71-79BF5571650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5ABD5537-5529-B917-BDD3-30D0C4D78A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06E9C67B-89EA-ED42-ABFC-4D182AA958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32638756-B8F1-18C5-A257-CC3324CEF7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FA5FC2B9-794F-531D-6DEE-31A265E425AF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83C195B1-7820-09EB-4AEB-851B613516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4" name="Téglalap 13">
            <a:extLst>
              <a:ext uri="{FF2B5EF4-FFF2-40B4-BE49-F238E27FC236}">
                <a16:creationId xmlns:a16="http://schemas.microsoft.com/office/drawing/2014/main" id="{B17B9ECA-F0FA-3133-5C0F-D403E086EC40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" name="Csoportba foglalás 14">
            <a:extLst>
              <a:ext uri="{FF2B5EF4-FFF2-40B4-BE49-F238E27FC236}">
                <a16:creationId xmlns:a16="http://schemas.microsoft.com/office/drawing/2014/main" id="{46891CFE-6ED1-9A70-FAEA-72685EA7F553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6" name="Csoportba foglalás 15">
              <a:extLst>
                <a:ext uri="{FF2B5EF4-FFF2-40B4-BE49-F238E27FC236}">
                  <a16:creationId xmlns:a16="http://schemas.microsoft.com/office/drawing/2014/main" id="{416BAB6D-4844-0219-88C8-0E7BD0A42F9B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19" name="Henger 18">
                <a:extLst>
                  <a:ext uri="{FF2B5EF4-FFF2-40B4-BE49-F238E27FC236}">
                    <a16:creationId xmlns:a16="http://schemas.microsoft.com/office/drawing/2014/main" id="{FE501F5C-4D84-1A98-DACE-350441534CC1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" name="Ellipszis 19">
                <a:extLst>
                  <a:ext uri="{FF2B5EF4-FFF2-40B4-BE49-F238E27FC236}">
                    <a16:creationId xmlns:a16="http://schemas.microsoft.com/office/drawing/2014/main" id="{653947E4-B034-A30B-92AA-39A5B6D2A393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1" name="Téglalap 20">
                <a:extLst>
                  <a:ext uri="{FF2B5EF4-FFF2-40B4-BE49-F238E27FC236}">
                    <a16:creationId xmlns:a16="http://schemas.microsoft.com/office/drawing/2014/main" id="{5B99A636-F7D2-47FA-3217-7AB2D0BB66A8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F3ED2870-3734-684B-37F7-7E1F260F9BE5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3" name="Egyenes összekötő 22">
                <a:extLst>
                  <a:ext uri="{FF2B5EF4-FFF2-40B4-BE49-F238E27FC236}">
                    <a16:creationId xmlns:a16="http://schemas.microsoft.com/office/drawing/2014/main" id="{2EA0BC35-46A2-B744-1344-7BF179162E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Egyenes összekötő 23">
                <a:extLst>
                  <a:ext uri="{FF2B5EF4-FFF2-40B4-BE49-F238E27FC236}">
                    <a16:creationId xmlns:a16="http://schemas.microsoft.com/office/drawing/2014/main" id="{4C27FAA3-A190-8551-413D-525498F447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414E3CB9-714E-AA6C-B8CD-EF651DF46A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FA2C3972-95B1-7E99-AD7F-6308781F9C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D7C4484A-D8FC-009B-7CB1-EFC9136E7ABD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7" name="Egyenes összekötő 16">
              <a:extLst>
                <a:ext uri="{FF2B5EF4-FFF2-40B4-BE49-F238E27FC236}">
                  <a16:creationId xmlns:a16="http://schemas.microsoft.com/office/drawing/2014/main" id="{53DD6B09-EC09-7EB4-6D10-1F6BA843327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8" name="Egyenes összekötő 17">
              <a:extLst>
                <a:ext uri="{FF2B5EF4-FFF2-40B4-BE49-F238E27FC236}">
                  <a16:creationId xmlns:a16="http://schemas.microsoft.com/office/drawing/2014/main" id="{10D06C01-938B-95B2-02C8-A3A53E8C2223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FE799461-E84D-EAFF-0AAC-2B8B660C99E3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29" name="Csoportba foglalás 28">
              <a:extLst>
                <a:ext uri="{FF2B5EF4-FFF2-40B4-BE49-F238E27FC236}">
                  <a16:creationId xmlns:a16="http://schemas.microsoft.com/office/drawing/2014/main" id="{1038D935-7CDC-FF15-F2C2-E14768C26FBD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1" name="Csoportba foglalás 70">
                <a:extLst>
                  <a:ext uri="{FF2B5EF4-FFF2-40B4-BE49-F238E27FC236}">
                    <a16:creationId xmlns:a16="http://schemas.microsoft.com/office/drawing/2014/main" id="{6FBC6EF5-81C9-6A12-637D-4088D321F7E2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4" name="Derékszögű háromszög 73">
                  <a:extLst>
                    <a:ext uri="{FF2B5EF4-FFF2-40B4-BE49-F238E27FC236}">
                      <a16:creationId xmlns:a16="http://schemas.microsoft.com/office/drawing/2014/main" id="{6C681A90-12D2-6448-1A79-AF1A9810FF88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Derékszögű háromszög 74">
                  <a:extLst>
                    <a:ext uri="{FF2B5EF4-FFF2-40B4-BE49-F238E27FC236}">
                      <a16:creationId xmlns:a16="http://schemas.microsoft.com/office/drawing/2014/main" id="{0531AEBE-EE58-5928-0A72-A602202C44A4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6" name="Téglalap 15">
                  <a:extLst>
                    <a:ext uri="{FF2B5EF4-FFF2-40B4-BE49-F238E27FC236}">
                      <a16:creationId xmlns:a16="http://schemas.microsoft.com/office/drawing/2014/main" id="{1D03CE6E-7C6C-9898-D3DD-645634FCCD56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7" name="Folyamatábra: Tárolt adat 17">
                  <a:extLst>
                    <a:ext uri="{FF2B5EF4-FFF2-40B4-BE49-F238E27FC236}">
                      <a16:creationId xmlns:a16="http://schemas.microsoft.com/office/drawing/2014/main" id="{8F7FC3BF-8556-4021-521B-25E00E32CD46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BD8B1E7E-BBC1-9AF5-43A5-95741AC8FCE8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Romboid 78">
                  <a:extLst>
                    <a:ext uri="{FF2B5EF4-FFF2-40B4-BE49-F238E27FC236}">
                      <a16:creationId xmlns:a16="http://schemas.microsoft.com/office/drawing/2014/main" id="{4678FE2A-E10B-415C-F1A7-F62997B2E4DF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Téglalap 79">
                  <a:extLst>
                    <a:ext uri="{FF2B5EF4-FFF2-40B4-BE49-F238E27FC236}">
                      <a16:creationId xmlns:a16="http://schemas.microsoft.com/office/drawing/2014/main" id="{BEF065FF-7930-A711-FC8B-C6332807C534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Téglalap: lekerekített 80">
                  <a:extLst>
                    <a:ext uri="{FF2B5EF4-FFF2-40B4-BE49-F238E27FC236}">
                      <a16:creationId xmlns:a16="http://schemas.microsoft.com/office/drawing/2014/main" id="{E29BAE84-C86D-7B98-8F49-1F8C865D87C3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: lekerekített 81">
                  <a:extLst>
                    <a:ext uri="{FF2B5EF4-FFF2-40B4-BE49-F238E27FC236}">
                      <a16:creationId xmlns:a16="http://schemas.microsoft.com/office/drawing/2014/main" id="{B9DC269E-D36C-24D5-8092-24DE89914931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885F6710-AA27-40EA-9914-1FE9436529DE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2821CA56-0A68-37B1-EE39-F1F53241E73D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BB2043D7-6A22-19CB-C495-E64408A7621C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60815A28-3666-8F49-3A02-44F4EC11B46F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2" name="Picture 2" descr="Forráskép megtekintése">
                <a:extLst>
                  <a:ext uri="{FF2B5EF4-FFF2-40B4-BE49-F238E27FC236}">
                    <a16:creationId xmlns:a16="http://schemas.microsoft.com/office/drawing/2014/main" id="{EA10A326-51B6-07DD-B486-2482725D9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3" name="Picture 6" descr="Forráskép megtekintése">
                <a:extLst>
                  <a:ext uri="{FF2B5EF4-FFF2-40B4-BE49-F238E27FC236}">
                    <a16:creationId xmlns:a16="http://schemas.microsoft.com/office/drawing/2014/main" id="{8F9B439E-CBBE-6A6F-E859-F7CED0C96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68D47D5A-6315-563E-9A42-F1C52091E208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59" name="Csoportba foglalás 58">
                <a:extLst>
                  <a:ext uri="{FF2B5EF4-FFF2-40B4-BE49-F238E27FC236}">
                    <a16:creationId xmlns:a16="http://schemas.microsoft.com/office/drawing/2014/main" id="{FBE557E7-DF09-48B5-92EA-93D05868CC60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2" name="Henger 61">
                  <a:extLst>
                    <a:ext uri="{FF2B5EF4-FFF2-40B4-BE49-F238E27FC236}">
                      <a16:creationId xmlns:a16="http://schemas.microsoft.com/office/drawing/2014/main" id="{A3BA26B1-79B0-BA5B-FCC2-77F2A34B7F0B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Ellipszis 62">
                  <a:extLst>
                    <a:ext uri="{FF2B5EF4-FFF2-40B4-BE49-F238E27FC236}">
                      <a16:creationId xmlns:a16="http://schemas.microsoft.com/office/drawing/2014/main" id="{D5E4AA5C-5920-4FED-AF7C-4EF023EAF30B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4" name="Téglalap 63">
                  <a:extLst>
                    <a:ext uri="{FF2B5EF4-FFF2-40B4-BE49-F238E27FC236}">
                      <a16:creationId xmlns:a16="http://schemas.microsoft.com/office/drawing/2014/main" id="{2222FC47-B5F2-BA42-C2B6-3741224D5442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49F8C247-FDF1-A15D-B0DD-1B770BA9EA12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6" name="Egyenes összekötő 65">
                  <a:extLst>
                    <a:ext uri="{FF2B5EF4-FFF2-40B4-BE49-F238E27FC236}">
                      <a16:creationId xmlns:a16="http://schemas.microsoft.com/office/drawing/2014/main" id="{9DF3878A-9C1D-3E39-9CCC-03519CC114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Egyenes összekötő 66">
                  <a:extLst>
                    <a:ext uri="{FF2B5EF4-FFF2-40B4-BE49-F238E27FC236}">
                      <a16:creationId xmlns:a16="http://schemas.microsoft.com/office/drawing/2014/main" id="{2D30064B-C4A6-2B23-AC37-D3F4677E2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453CEB5D-0146-C6AA-A294-E901A0D94EC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A5CF2916-D1D5-7E32-7264-9E85D69339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0" name="Ellipszis 69">
                  <a:extLst>
                    <a:ext uri="{FF2B5EF4-FFF2-40B4-BE49-F238E27FC236}">
                      <a16:creationId xmlns:a16="http://schemas.microsoft.com/office/drawing/2014/main" id="{3C78E8A9-DA14-2E31-C32C-65B375E11D71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0" name="Egyenes összekötő 59">
                <a:extLst>
                  <a:ext uri="{FF2B5EF4-FFF2-40B4-BE49-F238E27FC236}">
                    <a16:creationId xmlns:a16="http://schemas.microsoft.com/office/drawing/2014/main" id="{869D1E38-B454-3E7E-9B97-3F3CB56E682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1" name="Egyenes összekötő 60">
                <a:extLst>
                  <a:ext uri="{FF2B5EF4-FFF2-40B4-BE49-F238E27FC236}">
                    <a16:creationId xmlns:a16="http://schemas.microsoft.com/office/drawing/2014/main" id="{40D74D9C-F92E-CAFE-80B0-5037200B1B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060691D8-D7E7-D9AA-CA39-9E17C057CB73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49" name="Henger 48">
                <a:extLst>
                  <a:ext uri="{FF2B5EF4-FFF2-40B4-BE49-F238E27FC236}">
                    <a16:creationId xmlns:a16="http://schemas.microsoft.com/office/drawing/2014/main" id="{BC10D25A-1950-4BEE-2465-DCDD5DE59399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0" name="Csoportba foglalás 49">
                <a:extLst>
                  <a:ext uri="{FF2B5EF4-FFF2-40B4-BE49-F238E27FC236}">
                    <a16:creationId xmlns:a16="http://schemas.microsoft.com/office/drawing/2014/main" id="{FAAFB733-1608-42E9-63FE-D57CB2D75126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029427C3-078F-37FD-8B4F-BDDFEEE5D55B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3" name="Ellipszis 52">
                  <a:extLst>
                    <a:ext uri="{FF2B5EF4-FFF2-40B4-BE49-F238E27FC236}">
                      <a16:creationId xmlns:a16="http://schemas.microsoft.com/office/drawing/2014/main" id="{15ABB60E-AB52-C03E-DB7A-BB911F3737C0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4" name="Egyenes összekötő 53">
                  <a:extLst>
                    <a:ext uri="{FF2B5EF4-FFF2-40B4-BE49-F238E27FC236}">
                      <a16:creationId xmlns:a16="http://schemas.microsoft.com/office/drawing/2014/main" id="{66B73309-B18F-040E-3564-802208FBAD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6ED6E540-80DA-657E-DA01-00D42689620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0302420D-1A2A-491B-8381-21F9A9B0FD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314A45F1-7430-3764-8AA1-404193BEA8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8" name="Ellipszis 57">
                  <a:extLst>
                    <a:ext uri="{FF2B5EF4-FFF2-40B4-BE49-F238E27FC236}">
                      <a16:creationId xmlns:a16="http://schemas.microsoft.com/office/drawing/2014/main" id="{63E61E5A-7242-9EF8-C35E-C08BAD65DD10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1" name="Téglalap 50">
                <a:extLst>
                  <a:ext uri="{FF2B5EF4-FFF2-40B4-BE49-F238E27FC236}">
                    <a16:creationId xmlns:a16="http://schemas.microsoft.com/office/drawing/2014/main" id="{225C921A-02E5-1C21-90E1-FD8CBE5E009B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2E619A0A-8D42-71DB-56A1-9FBBC85F9CD9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3" name="Csoportba foglalás 32">
                <a:extLst>
                  <a:ext uri="{FF2B5EF4-FFF2-40B4-BE49-F238E27FC236}">
                    <a16:creationId xmlns:a16="http://schemas.microsoft.com/office/drawing/2014/main" id="{0C6D4BAF-84CC-D61E-3D48-71E16F203400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1" name="Henger 40">
                  <a:extLst>
                    <a:ext uri="{FF2B5EF4-FFF2-40B4-BE49-F238E27FC236}">
                      <a16:creationId xmlns:a16="http://schemas.microsoft.com/office/drawing/2014/main" id="{F07B5232-3A62-2A00-CB4D-D75A67EC6B9B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49AA4F9C-B526-EFFC-D62F-1236FC12C9D3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3" name="Ív 42">
                  <a:extLst>
                    <a:ext uri="{FF2B5EF4-FFF2-40B4-BE49-F238E27FC236}">
                      <a16:creationId xmlns:a16="http://schemas.microsoft.com/office/drawing/2014/main" id="{7BEA4165-4CEE-1314-A4B5-FBADEB1BAD1C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4" name="Picture 2" descr="Forráskép megtekintése">
                  <a:extLst>
                    <a:ext uri="{FF2B5EF4-FFF2-40B4-BE49-F238E27FC236}">
                      <a16:creationId xmlns:a16="http://schemas.microsoft.com/office/drawing/2014/main" id="{DD65ED89-77F1-04B9-C2F4-13842EB0FBC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5" name="Téglalap 44">
                  <a:extLst>
                    <a:ext uri="{FF2B5EF4-FFF2-40B4-BE49-F238E27FC236}">
                      <a16:creationId xmlns:a16="http://schemas.microsoft.com/office/drawing/2014/main" id="{572C92C0-402F-1136-071D-D668E6F78926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Csillag: 4 ágú 45">
                  <a:extLst>
                    <a:ext uri="{FF2B5EF4-FFF2-40B4-BE49-F238E27FC236}">
                      <a16:creationId xmlns:a16="http://schemas.microsoft.com/office/drawing/2014/main" id="{A79B6EF4-652A-9316-0837-F58A660F3150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7" name="Szabadkézi sokszög: alakzat 46">
                  <a:extLst>
                    <a:ext uri="{FF2B5EF4-FFF2-40B4-BE49-F238E27FC236}">
                      <a16:creationId xmlns:a16="http://schemas.microsoft.com/office/drawing/2014/main" id="{A7FFC613-6EEF-4CD4-F521-FE4A2DB51695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8" name="Ellipszis 47">
                  <a:extLst>
                    <a:ext uri="{FF2B5EF4-FFF2-40B4-BE49-F238E27FC236}">
                      <a16:creationId xmlns:a16="http://schemas.microsoft.com/office/drawing/2014/main" id="{8F52AE43-6FED-5A7D-3D4E-D5AB2D162365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" name="Ellipszis 33">
                <a:extLst>
                  <a:ext uri="{FF2B5EF4-FFF2-40B4-BE49-F238E27FC236}">
                    <a16:creationId xmlns:a16="http://schemas.microsoft.com/office/drawing/2014/main" id="{CB9E955B-6A56-D7AA-E05A-5C1DD6C0245C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" name="Ellipszis 34">
                <a:extLst>
                  <a:ext uri="{FF2B5EF4-FFF2-40B4-BE49-F238E27FC236}">
                    <a16:creationId xmlns:a16="http://schemas.microsoft.com/office/drawing/2014/main" id="{20C13027-D698-1F19-6A9A-CC4B6E773833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6" name="Egyenes összekötő 35">
                <a:extLst>
                  <a:ext uri="{FF2B5EF4-FFF2-40B4-BE49-F238E27FC236}">
                    <a16:creationId xmlns:a16="http://schemas.microsoft.com/office/drawing/2014/main" id="{FF725EE0-68BB-7643-0221-E5443A4757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ED5C4EB9-63B0-14B4-2D6F-CC40E3F58B0D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FFC5B68A-B21B-677B-AC85-4340E2DE2261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39" name="Kép 38">
                <a:extLst>
                  <a:ext uri="{FF2B5EF4-FFF2-40B4-BE49-F238E27FC236}">
                    <a16:creationId xmlns:a16="http://schemas.microsoft.com/office/drawing/2014/main" id="{2C5BF822-39BE-DCEA-BC8D-B179BCC2DF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0" name="Egyenes összekötő 39">
                <a:extLst>
                  <a:ext uri="{FF2B5EF4-FFF2-40B4-BE49-F238E27FC236}">
                    <a16:creationId xmlns:a16="http://schemas.microsoft.com/office/drawing/2014/main" id="{2AE6879E-0A50-31A3-58AE-C43450C937E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Könnycsepp 88">
            <a:extLst>
              <a:ext uri="{FF2B5EF4-FFF2-40B4-BE49-F238E27FC236}">
                <a16:creationId xmlns:a16="http://schemas.microsoft.com/office/drawing/2014/main" id="{01E43495-B978-F156-687A-2B27E2E75021}"/>
              </a:ext>
            </a:extLst>
          </p:cNvPr>
          <p:cNvSpPr/>
          <p:nvPr/>
        </p:nvSpPr>
        <p:spPr>
          <a:xfrm rot="19577717">
            <a:off x="122995" y="13537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F417C5F3-5A30-3386-A3DF-100D87706A33}"/>
              </a:ext>
            </a:extLst>
          </p:cNvPr>
          <p:cNvSpPr/>
          <p:nvPr/>
        </p:nvSpPr>
        <p:spPr>
          <a:xfrm rot="19577717">
            <a:off x="721007" y="10067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109CD59C-247C-353A-82EA-F9ABC514FC99}"/>
              </a:ext>
            </a:extLst>
          </p:cNvPr>
          <p:cNvSpPr/>
          <p:nvPr/>
        </p:nvSpPr>
        <p:spPr>
          <a:xfrm rot="19577717">
            <a:off x="1221710" y="25448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1F46D9C2-C4CC-79B5-C8F6-C8F8A3A3F3E7}"/>
              </a:ext>
            </a:extLst>
          </p:cNvPr>
          <p:cNvSpPr/>
          <p:nvPr/>
        </p:nvSpPr>
        <p:spPr>
          <a:xfrm rot="19577717">
            <a:off x="406837" y="10318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0E32AADF-BF1B-11D8-8E39-4741B135C946}"/>
              </a:ext>
            </a:extLst>
          </p:cNvPr>
          <p:cNvSpPr/>
          <p:nvPr/>
        </p:nvSpPr>
        <p:spPr>
          <a:xfrm rot="19577717">
            <a:off x="946761" y="16577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E0972B6D-A5D9-3EB6-B9ED-520F363578AC}"/>
              </a:ext>
            </a:extLst>
          </p:cNvPr>
          <p:cNvSpPr/>
          <p:nvPr/>
        </p:nvSpPr>
        <p:spPr>
          <a:xfrm rot="19577717">
            <a:off x="406837" y="35055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064FEC90-5A3A-6B09-97EA-87E413CB3E66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9555F336-6C35-5FBA-3D7B-1DCCCA11632E}"/>
              </a:ext>
            </a:extLst>
          </p:cNvPr>
          <p:cNvSpPr/>
          <p:nvPr/>
        </p:nvSpPr>
        <p:spPr>
          <a:xfrm rot="19577717">
            <a:off x="640855" y="29123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20EE8580-AD90-1A5C-D355-CC63CE29511E}"/>
              </a:ext>
            </a:extLst>
          </p:cNvPr>
          <p:cNvSpPr/>
          <p:nvPr/>
        </p:nvSpPr>
        <p:spPr>
          <a:xfrm rot="18333733">
            <a:off x="1128483" y="43996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88949F15-9E03-C059-CDFC-8D7BB24DED92}"/>
              </a:ext>
            </a:extLst>
          </p:cNvPr>
          <p:cNvSpPr/>
          <p:nvPr/>
        </p:nvSpPr>
        <p:spPr>
          <a:xfrm rot="19577717">
            <a:off x="696093" y="19578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73E25E95-C45B-8EC0-6D95-49D325AC6403}"/>
              </a:ext>
            </a:extLst>
          </p:cNvPr>
          <p:cNvSpPr/>
          <p:nvPr/>
        </p:nvSpPr>
        <p:spPr>
          <a:xfrm rot="19577717">
            <a:off x="2007851" y="32053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Felhő 99">
            <a:extLst>
              <a:ext uri="{FF2B5EF4-FFF2-40B4-BE49-F238E27FC236}">
                <a16:creationId xmlns:a16="http://schemas.microsoft.com/office/drawing/2014/main" id="{C4B4073B-6B3D-254C-824E-891A05FFFFF5}"/>
              </a:ext>
            </a:extLst>
          </p:cNvPr>
          <p:cNvSpPr/>
          <p:nvPr/>
        </p:nvSpPr>
        <p:spPr>
          <a:xfrm>
            <a:off x="0" y="30805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415BF979-2914-46AC-5E48-1E22F2F7EA3B}"/>
              </a:ext>
            </a:extLst>
          </p:cNvPr>
          <p:cNvSpPr/>
          <p:nvPr/>
        </p:nvSpPr>
        <p:spPr>
          <a:xfrm rot="19577717">
            <a:off x="491194" y="16090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0EDF30D7-CDDA-C365-271D-B61803882F12}"/>
              </a:ext>
            </a:extLst>
          </p:cNvPr>
          <p:cNvSpPr/>
          <p:nvPr/>
        </p:nvSpPr>
        <p:spPr>
          <a:xfrm rot="19577717">
            <a:off x="1212143" y="14589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1D4EA186-8320-05D2-F422-EECB7DC8DFBF}"/>
              </a:ext>
            </a:extLst>
          </p:cNvPr>
          <p:cNvSpPr/>
          <p:nvPr/>
        </p:nvSpPr>
        <p:spPr>
          <a:xfrm rot="19577717">
            <a:off x="1302442" y="19637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5C74044C-B0ED-E01E-9C83-BD4BFAAE2D7E}"/>
              </a:ext>
            </a:extLst>
          </p:cNvPr>
          <p:cNvSpPr/>
          <p:nvPr/>
        </p:nvSpPr>
        <p:spPr>
          <a:xfrm rot="19577717">
            <a:off x="2539251" y="11114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DB5B02C9-298F-B59D-0507-42E34CA46A15}"/>
              </a:ext>
            </a:extLst>
          </p:cNvPr>
          <p:cNvSpPr/>
          <p:nvPr/>
        </p:nvSpPr>
        <p:spPr>
          <a:xfrm rot="19577717">
            <a:off x="3232319" y="13064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886D1E07-23D7-81C1-057D-9D3A15B01590}"/>
              </a:ext>
            </a:extLst>
          </p:cNvPr>
          <p:cNvSpPr/>
          <p:nvPr/>
        </p:nvSpPr>
        <p:spPr>
          <a:xfrm rot="19577717">
            <a:off x="2876807" y="13631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2E44AA33-EE78-F556-DF89-C42704F06F8C}"/>
              </a:ext>
            </a:extLst>
          </p:cNvPr>
          <p:cNvSpPr/>
          <p:nvPr/>
        </p:nvSpPr>
        <p:spPr>
          <a:xfrm rot="19577717">
            <a:off x="2880668" y="17661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67C42852-9744-9090-AB4B-48F03922908C}"/>
              </a:ext>
            </a:extLst>
          </p:cNvPr>
          <p:cNvSpPr/>
          <p:nvPr/>
        </p:nvSpPr>
        <p:spPr>
          <a:xfrm rot="19577717">
            <a:off x="2222354" y="15934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13C46318-9FF9-608A-DF9A-C0072D0309EE}"/>
              </a:ext>
            </a:extLst>
          </p:cNvPr>
          <p:cNvSpPr/>
          <p:nvPr/>
        </p:nvSpPr>
        <p:spPr>
          <a:xfrm rot="19577717">
            <a:off x="3538982" y="14469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31DAB773-40BC-D9B3-D4D0-3559E5B2A9C8}"/>
              </a:ext>
            </a:extLst>
          </p:cNvPr>
          <p:cNvSpPr/>
          <p:nvPr/>
        </p:nvSpPr>
        <p:spPr>
          <a:xfrm rot="19577717">
            <a:off x="3550861" y="183108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DD8B48A7-DE82-CB1A-A4B6-BA7930B05CC0}"/>
              </a:ext>
            </a:extLst>
          </p:cNvPr>
          <p:cNvSpPr/>
          <p:nvPr/>
        </p:nvSpPr>
        <p:spPr>
          <a:xfrm rot="19577717">
            <a:off x="3436626" y="21491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CA52A641-8A90-50DE-D9C1-C2AABD86617C}"/>
              </a:ext>
            </a:extLst>
          </p:cNvPr>
          <p:cNvSpPr/>
          <p:nvPr/>
        </p:nvSpPr>
        <p:spPr>
          <a:xfrm rot="19577717">
            <a:off x="1637232" y="20874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D25FB609-8F0C-22CF-EFF5-7A28E3388145}"/>
              </a:ext>
            </a:extLst>
          </p:cNvPr>
          <p:cNvSpPr/>
          <p:nvPr/>
        </p:nvSpPr>
        <p:spPr>
          <a:xfrm rot="19577717">
            <a:off x="2598976" y="25775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5085564C-05C6-D540-5827-E4A77DF82E35}"/>
              </a:ext>
            </a:extLst>
          </p:cNvPr>
          <p:cNvSpPr/>
          <p:nvPr/>
        </p:nvSpPr>
        <p:spPr>
          <a:xfrm rot="19577717">
            <a:off x="2016538" y="256142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CD890C1E-C710-B51F-4B33-5357DCB00FAA}"/>
              </a:ext>
            </a:extLst>
          </p:cNvPr>
          <p:cNvSpPr/>
          <p:nvPr/>
        </p:nvSpPr>
        <p:spPr>
          <a:xfrm rot="19577717">
            <a:off x="1382397" y="34033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CDC22681-F7CF-344D-0F48-3048BCAE9B14}"/>
              </a:ext>
            </a:extLst>
          </p:cNvPr>
          <p:cNvSpPr/>
          <p:nvPr/>
        </p:nvSpPr>
        <p:spPr>
          <a:xfrm rot="2022283" flipH="1">
            <a:off x="2059782" y="44780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3C39853E-7950-FC2C-7A25-83EDBEDEEA90}"/>
              </a:ext>
            </a:extLst>
          </p:cNvPr>
          <p:cNvSpPr/>
          <p:nvPr/>
        </p:nvSpPr>
        <p:spPr>
          <a:xfrm rot="2022283" flipH="1">
            <a:off x="3198539" y="31703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7AF7B6A5-D577-65AB-D869-ACBBC8B057CD}"/>
              </a:ext>
            </a:extLst>
          </p:cNvPr>
          <p:cNvSpPr/>
          <p:nvPr/>
        </p:nvSpPr>
        <p:spPr>
          <a:xfrm rot="2022283" flipH="1">
            <a:off x="3085557" y="35214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B22F00D8-DF7B-608A-FF2D-617A611F5409}"/>
              </a:ext>
            </a:extLst>
          </p:cNvPr>
          <p:cNvSpPr/>
          <p:nvPr/>
        </p:nvSpPr>
        <p:spPr>
          <a:xfrm rot="2022283" flipH="1">
            <a:off x="2517011" y="39102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Felhő 119">
            <a:extLst>
              <a:ext uri="{FF2B5EF4-FFF2-40B4-BE49-F238E27FC236}">
                <a16:creationId xmlns:a16="http://schemas.microsoft.com/office/drawing/2014/main" id="{D2A388CE-7CEB-B93D-60F0-183C068E5C8E}"/>
              </a:ext>
            </a:extLst>
          </p:cNvPr>
          <p:cNvSpPr/>
          <p:nvPr/>
        </p:nvSpPr>
        <p:spPr>
          <a:xfrm>
            <a:off x="2361799" y="266054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76DE28DD-37E6-604F-70FC-7401E2388D1F}"/>
              </a:ext>
            </a:extLst>
          </p:cNvPr>
          <p:cNvSpPr/>
          <p:nvPr/>
        </p:nvSpPr>
        <p:spPr>
          <a:xfrm>
            <a:off x="4778067" y="420407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5BD93647-E4A6-0298-85F6-3427B0C41D23}"/>
              </a:ext>
            </a:extLst>
          </p:cNvPr>
          <p:cNvSpPr/>
          <p:nvPr/>
        </p:nvSpPr>
        <p:spPr>
          <a:xfrm rot="19577717">
            <a:off x="3703261" y="198348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7856EBBE-8909-6D6F-007C-83ED02B7F753}"/>
              </a:ext>
            </a:extLst>
          </p:cNvPr>
          <p:cNvSpPr/>
          <p:nvPr/>
        </p:nvSpPr>
        <p:spPr>
          <a:xfrm rot="19577717">
            <a:off x="5456321" y="17925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ADDFA7CE-B2D9-53B4-490E-5C154DB7C351}"/>
              </a:ext>
            </a:extLst>
          </p:cNvPr>
          <p:cNvSpPr/>
          <p:nvPr/>
        </p:nvSpPr>
        <p:spPr>
          <a:xfrm rot="19577717">
            <a:off x="4703161" y="20589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FFFAE131-0C9B-EFD4-7857-9AEE3965BF9C}"/>
              </a:ext>
            </a:extLst>
          </p:cNvPr>
          <p:cNvSpPr/>
          <p:nvPr/>
        </p:nvSpPr>
        <p:spPr>
          <a:xfrm rot="19577717">
            <a:off x="6456221" y="18680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BA849C43-07FD-69E9-818F-FCE23D8D3C6A}"/>
              </a:ext>
            </a:extLst>
          </p:cNvPr>
          <p:cNvSpPr/>
          <p:nvPr/>
        </p:nvSpPr>
        <p:spPr>
          <a:xfrm rot="19577717">
            <a:off x="3941358" y="26696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F8ABD9A9-4E3A-0A61-B29C-24E7686991E1}"/>
              </a:ext>
            </a:extLst>
          </p:cNvPr>
          <p:cNvSpPr/>
          <p:nvPr/>
        </p:nvSpPr>
        <p:spPr>
          <a:xfrm rot="19577717">
            <a:off x="5694418" y="24786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87" name="Csoportba foglalás 86">
            <a:extLst>
              <a:ext uri="{FF2B5EF4-FFF2-40B4-BE49-F238E27FC236}">
                <a16:creationId xmlns:a16="http://schemas.microsoft.com/office/drawing/2014/main" id="{784712CB-1F9F-4911-B647-34FD624FF4BD}"/>
              </a:ext>
            </a:extLst>
          </p:cNvPr>
          <p:cNvGrpSpPr/>
          <p:nvPr/>
        </p:nvGrpSpPr>
        <p:grpSpPr>
          <a:xfrm>
            <a:off x="695211" y="6131272"/>
            <a:ext cx="11101604" cy="930782"/>
            <a:chOff x="695211" y="6131272"/>
            <a:chExt cx="11101604" cy="930782"/>
          </a:xfrm>
        </p:grpSpPr>
        <p:sp>
          <p:nvSpPr>
            <p:cNvPr id="131" name="Folyamatábra: Egyesítés 130">
              <a:extLst>
                <a:ext uri="{FF2B5EF4-FFF2-40B4-BE49-F238E27FC236}">
                  <a16:creationId xmlns:a16="http://schemas.microsoft.com/office/drawing/2014/main" id="{ACA6BE71-1A6F-434D-9B26-00312CC372A0}"/>
                </a:ext>
              </a:extLst>
            </p:cNvPr>
            <p:cNvSpPr/>
            <p:nvPr/>
          </p:nvSpPr>
          <p:spPr>
            <a:xfrm rot="17451705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Folyamatábra: Egyesítés 131">
              <a:extLst>
                <a:ext uri="{FF2B5EF4-FFF2-40B4-BE49-F238E27FC236}">
                  <a16:creationId xmlns:a16="http://schemas.microsoft.com/office/drawing/2014/main" id="{B3AAA901-20EB-4091-824C-303BADC0D454}"/>
                </a:ext>
              </a:extLst>
            </p:cNvPr>
            <p:cNvSpPr/>
            <p:nvPr/>
          </p:nvSpPr>
          <p:spPr>
            <a:xfrm rot="18191528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Folyamatábra: Egyesítés 132">
              <a:extLst>
                <a:ext uri="{FF2B5EF4-FFF2-40B4-BE49-F238E27FC236}">
                  <a16:creationId xmlns:a16="http://schemas.microsoft.com/office/drawing/2014/main" id="{F084462F-6C1C-4AF2-8456-F9EA1D437274}"/>
                </a:ext>
              </a:extLst>
            </p:cNvPr>
            <p:cNvSpPr/>
            <p:nvPr/>
          </p:nvSpPr>
          <p:spPr>
            <a:xfrm rot="19309322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Folyamatábra: Egyesítés 133">
              <a:extLst>
                <a:ext uri="{FF2B5EF4-FFF2-40B4-BE49-F238E27FC236}">
                  <a16:creationId xmlns:a16="http://schemas.microsoft.com/office/drawing/2014/main" id="{2FE8B2DC-82F5-4BDA-A463-F75DF053992A}"/>
                </a:ext>
              </a:extLst>
            </p:cNvPr>
            <p:cNvSpPr/>
            <p:nvPr/>
          </p:nvSpPr>
          <p:spPr>
            <a:xfrm rot="20303405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Folyamatábra: Egyesítés 134">
              <a:extLst>
                <a:ext uri="{FF2B5EF4-FFF2-40B4-BE49-F238E27FC236}">
                  <a16:creationId xmlns:a16="http://schemas.microsoft.com/office/drawing/2014/main" id="{FFFCABC1-4BA3-40C5-8C4E-DB1A30BEEFBB}"/>
                </a:ext>
              </a:extLst>
            </p:cNvPr>
            <p:cNvSpPr/>
            <p:nvPr/>
          </p:nvSpPr>
          <p:spPr>
            <a:xfrm rot="16037068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Folyamatábra: Egyesítés 135">
              <a:extLst>
                <a:ext uri="{FF2B5EF4-FFF2-40B4-BE49-F238E27FC236}">
                  <a16:creationId xmlns:a16="http://schemas.microsoft.com/office/drawing/2014/main" id="{0168480E-EE71-4AB3-84E5-29DCF50E183A}"/>
                </a:ext>
              </a:extLst>
            </p:cNvPr>
            <p:cNvSpPr/>
            <p:nvPr/>
          </p:nvSpPr>
          <p:spPr>
            <a:xfrm rot="16037068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Folyamatábra: Egyesítés 136">
              <a:extLst>
                <a:ext uri="{FF2B5EF4-FFF2-40B4-BE49-F238E27FC236}">
                  <a16:creationId xmlns:a16="http://schemas.microsoft.com/office/drawing/2014/main" id="{180B18C8-C449-46EA-9F05-CE9ACE2D4F67}"/>
                </a:ext>
              </a:extLst>
            </p:cNvPr>
            <p:cNvSpPr/>
            <p:nvPr/>
          </p:nvSpPr>
          <p:spPr>
            <a:xfrm rot="16037068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Folyamatábra: Egyesítés 137">
              <a:extLst>
                <a:ext uri="{FF2B5EF4-FFF2-40B4-BE49-F238E27FC236}">
                  <a16:creationId xmlns:a16="http://schemas.microsoft.com/office/drawing/2014/main" id="{DA238C01-7260-4C5D-9C83-F127EED519CA}"/>
                </a:ext>
              </a:extLst>
            </p:cNvPr>
            <p:cNvSpPr/>
            <p:nvPr/>
          </p:nvSpPr>
          <p:spPr>
            <a:xfrm rot="17933830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9" name="Folyamatábra: Egyesítés 138">
              <a:extLst>
                <a:ext uri="{FF2B5EF4-FFF2-40B4-BE49-F238E27FC236}">
                  <a16:creationId xmlns:a16="http://schemas.microsoft.com/office/drawing/2014/main" id="{B8F0471C-AE3B-4797-904D-D15FADA93B4A}"/>
                </a:ext>
              </a:extLst>
            </p:cNvPr>
            <p:cNvSpPr/>
            <p:nvPr/>
          </p:nvSpPr>
          <p:spPr>
            <a:xfrm rot="16447224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0" name="Folyamatábra: Egyesítés 139">
              <a:extLst>
                <a:ext uri="{FF2B5EF4-FFF2-40B4-BE49-F238E27FC236}">
                  <a16:creationId xmlns:a16="http://schemas.microsoft.com/office/drawing/2014/main" id="{EEA4DCAD-9EDA-47A1-BBD6-03FBE90F5778}"/>
                </a:ext>
              </a:extLst>
            </p:cNvPr>
            <p:cNvSpPr/>
            <p:nvPr/>
          </p:nvSpPr>
          <p:spPr>
            <a:xfrm rot="16447224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Folyamatábra: Egyesítés 140">
              <a:extLst>
                <a:ext uri="{FF2B5EF4-FFF2-40B4-BE49-F238E27FC236}">
                  <a16:creationId xmlns:a16="http://schemas.microsoft.com/office/drawing/2014/main" id="{D64A8404-C34D-4AA0-9227-99A4DE010C5D}"/>
                </a:ext>
              </a:extLst>
            </p:cNvPr>
            <p:cNvSpPr/>
            <p:nvPr/>
          </p:nvSpPr>
          <p:spPr>
            <a:xfrm rot="16447224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Folyamatábra: Egyesítés 141">
              <a:extLst>
                <a:ext uri="{FF2B5EF4-FFF2-40B4-BE49-F238E27FC236}">
                  <a16:creationId xmlns:a16="http://schemas.microsoft.com/office/drawing/2014/main" id="{166A874D-F46E-4234-B92A-63390D8FA25C}"/>
                </a:ext>
              </a:extLst>
            </p:cNvPr>
            <p:cNvSpPr/>
            <p:nvPr/>
          </p:nvSpPr>
          <p:spPr>
            <a:xfrm rot="18142578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3" name="Folyamatábra: Egyesítés 142">
              <a:extLst>
                <a:ext uri="{FF2B5EF4-FFF2-40B4-BE49-F238E27FC236}">
                  <a16:creationId xmlns:a16="http://schemas.microsoft.com/office/drawing/2014/main" id="{549EBBD1-DC95-4541-A2B2-975FEBFF6057}"/>
                </a:ext>
              </a:extLst>
            </p:cNvPr>
            <p:cNvSpPr/>
            <p:nvPr/>
          </p:nvSpPr>
          <p:spPr>
            <a:xfrm rot="17294608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2704775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Csoportba foglalás 156">
            <a:extLst>
              <a:ext uri="{FF2B5EF4-FFF2-40B4-BE49-F238E27FC236}">
                <a16:creationId xmlns:a16="http://schemas.microsoft.com/office/drawing/2014/main" id="{150004AC-2C21-430C-A785-23487D4F4080}"/>
              </a:ext>
            </a:extLst>
          </p:cNvPr>
          <p:cNvGrpSpPr/>
          <p:nvPr/>
        </p:nvGrpSpPr>
        <p:grpSpPr>
          <a:xfrm>
            <a:off x="-1888393" y="5256529"/>
            <a:ext cx="2225019" cy="1474687"/>
            <a:chOff x="-1940302" y="5316774"/>
            <a:chExt cx="2225019" cy="1474687"/>
          </a:xfrm>
        </p:grpSpPr>
        <p:sp>
          <p:nvSpPr>
            <p:cNvPr id="154" name="Téglalap 153">
              <a:extLst>
                <a:ext uri="{FF2B5EF4-FFF2-40B4-BE49-F238E27FC236}">
                  <a16:creationId xmlns:a16="http://schemas.microsoft.com/office/drawing/2014/main" id="{8B1418CD-9089-4775-9050-5D7A2398D72F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" name="Folyamatábra: Kézi művelet 4">
              <a:extLst>
                <a:ext uri="{FF2B5EF4-FFF2-40B4-BE49-F238E27FC236}">
                  <a16:creationId xmlns:a16="http://schemas.microsoft.com/office/drawing/2014/main" id="{9CA1BDD0-CDFA-4988-8E30-CF3B9A08E09C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5" name="Háromszög 154">
              <a:extLst>
                <a:ext uri="{FF2B5EF4-FFF2-40B4-BE49-F238E27FC236}">
                  <a16:creationId xmlns:a16="http://schemas.microsoft.com/office/drawing/2014/main" id="{9C543452-90DE-4DC7-BE72-CA5B386F907B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56" name="Picture 2" descr="Forráskép megtekintése">
              <a:extLst>
                <a:ext uri="{FF2B5EF4-FFF2-40B4-BE49-F238E27FC236}">
                  <a16:creationId xmlns:a16="http://schemas.microsoft.com/office/drawing/2014/main" id="{212514CB-9171-40B8-A203-D1E4DC5ED2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8ACB62C9-3C3B-2508-0741-B1C18AC621A8}"/>
              </a:ext>
            </a:extLst>
          </p:cNvPr>
          <p:cNvSpPr/>
          <p:nvPr/>
        </p:nvSpPr>
        <p:spPr>
          <a:xfrm rot="19577717">
            <a:off x="4513485" y="198333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7E1CB44B-523F-FC06-8CCE-4B36CD75D239}"/>
              </a:ext>
            </a:extLst>
          </p:cNvPr>
          <p:cNvSpPr/>
          <p:nvPr/>
        </p:nvSpPr>
        <p:spPr>
          <a:xfrm rot="19577717">
            <a:off x="4751582" y="26694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4097056B-5E8D-61E2-A07B-18EA5B65AFFE}"/>
              </a:ext>
            </a:extLst>
          </p:cNvPr>
          <p:cNvSpPr/>
          <p:nvPr/>
        </p:nvSpPr>
        <p:spPr>
          <a:xfrm rot="19577717">
            <a:off x="6504642" y="24785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6" name="Csoportba foglalás 5">
            <a:extLst>
              <a:ext uri="{FF2B5EF4-FFF2-40B4-BE49-F238E27FC236}">
                <a16:creationId xmlns:a16="http://schemas.microsoft.com/office/drawing/2014/main" id="{4EF9112E-AECE-F89B-9E5F-ACEF205B4E2A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47761005-71B5-F77E-DBF9-63B11B22E756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1" name="Ellipszis 10">
                <a:extLst>
                  <a:ext uri="{FF2B5EF4-FFF2-40B4-BE49-F238E27FC236}">
                    <a16:creationId xmlns:a16="http://schemas.microsoft.com/office/drawing/2014/main" id="{D7DC0D0C-0C23-6801-DDCA-444F735D7F8C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896B4BED-569F-128A-F0FE-3EB7287A63BD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8E624C5A-D57E-3213-A081-C9523B5094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3D447421-CB1C-CE1C-0DB0-08CFFC1BE90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C4D5FC1D-8449-6BE4-4B47-904364606C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7E70464E-3558-163A-2DAE-C172F0B078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0B75A18F-5C26-2CB1-B852-6219CC1E59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04A64C0E-C263-629D-139B-82D7B76A70CC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0" name="Egyenes összekötő 9">
              <a:extLst>
                <a:ext uri="{FF2B5EF4-FFF2-40B4-BE49-F238E27FC236}">
                  <a16:creationId xmlns:a16="http://schemas.microsoft.com/office/drawing/2014/main" id="{6FBD3415-E97D-1545-D29F-507B951858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7" name="Téglalap 16">
            <a:extLst>
              <a:ext uri="{FF2B5EF4-FFF2-40B4-BE49-F238E27FC236}">
                <a16:creationId xmlns:a16="http://schemas.microsoft.com/office/drawing/2014/main" id="{ABF7F745-5EF3-2907-AC57-5CC9CF265023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FB074A14-5C79-BF58-2698-65D6E1EFBA2F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9" name="Csoportba foglalás 18">
              <a:extLst>
                <a:ext uri="{FF2B5EF4-FFF2-40B4-BE49-F238E27FC236}">
                  <a16:creationId xmlns:a16="http://schemas.microsoft.com/office/drawing/2014/main" id="{5DA444B7-659C-F4E2-1A20-4F8597F05F85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2" name="Henger 21">
                <a:extLst>
                  <a:ext uri="{FF2B5EF4-FFF2-40B4-BE49-F238E27FC236}">
                    <a16:creationId xmlns:a16="http://schemas.microsoft.com/office/drawing/2014/main" id="{A5EAEC4E-1C8B-A1C9-85DE-C0F85420A26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" name="Ellipszis 22">
                <a:extLst>
                  <a:ext uri="{FF2B5EF4-FFF2-40B4-BE49-F238E27FC236}">
                    <a16:creationId xmlns:a16="http://schemas.microsoft.com/office/drawing/2014/main" id="{6472E2C5-DDDE-08E4-D2BD-0D20BA03DB41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4" name="Téglalap 23">
                <a:extLst>
                  <a:ext uri="{FF2B5EF4-FFF2-40B4-BE49-F238E27FC236}">
                    <a16:creationId xmlns:a16="http://schemas.microsoft.com/office/drawing/2014/main" id="{3D2EBA77-15F4-3E51-3ED0-AB3A0E459C78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5" name="Ellipszis 24">
                <a:extLst>
                  <a:ext uri="{FF2B5EF4-FFF2-40B4-BE49-F238E27FC236}">
                    <a16:creationId xmlns:a16="http://schemas.microsoft.com/office/drawing/2014/main" id="{792ACBB3-54DF-7109-4CA4-C4F976044EBD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76873232-4409-BA0B-4B8D-969D594842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" name="Egyenes összekötő 26">
                <a:extLst>
                  <a:ext uri="{FF2B5EF4-FFF2-40B4-BE49-F238E27FC236}">
                    <a16:creationId xmlns:a16="http://schemas.microsoft.com/office/drawing/2014/main" id="{A22577EC-BA46-87B2-0D42-D2A267FA303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EF892677-1B7A-139F-1321-6C966E034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2726DDCB-F27B-91F9-DFAF-71C9AF0B1E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0" name="Ellipszis 29">
                <a:extLst>
                  <a:ext uri="{FF2B5EF4-FFF2-40B4-BE49-F238E27FC236}">
                    <a16:creationId xmlns:a16="http://schemas.microsoft.com/office/drawing/2014/main" id="{1B4F7BD3-7F3B-6E90-B9BA-447F0066A284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0" name="Egyenes összekötő 19">
              <a:extLst>
                <a:ext uri="{FF2B5EF4-FFF2-40B4-BE49-F238E27FC236}">
                  <a16:creationId xmlns:a16="http://schemas.microsoft.com/office/drawing/2014/main" id="{70545E67-7737-B1B7-C83D-84D63B5CE2B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1" name="Egyenes összekötő 20">
              <a:extLst>
                <a:ext uri="{FF2B5EF4-FFF2-40B4-BE49-F238E27FC236}">
                  <a16:creationId xmlns:a16="http://schemas.microsoft.com/office/drawing/2014/main" id="{D08480A9-CF52-48E7-458C-8AE6F630030D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31" name="Csoportba foglalás 30">
            <a:extLst>
              <a:ext uri="{FF2B5EF4-FFF2-40B4-BE49-F238E27FC236}">
                <a16:creationId xmlns:a16="http://schemas.microsoft.com/office/drawing/2014/main" id="{B1C637C7-76E8-8A39-3E9C-2D97B07D8E74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95010C99-F6BF-7EC3-66C9-C2B5A60FE6B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4" name="Csoportba foglalás 73">
                <a:extLst>
                  <a:ext uri="{FF2B5EF4-FFF2-40B4-BE49-F238E27FC236}">
                    <a16:creationId xmlns:a16="http://schemas.microsoft.com/office/drawing/2014/main" id="{111ABA67-321B-0AA0-7B0C-08BD2B105F81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AA46FD8C-73CE-A68D-8CD1-3A3865B1CF9F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5946749A-1698-48F1-D184-83642AA42383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15">
                  <a:extLst>
                    <a:ext uri="{FF2B5EF4-FFF2-40B4-BE49-F238E27FC236}">
                      <a16:creationId xmlns:a16="http://schemas.microsoft.com/office/drawing/2014/main" id="{495E809C-C474-F929-3AAD-0BA22C52AA95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0" name="Folyamatábra: Tárolt adat 17">
                  <a:extLst>
                    <a:ext uri="{FF2B5EF4-FFF2-40B4-BE49-F238E27FC236}">
                      <a16:creationId xmlns:a16="http://schemas.microsoft.com/office/drawing/2014/main" id="{9C4B9C2F-CEE8-9E07-A8E2-A218120E48A1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Derékszögű háromszög 80">
                  <a:extLst>
                    <a:ext uri="{FF2B5EF4-FFF2-40B4-BE49-F238E27FC236}">
                      <a16:creationId xmlns:a16="http://schemas.microsoft.com/office/drawing/2014/main" id="{0F01A730-3611-A949-CBB9-84356254B3E2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Romboid 81">
                  <a:extLst>
                    <a:ext uri="{FF2B5EF4-FFF2-40B4-BE49-F238E27FC236}">
                      <a16:creationId xmlns:a16="http://schemas.microsoft.com/office/drawing/2014/main" id="{0421A35B-365B-5530-54DA-03C53296BECF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 82">
                  <a:extLst>
                    <a:ext uri="{FF2B5EF4-FFF2-40B4-BE49-F238E27FC236}">
                      <a16:creationId xmlns:a16="http://schemas.microsoft.com/office/drawing/2014/main" id="{76DC8E3F-01D7-C356-B73A-A9FACD009CEA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1FEC1A33-CDFA-CBCB-4780-ED58A5F72427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F5AB54D2-606C-4A3C-5FEC-CBFB0D56630A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8AED7751-19F6-480D-F0B3-D2593AA96660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Téglalap: lekerekített 86">
                  <a:extLst>
                    <a:ext uri="{FF2B5EF4-FFF2-40B4-BE49-F238E27FC236}">
                      <a16:creationId xmlns:a16="http://schemas.microsoft.com/office/drawing/2014/main" id="{809146AD-7555-4C24-96B5-95806F04FB6E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Téglalap: lekerekített 87">
                  <a:extLst>
                    <a:ext uri="{FF2B5EF4-FFF2-40B4-BE49-F238E27FC236}">
                      <a16:creationId xmlns:a16="http://schemas.microsoft.com/office/drawing/2014/main" id="{A36082D6-E8AC-6700-B357-F8021BC5DAA4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9" name="Téglalap: lekerekített 88">
                  <a:extLst>
                    <a:ext uri="{FF2B5EF4-FFF2-40B4-BE49-F238E27FC236}">
                      <a16:creationId xmlns:a16="http://schemas.microsoft.com/office/drawing/2014/main" id="{5A1398D8-1A27-E6FC-A117-D1ECB31B6875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5" name="Picture 2" descr="Forráskép megtekintése">
                <a:extLst>
                  <a:ext uri="{FF2B5EF4-FFF2-40B4-BE49-F238E27FC236}">
                    <a16:creationId xmlns:a16="http://schemas.microsoft.com/office/drawing/2014/main" id="{A2ADAB85-97E8-2757-BDD8-375356A54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6" name="Picture 6" descr="Forráskép megtekintése">
                <a:extLst>
                  <a:ext uri="{FF2B5EF4-FFF2-40B4-BE49-F238E27FC236}">
                    <a16:creationId xmlns:a16="http://schemas.microsoft.com/office/drawing/2014/main" id="{445885E9-6338-82E6-999D-26CE6AF64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802DA1FA-0727-E1F0-8543-52936AD94B1D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62" name="Csoportba foglalás 61">
                <a:extLst>
                  <a:ext uri="{FF2B5EF4-FFF2-40B4-BE49-F238E27FC236}">
                    <a16:creationId xmlns:a16="http://schemas.microsoft.com/office/drawing/2014/main" id="{1C6E0261-9E89-ADBB-2A6B-C9D6539CD379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5" name="Henger 64">
                  <a:extLst>
                    <a:ext uri="{FF2B5EF4-FFF2-40B4-BE49-F238E27FC236}">
                      <a16:creationId xmlns:a16="http://schemas.microsoft.com/office/drawing/2014/main" id="{B9ABD81B-FF17-8750-1E3E-93841FB12A6C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6" name="Ellipszis 65">
                  <a:extLst>
                    <a:ext uri="{FF2B5EF4-FFF2-40B4-BE49-F238E27FC236}">
                      <a16:creationId xmlns:a16="http://schemas.microsoft.com/office/drawing/2014/main" id="{27D317B6-249C-3385-98B5-A12CD996DEC1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Téglalap 66">
                  <a:extLst>
                    <a:ext uri="{FF2B5EF4-FFF2-40B4-BE49-F238E27FC236}">
                      <a16:creationId xmlns:a16="http://schemas.microsoft.com/office/drawing/2014/main" id="{A82837A8-B1DA-8AA5-D3AD-626B878F5042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8" name="Ellipszis 67">
                  <a:extLst>
                    <a:ext uri="{FF2B5EF4-FFF2-40B4-BE49-F238E27FC236}">
                      <a16:creationId xmlns:a16="http://schemas.microsoft.com/office/drawing/2014/main" id="{FE66109D-C002-0EB7-4C36-A8E2F2587DD6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67092BE3-8343-FFDF-8DF4-8DA8B58760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FE7A3D59-1EC8-E78E-726F-A96037FB9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2D24B2F9-5417-1BFB-0A6A-1DB7E23D65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Egyenes összekötő 71">
                  <a:extLst>
                    <a:ext uri="{FF2B5EF4-FFF2-40B4-BE49-F238E27FC236}">
                      <a16:creationId xmlns:a16="http://schemas.microsoft.com/office/drawing/2014/main" id="{8FDC349A-D64C-D907-963B-8730B27C57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4F5A15F0-8BB6-0CC7-A31B-585A5DB49456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D71D33F1-C8F3-F34F-11B7-9DCC688C4E9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4" name="Egyenes összekötő 63">
                <a:extLst>
                  <a:ext uri="{FF2B5EF4-FFF2-40B4-BE49-F238E27FC236}">
                    <a16:creationId xmlns:a16="http://schemas.microsoft.com/office/drawing/2014/main" id="{67FF42D5-5517-E9FA-C1C7-144203E27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4" name="Csoportba foglalás 33">
              <a:extLst>
                <a:ext uri="{FF2B5EF4-FFF2-40B4-BE49-F238E27FC236}">
                  <a16:creationId xmlns:a16="http://schemas.microsoft.com/office/drawing/2014/main" id="{0B2788DF-84FB-451E-F26E-29F6D4BCD612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52" name="Henger 51">
                <a:extLst>
                  <a:ext uri="{FF2B5EF4-FFF2-40B4-BE49-F238E27FC236}">
                    <a16:creationId xmlns:a16="http://schemas.microsoft.com/office/drawing/2014/main" id="{820F29B5-657B-A92A-795D-1B4DB5A1369A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3" name="Csoportba foglalás 52">
                <a:extLst>
                  <a:ext uri="{FF2B5EF4-FFF2-40B4-BE49-F238E27FC236}">
                    <a16:creationId xmlns:a16="http://schemas.microsoft.com/office/drawing/2014/main" id="{BBE1B894-5C08-8CD7-E4DC-77A30BFB6F51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5" name="Ellipszis 54">
                  <a:extLst>
                    <a:ext uri="{FF2B5EF4-FFF2-40B4-BE49-F238E27FC236}">
                      <a16:creationId xmlns:a16="http://schemas.microsoft.com/office/drawing/2014/main" id="{F9A12758-16C5-8BD3-90DB-51EE1AED8008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6" name="Ellipszis 55">
                  <a:extLst>
                    <a:ext uri="{FF2B5EF4-FFF2-40B4-BE49-F238E27FC236}">
                      <a16:creationId xmlns:a16="http://schemas.microsoft.com/office/drawing/2014/main" id="{FF5B4411-A6FA-A7D1-B74C-7548720A7F4F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8B7EDE4A-A0D1-7DF0-5005-1CEC12290F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29DA960E-18EC-87DC-8990-E0006218D3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Egyenes összekötő 58">
                  <a:extLst>
                    <a:ext uri="{FF2B5EF4-FFF2-40B4-BE49-F238E27FC236}">
                      <a16:creationId xmlns:a16="http://schemas.microsoft.com/office/drawing/2014/main" id="{0817EF17-506B-4CF0-2CFF-6421472309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Egyenes összekötő 59">
                  <a:extLst>
                    <a:ext uri="{FF2B5EF4-FFF2-40B4-BE49-F238E27FC236}">
                      <a16:creationId xmlns:a16="http://schemas.microsoft.com/office/drawing/2014/main" id="{91D686D1-0EA7-2C8B-B4F8-FCFE37016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1" name="Ellipszis 60">
                  <a:extLst>
                    <a:ext uri="{FF2B5EF4-FFF2-40B4-BE49-F238E27FC236}">
                      <a16:creationId xmlns:a16="http://schemas.microsoft.com/office/drawing/2014/main" id="{C104CFFE-9A52-A9AE-8573-71ABF79D4EE2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4" name="Téglalap 53">
                <a:extLst>
                  <a:ext uri="{FF2B5EF4-FFF2-40B4-BE49-F238E27FC236}">
                    <a16:creationId xmlns:a16="http://schemas.microsoft.com/office/drawing/2014/main" id="{6D453C3E-BA88-B28A-CA98-0B04F1E9D6B6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5" name="Csoportba foglalás 34">
              <a:extLst>
                <a:ext uri="{FF2B5EF4-FFF2-40B4-BE49-F238E27FC236}">
                  <a16:creationId xmlns:a16="http://schemas.microsoft.com/office/drawing/2014/main" id="{91893D7E-1985-CC9D-D316-61240FBCFA57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6" name="Csoportba foglalás 35">
                <a:extLst>
                  <a:ext uri="{FF2B5EF4-FFF2-40B4-BE49-F238E27FC236}">
                    <a16:creationId xmlns:a16="http://schemas.microsoft.com/office/drawing/2014/main" id="{009242F6-72ED-B95B-2133-B5DB542E38A6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4" name="Henger 43">
                  <a:extLst>
                    <a:ext uri="{FF2B5EF4-FFF2-40B4-BE49-F238E27FC236}">
                      <a16:creationId xmlns:a16="http://schemas.microsoft.com/office/drawing/2014/main" id="{75441E53-569D-CCF1-D0F9-0F0242B307DF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5" name="Ellipszis 44">
                  <a:extLst>
                    <a:ext uri="{FF2B5EF4-FFF2-40B4-BE49-F238E27FC236}">
                      <a16:creationId xmlns:a16="http://schemas.microsoft.com/office/drawing/2014/main" id="{613B91CA-4555-6F77-9E7F-9C05BFE7F666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6939D93E-30A7-52D2-DBE8-C21E99AC07D5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7" name="Picture 2" descr="Forráskép megtekintése">
                  <a:extLst>
                    <a:ext uri="{FF2B5EF4-FFF2-40B4-BE49-F238E27FC236}">
                      <a16:creationId xmlns:a16="http://schemas.microsoft.com/office/drawing/2014/main" id="{1891232D-4F72-F1EC-4749-8F668B2B914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8" name="Téglalap 47">
                  <a:extLst>
                    <a:ext uri="{FF2B5EF4-FFF2-40B4-BE49-F238E27FC236}">
                      <a16:creationId xmlns:a16="http://schemas.microsoft.com/office/drawing/2014/main" id="{170466DB-B39E-930F-EA7F-47EE3EEA5A14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9" name="Csillag: 4 ágú 48">
                  <a:extLst>
                    <a:ext uri="{FF2B5EF4-FFF2-40B4-BE49-F238E27FC236}">
                      <a16:creationId xmlns:a16="http://schemas.microsoft.com/office/drawing/2014/main" id="{7F96C5ED-0375-C708-0941-6664FFB396F3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Szabadkézi sokszög: alakzat 49">
                  <a:extLst>
                    <a:ext uri="{FF2B5EF4-FFF2-40B4-BE49-F238E27FC236}">
                      <a16:creationId xmlns:a16="http://schemas.microsoft.com/office/drawing/2014/main" id="{DE2A09E5-087F-1DC1-A9ED-134EA189A809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96345B56-4E09-5524-64FA-13E490DE1264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C33068B7-AFB7-FAA3-BE98-68376CDC2C01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7B645F33-8356-BE8D-09D2-C9A92E2ADE7B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CF38F5EF-6C1A-2616-F807-1D884C2012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0" name="Ellipszis 39">
                <a:extLst>
                  <a:ext uri="{FF2B5EF4-FFF2-40B4-BE49-F238E27FC236}">
                    <a16:creationId xmlns:a16="http://schemas.microsoft.com/office/drawing/2014/main" id="{CD47FECD-AA1D-C2A4-020C-DCC242E0E15B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Ellipszis 40">
                <a:extLst>
                  <a:ext uri="{FF2B5EF4-FFF2-40B4-BE49-F238E27FC236}">
                    <a16:creationId xmlns:a16="http://schemas.microsoft.com/office/drawing/2014/main" id="{20065387-D089-699A-0C61-F398B4ECC0F5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42" name="Kép 41">
                <a:extLst>
                  <a:ext uri="{FF2B5EF4-FFF2-40B4-BE49-F238E27FC236}">
                    <a16:creationId xmlns:a16="http://schemas.microsoft.com/office/drawing/2014/main" id="{84B17513-635A-B9DA-48F7-6998FC3B0D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3" name="Egyenes összekötő 42">
                <a:extLst>
                  <a:ext uri="{FF2B5EF4-FFF2-40B4-BE49-F238E27FC236}">
                    <a16:creationId xmlns:a16="http://schemas.microsoft.com/office/drawing/2014/main" id="{1726DEC9-EB5B-30C5-E8CC-0319793792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90" name="Könnycsepp 89">
            <a:extLst>
              <a:ext uri="{FF2B5EF4-FFF2-40B4-BE49-F238E27FC236}">
                <a16:creationId xmlns:a16="http://schemas.microsoft.com/office/drawing/2014/main" id="{494A55A0-9E02-BA5D-3DF4-634F383A5B5D}"/>
              </a:ext>
            </a:extLst>
          </p:cNvPr>
          <p:cNvSpPr/>
          <p:nvPr/>
        </p:nvSpPr>
        <p:spPr>
          <a:xfrm rot="19577717">
            <a:off x="752880" y="11718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6DB6A719-1B93-7473-0B12-5A6120362F92}"/>
              </a:ext>
            </a:extLst>
          </p:cNvPr>
          <p:cNvSpPr/>
          <p:nvPr/>
        </p:nvSpPr>
        <p:spPr>
          <a:xfrm rot="19577717">
            <a:off x="1505077" y="10649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0D10B5CA-93F3-F62B-C015-69C7BF9C0609}"/>
              </a:ext>
            </a:extLst>
          </p:cNvPr>
          <p:cNvSpPr/>
          <p:nvPr/>
        </p:nvSpPr>
        <p:spPr>
          <a:xfrm rot="19577717">
            <a:off x="1327152" y="33802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2CDEAACE-D36B-B754-4249-081E316BF158}"/>
              </a:ext>
            </a:extLst>
          </p:cNvPr>
          <p:cNvSpPr/>
          <p:nvPr/>
        </p:nvSpPr>
        <p:spPr>
          <a:xfrm rot="19577717">
            <a:off x="1252527" y="11867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139EFE4B-E2CD-BCAC-9251-9AD142C2F53A}"/>
              </a:ext>
            </a:extLst>
          </p:cNvPr>
          <p:cNvSpPr/>
          <p:nvPr/>
        </p:nvSpPr>
        <p:spPr>
          <a:xfrm rot="19577717">
            <a:off x="1472375" y="17556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3604A72B-0687-39C3-DEC3-365A3B7A851B}"/>
              </a:ext>
            </a:extLst>
          </p:cNvPr>
          <p:cNvSpPr/>
          <p:nvPr/>
        </p:nvSpPr>
        <p:spPr>
          <a:xfrm rot="19577717">
            <a:off x="651990" y="41358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83749546-578C-1F42-C2E3-5A2243F3024D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DC2EB111-6CD6-AD0A-7E58-5DD787E68518}"/>
              </a:ext>
            </a:extLst>
          </p:cNvPr>
          <p:cNvSpPr/>
          <p:nvPr/>
        </p:nvSpPr>
        <p:spPr>
          <a:xfrm rot="19577717">
            <a:off x="640855" y="29123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032DCA75-86F2-0980-0FB9-4B769CFDABE4}"/>
              </a:ext>
            </a:extLst>
          </p:cNvPr>
          <p:cNvSpPr/>
          <p:nvPr/>
        </p:nvSpPr>
        <p:spPr>
          <a:xfrm rot="18333733">
            <a:off x="1940583" y="47522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BFE9C0F9-6AAB-882B-1953-D85CF4BBFBD0}"/>
              </a:ext>
            </a:extLst>
          </p:cNvPr>
          <p:cNvSpPr/>
          <p:nvPr/>
        </p:nvSpPr>
        <p:spPr>
          <a:xfrm rot="19577717">
            <a:off x="696093" y="19578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Könnycsepp 99">
            <a:extLst>
              <a:ext uri="{FF2B5EF4-FFF2-40B4-BE49-F238E27FC236}">
                <a16:creationId xmlns:a16="http://schemas.microsoft.com/office/drawing/2014/main" id="{A98322E1-5A2F-652B-D70C-20DF1EE11A94}"/>
              </a:ext>
            </a:extLst>
          </p:cNvPr>
          <p:cNvSpPr/>
          <p:nvPr/>
        </p:nvSpPr>
        <p:spPr>
          <a:xfrm rot="19577717">
            <a:off x="2000198" y="35606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Felhő 100">
            <a:extLst>
              <a:ext uri="{FF2B5EF4-FFF2-40B4-BE49-F238E27FC236}">
                <a16:creationId xmlns:a16="http://schemas.microsoft.com/office/drawing/2014/main" id="{D356155B-3B52-916E-D779-81E2EFBAC390}"/>
              </a:ext>
            </a:extLst>
          </p:cNvPr>
          <p:cNvSpPr/>
          <p:nvPr/>
        </p:nvSpPr>
        <p:spPr>
          <a:xfrm>
            <a:off x="689940" y="24844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7D08C039-A26F-7AB0-0CB5-A173C7B1BBC5}"/>
              </a:ext>
            </a:extLst>
          </p:cNvPr>
          <p:cNvSpPr/>
          <p:nvPr/>
        </p:nvSpPr>
        <p:spPr>
          <a:xfrm rot="19577717">
            <a:off x="662880" y="16586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538FCC41-9D85-9528-AE67-1D6AE5593FBB}"/>
              </a:ext>
            </a:extLst>
          </p:cNvPr>
          <p:cNvSpPr/>
          <p:nvPr/>
        </p:nvSpPr>
        <p:spPr>
          <a:xfrm rot="19577717">
            <a:off x="1212143" y="14589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BB25F4EA-5AC1-80CF-1B05-35871EFE98B3}"/>
              </a:ext>
            </a:extLst>
          </p:cNvPr>
          <p:cNvSpPr/>
          <p:nvPr/>
        </p:nvSpPr>
        <p:spPr>
          <a:xfrm rot="19577717">
            <a:off x="1302442" y="19637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59380F6D-7683-9D64-2225-846400D3B443}"/>
              </a:ext>
            </a:extLst>
          </p:cNvPr>
          <p:cNvSpPr/>
          <p:nvPr/>
        </p:nvSpPr>
        <p:spPr>
          <a:xfrm rot="19577717">
            <a:off x="2539251" y="11114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7AEE323F-8686-038A-CA3C-A0D019C109B8}"/>
              </a:ext>
            </a:extLst>
          </p:cNvPr>
          <p:cNvSpPr/>
          <p:nvPr/>
        </p:nvSpPr>
        <p:spPr>
          <a:xfrm rot="19577717">
            <a:off x="3232319" y="13064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8111CA2E-30E1-F620-D7D7-D2C6BCDFE25A}"/>
              </a:ext>
            </a:extLst>
          </p:cNvPr>
          <p:cNvSpPr/>
          <p:nvPr/>
        </p:nvSpPr>
        <p:spPr>
          <a:xfrm rot="19577717">
            <a:off x="2876807" y="13631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6C023B3B-CBA2-BF58-E33E-596B1B5475F9}"/>
              </a:ext>
            </a:extLst>
          </p:cNvPr>
          <p:cNvSpPr/>
          <p:nvPr/>
        </p:nvSpPr>
        <p:spPr>
          <a:xfrm rot="19577717">
            <a:off x="2880668" y="17661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4AB5F1A0-32AB-BDA0-D78A-C686E05F3ADF}"/>
              </a:ext>
            </a:extLst>
          </p:cNvPr>
          <p:cNvSpPr/>
          <p:nvPr/>
        </p:nvSpPr>
        <p:spPr>
          <a:xfrm rot="19577717">
            <a:off x="2222354" y="15934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C9BF091A-5CA9-FDDC-DA12-ED8FB99C6379}"/>
              </a:ext>
            </a:extLst>
          </p:cNvPr>
          <p:cNvSpPr/>
          <p:nvPr/>
        </p:nvSpPr>
        <p:spPr>
          <a:xfrm rot="19577717">
            <a:off x="4783295" y="17055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19336288-64CE-FC85-FC47-B0E875A62500}"/>
              </a:ext>
            </a:extLst>
          </p:cNvPr>
          <p:cNvSpPr/>
          <p:nvPr/>
        </p:nvSpPr>
        <p:spPr>
          <a:xfrm rot="19577717">
            <a:off x="4312197" y="15481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2F1A76AE-67D0-8D95-E7DB-B9BB86C0E632}"/>
              </a:ext>
            </a:extLst>
          </p:cNvPr>
          <p:cNvSpPr/>
          <p:nvPr/>
        </p:nvSpPr>
        <p:spPr>
          <a:xfrm rot="19577717">
            <a:off x="3892927" y="24364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7CF9F403-DFF9-3002-4258-69E7F576784D}"/>
              </a:ext>
            </a:extLst>
          </p:cNvPr>
          <p:cNvSpPr/>
          <p:nvPr/>
        </p:nvSpPr>
        <p:spPr>
          <a:xfrm rot="19577717">
            <a:off x="1637232" y="20874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033669B1-299D-0129-4FE8-0F185378F040}"/>
              </a:ext>
            </a:extLst>
          </p:cNvPr>
          <p:cNvSpPr/>
          <p:nvPr/>
        </p:nvSpPr>
        <p:spPr>
          <a:xfrm rot="19577717">
            <a:off x="2598976" y="25775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2CE66445-57FB-F09D-2E08-7106AEDDF856}"/>
              </a:ext>
            </a:extLst>
          </p:cNvPr>
          <p:cNvSpPr/>
          <p:nvPr/>
        </p:nvSpPr>
        <p:spPr>
          <a:xfrm rot="19577717">
            <a:off x="2016538" y="256142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DF2B2391-118F-9405-EEE9-0859A10E7DA3}"/>
              </a:ext>
            </a:extLst>
          </p:cNvPr>
          <p:cNvSpPr/>
          <p:nvPr/>
        </p:nvSpPr>
        <p:spPr>
          <a:xfrm rot="19577717">
            <a:off x="1773588" y="40154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AB1910AA-098C-5DE7-7840-EBD51104BBB3}"/>
              </a:ext>
            </a:extLst>
          </p:cNvPr>
          <p:cNvSpPr/>
          <p:nvPr/>
        </p:nvSpPr>
        <p:spPr>
          <a:xfrm rot="2022283" flipH="1">
            <a:off x="2860775" y="450902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51044C44-164F-E145-3D4D-6F4B7EBFCC5F}"/>
              </a:ext>
            </a:extLst>
          </p:cNvPr>
          <p:cNvSpPr/>
          <p:nvPr/>
        </p:nvSpPr>
        <p:spPr>
          <a:xfrm rot="2022283" flipH="1">
            <a:off x="3759671" y="291932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A5D8BE31-97EE-8D86-980B-8DD7D40566C6}"/>
              </a:ext>
            </a:extLst>
          </p:cNvPr>
          <p:cNvSpPr/>
          <p:nvPr/>
        </p:nvSpPr>
        <p:spPr>
          <a:xfrm rot="2022283" flipH="1">
            <a:off x="3447448" y="356718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Könnycsepp 119">
            <a:extLst>
              <a:ext uri="{FF2B5EF4-FFF2-40B4-BE49-F238E27FC236}">
                <a16:creationId xmlns:a16="http://schemas.microsoft.com/office/drawing/2014/main" id="{654EAA6F-67C8-006F-4B55-BAF9CB0831DE}"/>
              </a:ext>
            </a:extLst>
          </p:cNvPr>
          <p:cNvSpPr/>
          <p:nvPr/>
        </p:nvSpPr>
        <p:spPr>
          <a:xfrm rot="2022283" flipH="1">
            <a:off x="3008507" y="344800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FA643651-82BE-EF26-EA48-F85E663FC05D}"/>
              </a:ext>
            </a:extLst>
          </p:cNvPr>
          <p:cNvSpPr/>
          <p:nvPr/>
        </p:nvSpPr>
        <p:spPr>
          <a:xfrm>
            <a:off x="3378925" y="283861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Felhő 121">
            <a:extLst>
              <a:ext uri="{FF2B5EF4-FFF2-40B4-BE49-F238E27FC236}">
                <a16:creationId xmlns:a16="http://schemas.microsoft.com/office/drawing/2014/main" id="{1757ECCA-FA02-624E-FA77-9D2C831D8A95}"/>
              </a:ext>
            </a:extLst>
          </p:cNvPr>
          <p:cNvSpPr/>
          <p:nvPr/>
        </p:nvSpPr>
        <p:spPr>
          <a:xfrm>
            <a:off x="5865110" y="343770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E60961DC-94C2-7173-30AF-DE86BA9DA863}"/>
              </a:ext>
            </a:extLst>
          </p:cNvPr>
          <p:cNvSpPr/>
          <p:nvPr/>
        </p:nvSpPr>
        <p:spPr>
          <a:xfrm rot="19577717">
            <a:off x="4736707" y="18706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E6A57231-8E29-2E82-D97B-4C5B844011EB}"/>
              </a:ext>
            </a:extLst>
          </p:cNvPr>
          <p:cNvSpPr/>
          <p:nvPr/>
        </p:nvSpPr>
        <p:spPr>
          <a:xfrm rot="19577717">
            <a:off x="6735349" y="18706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ABFFF037-677B-C1C7-11D4-83F05C5E3E75}"/>
              </a:ext>
            </a:extLst>
          </p:cNvPr>
          <p:cNvSpPr/>
          <p:nvPr/>
        </p:nvSpPr>
        <p:spPr>
          <a:xfrm rot="19577717">
            <a:off x="5817747" y="272221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9465FE99-5FA0-EE30-5F73-6A5CEC7102E0}"/>
              </a:ext>
            </a:extLst>
          </p:cNvPr>
          <p:cNvSpPr/>
          <p:nvPr/>
        </p:nvSpPr>
        <p:spPr>
          <a:xfrm rot="19577717">
            <a:off x="7592655" y="18336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63646263-B2D1-1D7B-2259-B5441C82A15F}"/>
              </a:ext>
            </a:extLst>
          </p:cNvPr>
          <p:cNvSpPr/>
          <p:nvPr/>
        </p:nvSpPr>
        <p:spPr>
          <a:xfrm rot="19577717">
            <a:off x="4698979" y="252802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51847A41-3EE5-0CDD-5F7D-9F285FF6FBE3}"/>
              </a:ext>
            </a:extLst>
          </p:cNvPr>
          <p:cNvSpPr/>
          <p:nvPr/>
        </p:nvSpPr>
        <p:spPr>
          <a:xfrm rot="19577717">
            <a:off x="7121822" y="22177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AEE9433F-5836-4682-B74D-0A70DB781C9A}"/>
              </a:ext>
            </a:extLst>
          </p:cNvPr>
          <p:cNvSpPr/>
          <p:nvPr/>
        </p:nvSpPr>
        <p:spPr>
          <a:xfrm rot="19577717">
            <a:off x="7162706" y="223491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AC1724F3-F397-4FC4-864B-7C79BF83E895}"/>
              </a:ext>
            </a:extLst>
          </p:cNvPr>
          <p:cNvSpPr/>
          <p:nvPr/>
        </p:nvSpPr>
        <p:spPr>
          <a:xfrm rot="19577717">
            <a:off x="7910200" y="232818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60081504-E442-49F4-8671-B0D2717EDA08}"/>
              </a:ext>
            </a:extLst>
          </p:cNvPr>
          <p:cNvSpPr/>
          <p:nvPr/>
        </p:nvSpPr>
        <p:spPr>
          <a:xfrm rot="19577717">
            <a:off x="7480251" y="27294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7810E8C9-215C-4D62-B5FB-228B3EFD54E4}"/>
              </a:ext>
            </a:extLst>
          </p:cNvPr>
          <p:cNvSpPr/>
          <p:nvPr/>
        </p:nvSpPr>
        <p:spPr>
          <a:xfrm rot="19577717">
            <a:off x="6277156" y="18201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BAD6584B-3DD9-44FB-AD6F-46E23F42C3C5}"/>
              </a:ext>
            </a:extLst>
          </p:cNvPr>
          <p:cNvSpPr/>
          <p:nvPr/>
        </p:nvSpPr>
        <p:spPr>
          <a:xfrm rot="19577717">
            <a:off x="7452007" y="227767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8D85283B-7CA6-425E-9275-2E88BC3C8AE4}"/>
              </a:ext>
            </a:extLst>
          </p:cNvPr>
          <p:cNvSpPr/>
          <p:nvPr/>
        </p:nvSpPr>
        <p:spPr>
          <a:xfrm rot="19577717">
            <a:off x="7022058" y="26788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46BF4584-93B2-4587-8BD0-90A731D0315F}"/>
              </a:ext>
            </a:extLst>
          </p:cNvPr>
          <p:cNvSpPr/>
          <p:nvPr/>
        </p:nvSpPr>
        <p:spPr>
          <a:xfrm rot="19577717">
            <a:off x="5512929" y="20838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3400FD4E-706A-4F18-B383-BEB6FE558F8A}"/>
              </a:ext>
            </a:extLst>
          </p:cNvPr>
          <p:cNvSpPr/>
          <p:nvPr/>
        </p:nvSpPr>
        <p:spPr>
          <a:xfrm rot="19577717">
            <a:off x="3206130" y="25454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C9BC9A0A-1D33-4657-83BB-59CA0B56F5ED}"/>
              </a:ext>
            </a:extLst>
          </p:cNvPr>
          <p:cNvSpPr/>
          <p:nvPr/>
        </p:nvSpPr>
        <p:spPr>
          <a:xfrm rot="19577717">
            <a:off x="1345187" y="27196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165183BE-C1A3-4E73-9236-F0A3F36D9550}"/>
              </a:ext>
            </a:extLst>
          </p:cNvPr>
          <p:cNvSpPr/>
          <p:nvPr/>
        </p:nvSpPr>
        <p:spPr>
          <a:xfrm rot="19577717">
            <a:off x="408229" y="35505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D13C651A-FB63-442E-9ADB-A4A0E5A2811B}"/>
              </a:ext>
            </a:extLst>
          </p:cNvPr>
          <p:cNvSpPr/>
          <p:nvPr/>
        </p:nvSpPr>
        <p:spPr>
          <a:xfrm rot="19577717">
            <a:off x="1090536" y="46114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40" name="Csoportba foglalás 139">
            <a:extLst>
              <a:ext uri="{FF2B5EF4-FFF2-40B4-BE49-F238E27FC236}">
                <a16:creationId xmlns:a16="http://schemas.microsoft.com/office/drawing/2014/main" id="{2EDEA7D5-CF1C-4625-9F86-F91E04B1E119}"/>
              </a:ext>
            </a:extLst>
          </p:cNvPr>
          <p:cNvGrpSpPr/>
          <p:nvPr/>
        </p:nvGrpSpPr>
        <p:grpSpPr>
          <a:xfrm>
            <a:off x="630902" y="6131272"/>
            <a:ext cx="11165913" cy="897890"/>
            <a:chOff x="630902" y="6131272"/>
            <a:chExt cx="11165913" cy="897890"/>
          </a:xfrm>
        </p:grpSpPr>
        <p:sp>
          <p:nvSpPr>
            <p:cNvPr id="141" name="Folyamatábra: Egyesítés 140">
              <a:extLst>
                <a:ext uri="{FF2B5EF4-FFF2-40B4-BE49-F238E27FC236}">
                  <a16:creationId xmlns:a16="http://schemas.microsoft.com/office/drawing/2014/main" id="{58E8EB14-4505-44BB-BE0F-2EDD2B59B99B}"/>
                </a:ext>
              </a:extLst>
            </p:cNvPr>
            <p:cNvSpPr/>
            <p:nvPr/>
          </p:nvSpPr>
          <p:spPr>
            <a:xfrm rot="18927875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Folyamatábra: Egyesítés 141">
              <a:extLst>
                <a:ext uri="{FF2B5EF4-FFF2-40B4-BE49-F238E27FC236}">
                  <a16:creationId xmlns:a16="http://schemas.microsoft.com/office/drawing/2014/main" id="{96EA90C4-A300-4B83-ABAF-5D160A083835}"/>
                </a:ext>
              </a:extLst>
            </p:cNvPr>
            <p:cNvSpPr/>
            <p:nvPr/>
          </p:nvSpPr>
          <p:spPr>
            <a:xfrm rot="16796330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3" name="Folyamatábra: Egyesítés 142">
              <a:extLst>
                <a:ext uri="{FF2B5EF4-FFF2-40B4-BE49-F238E27FC236}">
                  <a16:creationId xmlns:a16="http://schemas.microsoft.com/office/drawing/2014/main" id="{4A8C5C9E-5F91-4D23-A4E7-358382526ECC}"/>
                </a:ext>
              </a:extLst>
            </p:cNvPr>
            <p:cNvSpPr/>
            <p:nvPr/>
          </p:nvSpPr>
          <p:spPr>
            <a:xfrm rot="17674233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Folyamatábra: Egyesítés 143">
              <a:extLst>
                <a:ext uri="{FF2B5EF4-FFF2-40B4-BE49-F238E27FC236}">
                  <a16:creationId xmlns:a16="http://schemas.microsoft.com/office/drawing/2014/main" id="{8FB3991B-2734-4D03-A9BA-E4AAD64E2BA0}"/>
                </a:ext>
              </a:extLst>
            </p:cNvPr>
            <p:cNvSpPr/>
            <p:nvPr/>
          </p:nvSpPr>
          <p:spPr>
            <a:xfrm rot="21235153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Folyamatábra: Egyesítés 144">
              <a:extLst>
                <a:ext uri="{FF2B5EF4-FFF2-40B4-BE49-F238E27FC236}">
                  <a16:creationId xmlns:a16="http://schemas.microsoft.com/office/drawing/2014/main" id="{6D9E6881-6D69-4583-8DF3-BFB763451625}"/>
                </a:ext>
              </a:extLst>
            </p:cNvPr>
            <p:cNvSpPr/>
            <p:nvPr/>
          </p:nvSpPr>
          <p:spPr>
            <a:xfrm rot="15410795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6" name="Folyamatábra: Egyesítés 145">
              <a:extLst>
                <a:ext uri="{FF2B5EF4-FFF2-40B4-BE49-F238E27FC236}">
                  <a16:creationId xmlns:a16="http://schemas.microsoft.com/office/drawing/2014/main" id="{8B9D440D-79C3-4704-915C-193563BCE490}"/>
                </a:ext>
              </a:extLst>
            </p:cNvPr>
            <p:cNvSpPr/>
            <p:nvPr/>
          </p:nvSpPr>
          <p:spPr>
            <a:xfrm rot="17354890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7" name="Folyamatábra: Egyesítés 146">
              <a:extLst>
                <a:ext uri="{FF2B5EF4-FFF2-40B4-BE49-F238E27FC236}">
                  <a16:creationId xmlns:a16="http://schemas.microsoft.com/office/drawing/2014/main" id="{DDBD4D8E-874C-4382-BFC3-CABD30BA9D17}"/>
                </a:ext>
              </a:extLst>
            </p:cNvPr>
            <p:cNvSpPr/>
            <p:nvPr/>
          </p:nvSpPr>
          <p:spPr>
            <a:xfrm rot="15039878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8" name="Folyamatábra: Egyesítés 147">
              <a:extLst>
                <a:ext uri="{FF2B5EF4-FFF2-40B4-BE49-F238E27FC236}">
                  <a16:creationId xmlns:a16="http://schemas.microsoft.com/office/drawing/2014/main" id="{7DFB445F-E6A8-462B-A6B6-671615F35B73}"/>
                </a:ext>
              </a:extLst>
            </p:cNvPr>
            <p:cNvSpPr/>
            <p:nvPr/>
          </p:nvSpPr>
          <p:spPr>
            <a:xfrm rot="19511752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9" name="Folyamatábra: Egyesítés 148">
              <a:extLst>
                <a:ext uri="{FF2B5EF4-FFF2-40B4-BE49-F238E27FC236}">
                  <a16:creationId xmlns:a16="http://schemas.microsoft.com/office/drawing/2014/main" id="{DD2986D8-7A82-40F7-A3E1-DEB45C5A8FF5}"/>
                </a:ext>
              </a:extLst>
            </p:cNvPr>
            <p:cNvSpPr/>
            <p:nvPr/>
          </p:nvSpPr>
          <p:spPr>
            <a:xfrm rot="15623637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Folyamatábra: Egyesítés 149">
              <a:extLst>
                <a:ext uri="{FF2B5EF4-FFF2-40B4-BE49-F238E27FC236}">
                  <a16:creationId xmlns:a16="http://schemas.microsoft.com/office/drawing/2014/main" id="{2446FCDF-D52E-4537-96AC-0998D95F1E93}"/>
                </a:ext>
              </a:extLst>
            </p:cNvPr>
            <p:cNvSpPr/>
            <p:nvPr/>
          </p:nvSpPr>
          <p:spPr>
            <a:xfrm rot="15464489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1" name="Folyamatábra: Egyesítés 150">
              <a:extLst>
                <a:ext uri="{FF2B5EF4-FFF2-40B4-BE49-F238E27FC236}">
                  <a16:creationId xmlns:a16="http://schemas.microsoft.com/office/drawing/2014/main" id="{3A759CC9-BE9B-4F54-8663-DD4D55539B2E}"/>
                </a:ext>
              </a:extLst>
            </p:cNvPr>
            <p:cNvSpPr/>
            <p:nvPr/>
          </p:nvSpPr>
          <p:spPr>
            <a:xfrm rot="15264967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2" name="Folyamatábra: Egyesítés 151">
              <a:extLst>
                <a:ext uri="{FF2B5EF4-FFF2-40B4-BE49-F238E27FC236}">
                  <a16:creationId xmlns:a16="http://schemas.microsoft.com/office/drawing/2014/main" id="{3F171D79-AECE-4DBC-849B-60B175A60386}"/>
                </a:ext>
              </a:extLst>
            </p:cNvPr>
            <p:cNvSpPr/>
            <p:nvPr/>
          </p:nvSpPr>
          <p:spPr>
            <a:xfrm rot="19291951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3" name="Folyamatábra: Egyesítés 152">
              <a:extLst>
                <a:ext uri="{FF2B5EF4-FFF2-40B4-BE49-F238E27FC236}">
                  <a16:creationId xmlns:a16="http://schemas.microsoft.com/office/drawing/2014/main" id="{902DC63F-6250-4A2C-A010-35D7899F380E}"/>
                </a:ext>
              </a:extLst>
            </p:cNvPr>
            <p:cNvSpPr/>
            <p:nvPr/>
          </p:nvSpPr>
          <p:spPr>
            <a:xfrm rot="16200000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7885666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0A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Csoportba foglalás 158">
            <a:extLst>
              <a:ext uri="{FF2B5EF4-FFF2-40B4-BE49-F238E27FC236}">
                <a16:creationId xmlns:a16="http://schemas.microsoft.com/office/drawing/2014/main" id="{872B6D28-C2F1-4E9C-8174-AB89A75F6947}"/>
              </a:ext>
            </a:extLst>
          </p:cNvPr>
          <p:cNvGrpSpPr/>
          <p:nvPr/>
        </p:nvGrpSpPr>
        <p:grpSpPr>
          <a:xfrm>
            <a:off x="-1526624" y="5283754"/>
            <a:ext cx="2225019" cy="1474687"/>
            <a:chOff x="-1940302" y="5316774"/>
            <a:chExt cx="2225019" cy="1474687"/>
          </a:xfrm>
        </p:grpSpPr>
        <p:sp>
          <p:nvSpPr>
            <p:cNvPr id="160" name="Téglalap 159">
              <a:extLst>
                <a:ext uri="{FF2B5EF4-FFF2-40B4-BE49-F238E27FC236}">
                  <a16:creationId xmlns:a16="http://schemas.microsoft.com/office/drawing/2014/main" id="{44FCC428-3D55-4D8C-9652-0B31B2B40CCD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1" name="Folyamatábra: Kézi művelet 160">
              <a:extLst>
                <a:ext uri="{FF2B5EF4-FFF2-40B4-BE49-F238E27FC236}">
                  <a16:creationId xmlns:a16="http://schemas.microsoft.com/office/drawing/2014/main" id="{10F5E2DB-6067-49C0-BFB4-ADE336975720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2" name="Háromszög 161">
              <a:extLst>
                <a:ext uri="{FF2B5EF4-FFF2-40B4-BE49-F238E27FC236}">
                  <a16:creationId xmlns:a16="http://schemas.microsoft.com/office/drawing/2014/main" id="{201421F2-498E-4E2E-BBFD-EC4328B8ED77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63" name="Picture 2" descr="Forráskép megtekintése">
              <a:extLst>
                <a:ext uri="{FF2B5EF4-FFF2-40B4-BE49-F238E27FC236}">
                  <a16:creationId xmlns:a16="http://schemas.microsoft.com/office/drawing/2014/main" id="{F6F30E70-8581-4F13-B881-8E7EB18D2C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60F5E23E-6F23-43DF-913E-7DD0ADBC491A}"/>
              </a:ext>
            </a:extLst>
          </p:cNvPr>
          <p:cNvSpPr/>
          <p:nvPr/>
        </p:nvSpPr>
        <p:spPr>
          <a:xfrm rot="19577717">
            <a:off x="4513485" y="198333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C3BA1EB1-1544-4FF0-8014-20099FE76A3F}"/>
              </a:ext>
            </a:extLst>
          </p:cNvPr>
          <p:cNvSpPr/>
          <p:nvPr/>
        </p:nvSpPr>
        <p:spPr>
          <a:xfrm rot="19577717">
            <a:off x="4751582" y="26694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777AB6F1-DBE9-4FF0-A81E-CC65736F4FF3}"/>
              </a:ext>
            </a:extLst>
          </p:cNvPr>
          <p:cNvSpPr/>
          <p:nvPr/>
        </p:nvSpPr>
        <p:spPr>
          <a:xfrm rot="19577717">
            <a:off x="6504642" y="24785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6" name="Csoportba foglalás 5">
            <a:extLst>
              <a:ext uri="{FF2B5EF4-FFF2-40B4-BE49-F238E27FC236}">
                <a16:creationId xmlns:a16="http://schemas.microsoft.com/office/drawing/2014/main" id="{FD4029D6-8041-476E-95A8-CE0F6EC84761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5BF0E577-A3CF-4E59-87C6-C6D27B1EDD40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1" name="Ellipszis 10">
                <a:extLst>
                  <a:ext uri="{FF2B5EF4-FFF2-40B4-BE49-F238E27FC236}">
                    <a16:creationId xmlns:a16="http://schemas.microsoft.com/office/drawing/2014/main" id="{73C98DB0-0FEE-47CA-ADF3-5147104D6AE2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440E97D2-DECB-4079-9316-EBE4A51C5E27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6D4537DD-CAD2-4B6A-954F-C10B756B7C3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8E897C20-4802-47B6-BFED-FBBE24A118F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44D373D4-37EF-474B-BA4F-2812CBC4417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D8A8B20C-9288-4E30-AA6F-536210251BE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35269CB0-C534-4F03-B71A-C1F088800A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81B42DC4-F3AA-412F-A2C0-FA1EAF0E909D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0" name="Egyenes összekötő 9">
              <a:extLst>
                <a:ext uri="{FF2B5EF4-FFF2-40B4-BE49-F238E27FC236}">
                  <a16:creationId xmlns:a16="http://schemas.microsoft.com/office/drawing/2014/main" id="{43C6C03A-B415-41A0-B75A-79A2A27E7D1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7" name="Téglalap 16">
            <a:extLst>
              <a:ext uri="{FF2B5EF4-FFF2-40B4-BE49-F238E27FC236}">
                <a16:creationId xmlns:a16="http://schemas.microsoft.com/office/drawing/2014/main" id="{C6063014-503D-47AB-A2CC-A0EDCC14E3E8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43E15D0F-8456-4D28-905F-FF1D7B73212B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9" name="Csoportba foglalás 18">
              <a:extLst>
                <a:ext uri="{FF2B5EF4-FFF2-40B4-BE49-F238E27FC236}">
                  <a16:creationId xmlns:a16="http://schemas.microsoft.com/office/drawing/2014/main" id="{6B5DF3C4-32B4-4724-BDB1-6C9ACA410E2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2" name="Henger 21">
                <a:extLst>
                  <a:ext uri="{FF2B5EF4-FFF2-40B4-BE49-F238E27FC236}">
                    <a16:creationId xmlns:a16="http://schemas.microsoft.com/office/drawing/2014/main" id="{879FEBDA-1103-49A3-8A28-885B4E001D34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" name="Ellipszis 22">
                <a:extLst>
                  <a:ext uri="{FF2B5EF4-FFF2-40B4-BE49-F238E27FC236}">
                    <a16:creationId xmlns:a16="http://schemas.microsoft.com/office/drawing/2014/main" id="{B4DB524A-DE7E-4CE1-A677-6A650010718C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4" name="Téglalap 23">
                <a:extLst>
                  <a:ext uri="{FF2B5EF4-FFF2-40B4-BE49-F238E27FC236}">
                    <a16:creationId xmlns:a16="http://schemas.microsoft.com/office/drawing/2014/main" id="{4C3BF554-C36F-48AD-ACB1-85446AA33A93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5" name="Ellipszis 24">
                <a:extLst>
                  <a:ext uri="{FF2B5EF4-FFF2-40B4-BE49-F238E27FC236}">
                    <a16:creationId xmlns:a16="http://schemas.microsoft.com/office/drawing/2014/main" id="{9A08FB67-0FF8-4C3A-84D3-28741AD551B9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9E30928A-BE63-40DE-AF0F-A7C5A6BCB7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" name="Egyenes összekötő 26">
                <a:extLst>
                  <a:ext uri="{FF2B5EF4-FFF2-40B4-BE49-F238E27FC236}">
                    <a16:creationId xmlns:a16="http://schemas.microsoft.com/office/drawing/2014/main" id="{464C2430-8238-4CE6-8BAB-5D6EB1C3746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BCF31463-670B-4102-9B55-C1987308CF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3853199D-0E58-4C45-8BEB-2E06B651FBF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0" name="Ellipszis 29">
                <a:extLst>
                  <a:ext uri="{FF2B5EF4-FFF2-40B4-BE49-F238E27FC236}">
                    <a16:creationId xmlns:a16="http://schemas.microsoft.com/office/drawing/2014/main" id="{7266E609-38F8-4AF6-B412-C1AA1B93A8DA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0" name="Egyenes összekötő 19">
              <a:extLst>
                <a:ext uri="{FF2B5EF4-FFF2-40B4-BE49-F238E27FC236}">
                  <a16:creationId xmlns:a16="http://schemas.microsoft.com/office/drawing/2014/main" id="{EA8B641A-E3BE-4842-B744-F3F2EC1C3B1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1" name="Egyenes összekötő 20">
              <a:extLst>
                <a:ext uri="{FF2B5EF4-FFF2-40B4-BE49-F238E27FC236}">
                  <a16:creationId xmlns:a16="http://schemas.microsoft.com/office/drawing/2014/main" id="{3D9C5526-75A4-41FF-BB79-FFDB63E0CCA6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31" name="Csoportba foglalás 30">
            <a:extLst>
              <a:ext uri="{FF2B5EF4-FFF2-40B4-BE49-F238E27FC236}">
                <a16:creationId xmlns:a16="http://schemas.microsoft.com/office/drawing/2014/main" id="{9AF3B3B3-6051-4777-A0FE-B07C6EA3A758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00E1A354-E67D-47D3-8571-ADCF40BABBB7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4" name="Csoportba foglalás 73">
                <a:extLst>
                  <a:ext uri="{FF2B5EF4-FFF2-40B4-BE49-F238E27FC236}">
                    <a16:creationId xmlns:a16="http://schemas.microsoft.com/office/drawing/2014/main" id="{71D12218-F93C-4BD6-9D95-09F1599A23C6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C1D65947-0B1B-438A-8CAA-4EA2806E200B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3D93A5DB-18C5-443A-821A-FF983E9C0E80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15">
                  <a:extLst>
                    <a:ext uri="{FF2B5EF4-FFF2-40B4-BE49-F238E27FC236}">
                      <a16:creationId xmlns:a16="http://schemas.microsoft.com/office/drawing/2014/main" id="{14DEFAE9-A0FB-4438-BB42-0E013E548367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0" name="Folyamatábra: Tárolt adat 17">
                  <a:extLst>
                    <a:ext uri="{FF2B5EF4-FFF2-40B4-BE49-F238E27FC236}">
                      <a16:creationId xmlns:a16="http://schemas.microsoft.com/office/drawing/2014/main" id="{171B2EFF-9B71-4E05-938B-88E501504399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Derékszögű háromszög 80">
                  <a:extLst>
                    <a:ext uri="{FF2B5EF4-FFF2-40B4-BE49-F238E27FC236}">
                      <a16:creationId xmlns:a16="http://schemas.microsoft.com/office/drawing/2014/main" id="{3B3ADD38-033A-46DB-B2A4-C4F92FD9C79C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Romboid 81">
                  <a:extLst>
                    <a:ext uri="{FF2B5EF4-FFF2-40B4-BE49-F238E27FC236}">
                      <a16:creationId xmlns:a16="http://schemas.microsoft.com/office/drawing/2014/main" id="{9E97E885-2E4F-490A-B3AD-A931E05091AA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 82">
                  <a:extLst>
                    <a:ext uri="{FF2B5EF4-FFF2-40B4-BE49-F238E27FC236}">
                      <a16:creationId xmlns:a16="http://schemas.microsoft.com/office/drawing/2014/main" id="{D07E81B4-279E-46B2-9640-EBD968CE20B6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FE8D2CF7-6C54-4948-8D06-1BF6AA93409A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2E11F550-1D85-42B8-AC05-A00DDD980776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D5977B51-6467-4FC1-B837-135FC9B8E87D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Téglalap: lekerekített 86">
                  <a:extLst>
                    <a:ext uri="{FF2B5EF4-FFF2-40B4-BE49-F238E27FC236}">
                      <a16:creationId xmlns:a16="http://schemas.microsoft.com/office/drawing/2014/main" id="{314022BC-378B-4101-A361-C0C7082D3BEA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Téglalap: lekerekített 87">
                  <a:extLst>
                    <a:ext uri="{FF2B5EF4-FFF2-40B4-BE49-F238E27FC236}">
                      <a16:creationId xmlns:a16="http://schemas.microsoft.com/office/drawing/2014/main" id="{89A868B6-B36C-466B-8069-3584D3409579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9" name="Téglalap: lekerekített 88">
                  <a:extLst>
                    <a:ext uri="{FF2B5EF4-FFF2-40B4-BE49-F238E27FC236}">
                      <a16:creationId xmlns:a16="http://schemas.microsoft.com/office/drawing/2014/main" id="{8C0FDC8B-F2C6-4322-9DAD-3B29F95ACBD4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5" name="Picture 2" descr="Forráskép megtekintése">
                <a:extLst>
                  <a:ext uri="{FF2B5EF4-FFF2-40B4-BE49-F238E27FC236}">
                    <a16:creationId xmlns:a16="http://schemas.microsoft.com/office/drawing/2014/main" id="{5FDE22E3-EB1F-40CA-A047-C6827F221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6" name="Picture 6" descr="Forráskép megtekintése">
                <a:extLst>
                  <a:ext uri="{FF2B5EF4-FFF2-40B4-BE49-F238E27FC236}">
                    <a16:creationId xmlns:a16="http://schemas.microsoft.com/office/drawing/2014/main" id="{562C76E2-A7B0-4F28-84F5-6AB03DF80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B5E65BC9-BF3B-46FF-B206-13266C2E8DBA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62" name="Csoportba foglalás 61">
                <a:extLst>
                  <a:ext uri="{FF2B5EF4-FFF2-40B4-BE49-F238E27FC236}">
                    <a16:creationId xmlns:a16="http://schemas.microsoft.com/office/drawing/2014/main" id="{A7678EE3-9628-4DC3-9522-C5D4F92A3384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5" name="Henger 64">
                  <a:extLst>
                    <a:ext uri="{FF2B5EF4-FFF2-40B4-BE49-F238E27FC236}">
                      <a16:creationId xmlns:a16="http://schemas.microsoft.com/office/drawing/2014/main" id="{365F22B2-ADFE-4E41-8647-AA05DFF65959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6" name="Ellipszis 65">
                  <a:extLst>
                    <a:ext uri="{FF2B5EF4-FFF2-40B4-BE49-F238E27FC236}">
                      <a16:creationId xmlns:a16="http://schemas.microsoft.com/office/drawing/2014/main" id="{99EB711A-33E2-471E-A58F-0F5C538FC711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Téglalap 66">
                  <a:extLst>
                    <a:ext uri="{FF2B5EF4-FFF2-40B4-BE49-F238E27FC236}">
                      <a16:creationId xmlns:a16="http://schemas.microsoft.com/office/drawing/2014/main" id="{630A4580-A6B9-414F-A79E-07698675D53E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8" name="Ellipszis 67">
                  <a:extLst>
                    <a:ext uri="{FF2B5EF4-FFF2-40B4-BE49-F238E27FC236}">
                      <a16:creationId xmlns:a16="http://schemas.microsoft.com/office/drawing/2014/main" id="{B598A5CD-BE38-4F2D-91AF-0F25D7641123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2D9C5293-EF12-459C-AC3F-57AAE65AC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E00470AC-DE6D-40F7-8BB8-9D922C4121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FAA991AD-4C39-4D7E-A22C-1DD5755FDE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Egyenes összekötő 71">
                  <a:extLst>
                    <a:ext uri="{FF2B5EF4-FFF2-40B4-BE49-F238E27FC236}">
                      <a16:creationId xmlns:a16="http://schemas.microsoft.com/office/drawing/2014/main" id="{F4F3B21A-CB78-4487-A1BB-F044CE9C31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372D69D7-2684-487A-8323-6BA9974141A6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8D961996-063F-43E4-97A0-43D492EE0DB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4" name="Egyenes összekötő 63">
                <a:extLst>
                  <a:ext uri="{FF2B5EF4-FFF2-40B4-BE49-F238E27FC236}">
                    <a16:creationId xmlns:a16="http://schemas.microsoft.com/office/drawing/2014/main" id="{89978688-9B56-4323-86AE-2A04D969DD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4" name="Csoportba foglalás 33">
              <a:extLst>
                <a:ext uri="{FF2B5EF4-FFF2-40B4-BE49-F238E27FC236}">
                  <a16:creationId xmlns:a16="http://schemas.microsoft.com/office/drawing/2014/main" id="{BD3FE63D-86FD-4BC8-87DC-B2A578A033D0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52" name="Henger 51">
                <a:extLst>
                  <a:ext uri="{FF2B5EF4-FFF2-40B4-BE49-F238E27FC236}">
                    <a16:creationId xmlns:a16="http://schemas.microsoft.com/office/drawing/2014/main" id="{F0A72339-EE92-4992-A173-4B92E3D682EF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3" name="Csoportba foglalás 52">
                <a:extLst>
                  <a:ext uri="{FF2B5EF4-FFF2-40B4-BE49-F238E27FC236}">
                    <a16:creationId xmlns:a16="http://schemas.microsoft.com/office/drawing/2014/main" id="{B4FAC675-DD5F-4E27-A0F1-87E8182075C1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5" name="Ellipszis 54">
                  <a:extLst>
                    <a:ext uri="{FF2B5EF4-FFF2-40B4-BE49-F238E27FC236}">
                      <a16:creationId xmlns:a16="http://schemas.microsoft.com/office/drawing/2014/main" id="{DC3EEB7B-5E21-42B6-9735-AF10AED9DEFD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6" name="Ellipszis 55">
                  <a:extLst>
                    <a:ext uri="{FF2B5EF4-FFF2-40B4-BE49-F238E27FC236}">
                      <a16:creationId xmlns:a16="http://schemas.microsoft.com/office/drawing/2014/main" id="{6C9951F5-F692-4617-BED4-74AB58E4870C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8E70828B-8ED5-4B7C-B164-CDE8C2A3C2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E09ECB67-7E67-4187-B9BF-59EEA0CC1D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Egyenes összekötő 58">
                  <a:extLst>
                    <a:ext uri="{FF2B5EF4-FFF2-40B4-BE49-F238E27FC236}">
                      <a16:creationId xmlns:a16="http://schemas.microsoft.com/office/drawing/2014/main" id="{0974A9D0-D2D1-425C-A928-CFDCECCB7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Egyenes összekötő 59">
                  <a:extLst>
                    <a:ext uri="{FF2B5EF4-FFF2-40B4-BE49-F238E27FC236}">
                      <a16:creationId xmlns:a16="http://schemas.microsoft.com/office/drawing/2014/main" id="{138BCC57-BF3B-4A38-BD3D-7B90BA88360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1" name="Ellipszis 60">
                  <a:extLst>
                    <a:ext uri="{FF2B5EF4-FFF2-40B4-BE49-F238E27FC236}">
                      <a16:creationId xmlns:a16="http://schemas.microsoft.com/office/drawing/2014/main" id="{E2C2B8A6-22C5-4059-83B7-86C7BA3CC2F1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4" name="Téglalap 53">
                <a:extLst>
                  <a:ext uri="{FF2B5EF4-FFF2-40B4-BE49-F238E27FC236}">
                    <a16:creationId xmlns:a16="http://schemas.microsoft.com/office/drawing/2014/main" id="{2AF586A6-4034-447E-86C2-A9A292E323E5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5" name="Csoportba foglalás 34">
              <a:extLst>
                <a:ext uri="{FF2B5EF4-FFF2-40B4-BE49-F238E27FC236}">
                  <a16:creationId xmlns:a16="http://schemas.microsoft.com/office/drawing/2014/main" id="{2D0DF0D1-CEED-4CDE-825F-2EB50D7699D1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6" name="Csoportba foglalás 35">
                <a:extLst>
                  <a:ext uri="{FF2B5EF4-FFF2-40B4-BE49-F238E27FC236}">
                    <a16:creationId xmlns:a16="http://schemas.microsoft.com/office/drawing/2014/main" id="{88DF01CB-523B-466B-BB7F-83069FFA94C5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4" name="Henger 43">
                  <a:extLst>
                    <a:ext uri="{FF2B5EF4-FFF2-40B4-BE49-F238E27FC236}">
                      <a16:creationId xmlns:a16="http://schemas.microsoft.com/office/drawing/2014/main" id="{28A40560-6CA6-4855-8187-5D9569D283CF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5" name="Ellipszis 44">
                  <a:extLst>
                    <a:ext uri="{FF2B5EF4-FFF2-40B4-BE49-F238E27FC236}">
                      <a16:creationId xmlns:a16="http://schemas.microsoft.com/office/drawing/2014/main" id="{6CEA3543-B06D-4244-8964-2E50AF9B82D3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8AE780A7-05D4-417A-A58F-54F3B55382F4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7" name="Picture 2" descr="Forráskép megtekintése">
                  <a:extLst>
                    <a:ext uri="{FF2B5EF4-FFF2-40B4-BE49-F238E27FC236}">
                      <a16:creationId xmlns:a16="http://schemas.microsoft.com/office/drawing/2014/main" id="{38CEF2B9-30FA-44DD-9FD6-DE204610837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8" name="Téglalap 47">
                  <a:extLst>
                    <a:ext uri="{FF2B5EF4-FFF2-40B4-BE49-F238E27FC236}">
                      <a16:creationId xmlns:a16="http://schemas.microsoft.com/office/drawing/2014/main" id="{D33D64B4-090A-4363-92FF-3D706FFE9414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9" name="Csillag: 4 ágú 48">
                  <a:extLst>
                    <a:ext uri="{FF2B5EF4-FFF2-40B4-BE49-F238E27FC236}">
                      <a16:creationId xmlns:a16="http://schemas.microsoft.com/office/drawing/2014/main" id="{24A46637-BDF8-4150-A8CC-33ACB26AACA4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Szabadkézi sokszög: alakzat 49">
                  <a:extLst>
                    <a:ext uri="{FF2B5EF4-FFF2-40B4-BE49-F238E27FC236}">
                      <a16:creationId xmlns:a16="http://schemas.microsoft.com/office/drawing/2014/main" id="{DE2D3156-DBFC-48BA-85D9-DC8475257121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52DC55F0-C0E8-4B27-B315-14B8693709B8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7678B78F-2183-41C8-9B3B-200A6C38662D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843DFA2D-252B-4292-806D-ED600B0D1692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4B4E0EED-FDFE-445F-86D0-EF59B81F63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0" name="Ellipszis 39">
                <a:extLst>
                  <a:ext uri="{FF2B5EF4-FFF2-40B4-BE49-F238E27FC236}">
                    <a16:creationId xmlns:a16="http://schemas.microsoft.com/office/drawing/2014/main" id="{5079F3D8-2003-46A2-A172-D38278A555DD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Ellipszis 40">
                <a:extLst>
                  <a:ext uri="{FF2B5EF4-FFF2-40B4-BE49-F238E27FC236}">
                    <a16:creationId xmlns:a16="http://schemas.microsoft.com/office/drawing/2014/main" id="{80350CC6-91BC-4FB0-B0F6-C22C153B76F8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42" name="Kép 41">
                <a:extLst>
                  <a:ext uri="{FF2B5EF4-FFF2-40B4-BE49-F238E27FC236}">
                    <a16:creationId xmlns:a16="http://schemas.microsoft.com/office/drawing/2014/main" id="{79A644F5-FDE9-4EC9-96F7-0E6D59AAC6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3" name="Egyenes összekötő 42">
                <a:extLst>
                  <a:ext uri="{FF2B5EF4-FFF2-40B4-BE49-F238E27FC236}">
                    <a16:creationId xmlns:a16="http://schemas.microsoft.com/office/drawing/2014/main" id="{1FB93949-A095-43A8-A609-955BDEC37FC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90" name="Könnycsepp 89">
            <a:extLst>
              <a:ext uri="{FF2B5EF4-FFF2-40B4-BE49-F238E27FC236}">
                <a16:creationId xmlns:a16="http://schemas.microsoft.com/office/drawing/2014/main" id="{ADC82B4C-CE7B-408E-A807-3FB9B951ACFD}"/>
              </a:ext>
            </a:extLst>
          </p:cNvPr>
          <p:cNvSpPr/>
          <p:nvPr/>
        </p:nvSpPr>
        <p:spPr>
          <a:xfrm rot="19577717">
            <a:off x="2320122" y="220318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014C2492-AD82-4E07-AA04-C6DD69BADA13}"/>
              </a:ext>
            </a:extLst>
          </p:cNvPr>
          <p:cNvSpPr/>
          <p:nvPr/>
        </p:nvSpPr>
        <p:spPr>
          <a:xfrm rot="19577717">
            <a:off x="1505077" y="10649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C8E81C83-8EF0-4B17-A9DD-F7CA5D175B8E}"/>
              </a:ext>
            </a:extLst>
          </p:cNvPr>
          <p:cNvSpPr/>
          <p:nvPr/>
        </p:nvSpPr>
        <p:spPr>
          <a:xfrm rot="19577717">
            <a:off x="1815019" y="333801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D69469BE-ECCC-4EFE-ADF6-CF3443DCB366}"/>
              </a:ext>
            </a:extLst>
          </p:cNvPr>
          <p:cNvSpPr/>
          <p:nvPr/>
        </p:nvSpPr>
        <p:spPr>
          <a:xfrm rot="19577717">
            <a:off x="1252527" y="11867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2D6C5E7C-82C8-490A-AA12-2D0431629807}"/>
              </a:ext>
            </a:extLst>
          </p:cNvPr>
          <p:cNvSpPr/>
          <p:nvPr/>
        </p:nvSpPr>
        <p:spPr>
          <a:xfrm rot="19577717">
            <a:off x="1472375" y="17556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D79E929C-5C85-4832-81B5-99F69AB71627}"/>
              </a:ext>
            </a:extLst>
          </p:cNvPr>
          <p:cNvSpPr/>
          <p:nvPr/>
        </p:nvSpPr>
        <p:spPr>
          <a:xfrm rot="19577717">
            <a:off x="1580284" y="41786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36C23D16-8815-4A2B-A1FE-D400B4E89FE0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BE53CA64-F117-406A-A395-E7C8C103DD86}"/>
              </a:ext>
            </a:extLst>
          </p:cNvPr>
          <p:cNvSpPr/>
          <p:nvPr/>
        </p:nvSpPr>
        <p:spPr>
          <a:xfrm rot="19577717">
            <a:off x="1128722" y="28700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EFFFC502-0DC3-4A58-AA28-5D533A6C63D6}"/>
              </a:ext>
            </a:extLst>
          </p:cNvPr>
          <p:cNvSpPr/>
          <p:nvPr/>
        </p:nvSpPr>
        <p:spPr>
          <a:xfrm rot="18333733">
            <a:off x="1940583" y="47522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5C1E3ED2-9733-43D2-BF54-AA116A90417D}"/>
              </a:ext>
            </a:extLst>
          </p:cNvPr>
          <p:cNvSpPr/>
          <p:nvPr/>
        </p:nvSpPr>
        <p:spPr>
          <a:xfrm rot="19577717">
            <a:off x="796338" y="24107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Könnycsepp 99">
            <a:extLst>
              <a:ext uri="{FF2B5EF4-FFF2-40B4-BE49-F238E27FC236}">
                <a16:creationId xmlns:a16="http://schemas.microsoft.com/office/drawing/2014/main" id="{655B6E54-3F41-4820-8307-AB23284BFBD7}"/>
              </a:ext>
            </a:extLst>
          </p:cNvPr>
          <p:cNvSpPr/>
          <p:nvPr/>
        </p:nvSpPr>
        <p:spPr>
          <a:xfrm rot="19577717">
            <a:off x="2488065" y="351835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Felhő 100">
            <a:extLst>
              <a:ext uri="{FF2B5EF4-FFF2-40B4-BE49-F238E27FC236}">
                <a16:creationId xmlns:a16="http://schemas.microsoft.com/office/drawing/2014/main" id="{DC5B3F68-FEF7-466C-A8CD-D881ECA98441}"/>
              </a:ext>
            </a:extLst>
          </p:cNvPr>
          <p:cNvSpPr/>
          <p:nvPr/>
        </p:nvSpPr>
        <p:spPr>
          <a:xfrm>
            <a:off x="689940" y="24844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9F36C59F-65ED-4CF8-96E0-098B4C4F859C}"/>
              </a:ext>
            </a:extLst>
          </p:cNvPr>
          <p:cNvSpPr/>
          <p:nvPr/>
        </p:nvSpPr>
        <p:spPr>
          <a:xfrm rot="19577717">
            <a:off x="1250801" y="228810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C19F2A29-34F4-4072-8454-AF17B0420E7B}"/>
              </a:ext>
            </a:extLst>
          </p:cNvPr>
          <p:cNvSpPr/>
          <p:nvPr/>
        </p:nvSpPr>
        <p:spPr>
          <a:xfrm rot="19577717">
            <a:off x="1212143" y="14589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A7617CDB-F202-46A8-8E1F-B2BC50F8B7D0}"/>
              </a:ext>
            </a:extLst>
          </p:cNvPr>
          <p:cNvSpPr/>
          <p:nvPr/>
        </p:nvSpPr>
        <p:spPr>
          <a:xfrm rot="19577717">
            <a:off x="1302442" y="19637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5B1A2BCF-E45D-42D7-872A-5C2E32971FA0}"/>
              </a:ext>
            </a:extLst>
          </p:cNvPr>
          <p:cNvSpPr/>
          <p:nvPr/>
        </p:nvSpPr>
        <p:spPr>
          <a:xfrm rot="19577717">
            <a:off x="2539251" y="11114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58F5401A-7FCE-4D33-A933-3E701CCC39EA}"/>
              </a:ext>
            </a:extLst>
          </p:cNvPr>
          <p:cNvSpPr/>
          <p:nvPr/>
        </p:nvSpPr>
        <p:spPr>
          <a:xfrm rot="19577717">
            <a:off x="6060666" y="17165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4E216D7F-D4E2-4D71-A611-A6AFEF34CCD9}"/>
              </a:ext>
            </a:extLst>
          </p:cNvPr>
          <p:cNvSpPr/>
          <p:nvPr/>
        </p:nvSpPr>
        <p:spPr>
          <a:xfrm rot="19577717">
            <a:off x="2876807" y="13631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3CD3C64F-640A-4725-BB21-76F8C9035FA6}"/>
              </a:ext>
            </a:extLst>
          </p:cNvPr>
          <p:cNvSpPr/>
          <p:nvPr/>
        </p:nvSpPr>
        <p:spPr>
          <a:xfrm rot="19577717">
            <a:off x="2880668" y="17661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FAFF992B-C794-406E-9DE4-B0EDA924637C}"/>
              </a:ext>
            </a:extLst>
          </p:cNvPr>
          <p:cNvSpPr/>
          <p:nvPr/>
        </p:nvSpPr>
        <p:spPr>
          <a:xfrm rot="19577717">
            <a:off x="2222354" y="15934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F103F341-B22B-4F24-BD4C-F6E72C3DA3F7}"/>
              </a:ext>
            </a:extLst>
          </p:cNvPr>
          <p:cNvSpPr/>
          <p:nvPr/>
        </p:nvSpPr>
        <p:spPr>
          <a:xfrm rot="19577717">
            <a:off x="4783295" y="17055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2A8D8686-7913-4ED4-BDBD-B19FBEEB40AE}"/>
              </a:ext>
            </a:extLst>
          </p:cNvPr>
          <p:cNvSpPr/>
          <p:nvPr/>
        </p:nvSpPr>
        <p:spPr>
          <a:xfrm rot="19577717">
            <a:off x="4312197" y="15481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8E6739EA-419C-4645-B5D7-99FAA20ED124}"/>
              </a:ext>
            </a:extLst>
          </p:cNvPr>
          <p:cNvSpPr/>
          <p:nvPr/>
        </p:nvSpPr>
        <p:spPr>
          <a:xfrm rot="19577717">
            <a:off x="5009249" y="29763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1DDBB5D1-ED87-4DC4-8849-D4CD5802C386}"/>
              </a:ext>
            </a:extLst>
          </p:cNvPr>
          <p:cNvSpPr/>
          <p:nvPr/>
        </p:nvSpPr>
        <p:spPr>
          <a:xfrm rot="19577717">
            <a:off x="1637232" y="20874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680F3BA0-A759-4C10-8D94-02E3DB668A92}"/>
              </a:ext>
            </a:extLst>
          </p:cNvPr>
          <p:cNvSpPr/>
          <p:nvPr/>
        </p:nvSpPr>
        <p:spPr>
          <a:xfrm rot="19577717">
            <a:off x="3086843" y="253525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742DA7DF-A136-4164-AAF9-D7AB65A49900}"/>
              </a:ext>
            </a:extLst>
          </p:cNvPr>
          <p:cNvSpPr/>
          <p:nvPr/>
        </p:nvSpPr>
        <p:spPr>
          <a:xfrm rot="19577717">
            <a:off x="2303390" y="28394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A61EBE01-C348-4C7D-BB81-C260C8F34008}"/>
              </a:ext>
            </a:extLst>
          </p:cNvPr>
          <p:cNvSpPr/>
          <p:nvPr/>
        </p:nvSpPr>
        <p:spPr>
          <a:xfrm rot="19577717">
            <a:off x="2261455" y="397321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905B9DE7-FD25-4DB0-929F-72E92316A120}"/>
              </a:ext>
            </a:extLst>
          </p:cNvPr>
          <p:cNvSpPr/>
          <p:nvPr/>
        </p:nvSpPr>
        <p:spPr>
          <a:xfrm rot="2022283" flipH="1">
            <a:off x="3348642" y="44667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93311849-5BB4-4AC6-BE2B-D1BA71C6CF74}"/>
              </a:ext>
            </a:extLst>
          </p:cNvPr>
          <p:cNvSpPr/>
          <p:nvPr/>
        </p:nvSpPr>
        <p:spPr>
          <a:xfrm rot="2022283" flipH="1">
            <a:off x="4438778" y="31629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3615E4BB-9D2E-4F69-AF3D-DA04FF223FDE}"/>
              </a:ext>
            </a:extLst>
          </p:cNvPr>
          <p:cNvSpPr/>
          <p:nvPr/>
        </p:nvSpPr>
        <p:spPr>
          <a:xfrm rot="2022283" flipH="1">
            <a:off x="4371335" y="37096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Könnycsepp 119">
            <a:extLst>
              <a:ext uri="{FF2B5EF4-FFF2-40B4-BE49-F238E27FC236}">
                <a16:creationId xmlns:a16="http://schemas.microsoft.com/office/drawing/2014/main" id="{3E203F90-5861-4009-8977-98D1197EFEEB}"/>
              </a:ext>
            </a:extLst>
          </p:cNvPr>
          <p:cNvSpPr/>
          <p:nvPr/>
        </p:nvSpPr>
        <p:spPr>
          <a:xfrm rot="2022283" flipH="1">
            <a:off x="3496374" y="34057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D8840635-69F7-4CC1-8352-7B2D7FDBBF57}"/>
              </a:ext>
            </a:extLst>
          </p:cNvPr>
          <p:cNvSpPr/>
          <p:nvPr/>
        </p:nvSpPr>
        <p:spPr>
          <a:xfrm>
            <a:off x="4485516" y="510927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Felhő 121">
            <a:extLst>
              <a:ext uri="{FF2B5EF4-FFF2-40B4-BE49-F238E27FC236}">
                <a16:creationId xmlns:a16="http://schemas.microsoft.com/office/drawing/2014/main" id="{F4BAB147-2ADA-45F3-918B-FF9486DD0E57}"/>
              </a:ext>
            </a:extLst>
          </p:cNvPr>
          <p:cNvSpPr/>
          <p:nvPr/>
        </p:nvSpPr>
        <p:spPr>
          <a:xfrm>
            <a:off x="7767690" y="358568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0B144031-3ACC-464D-A9B6-0B6C16ACC0A8}"/>
              </a:ext>
            </a:extLst>
          </p:cNvPr>
          <p:cNvSpPr/>
          <p:nvPr/>
        </p:nvSpPr>
        <p:spPr>
          <a:xfrm rot="19577717">
            <a:off x="4736707" y="18706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CE847366-1FB2-4CB4-83DB-8796E6EF23A7}"/>
              </a:ext>
            </a:extLst>
          </p:cNvPr>
          <p:cNvSpPr/>
          <p:nvPr/>
        </p:nvSpPr>
        <p:spPr>
          <a:xfrm rot="19577717">
            <a:off x="7398658" y="24490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823093B3-A7B7-44BE-BB33-B8996EAB1F9E}"/>
              </a:ext>
            </a:extLst>
          </p:cNvPr>
          <p:cNvSpPr/>
          <p:nvPr/>
        </p:nvSpPr>
        <p:spPr>
          <a:xfrm rot="19577717">
            <a:off x="5817747" y="272221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29802B60-1FB7-40F1-841F-39381C02D284}"/>
              </a:ext>
            </a:extLst>
          </p:cNvPr>
          <p:cNvSpPr/>
          <p:nvPr/>
        </p:nvSpPr>
        <p:spPr>
          <a:xfrm rot="19577717">
            <a:off x="8797604" y="17329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C1FA364E-CDC2-4ACA-9616-4FFE0FB87D9C}"/>
              </a:ext>
            </a:extLst>
          </p:cNvPr>
          <p:cNvSpPr/>
          <p:nvPr/>
        </p:nvSpPr>
        <p:spPr>
          <a:xfrm rot="19577717">
            <a:off x="4698979" y="252802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9789AA10-EF60-4EAB-B671-D91F75DA2E9B}"/>
              </a:ext>
            </a:extLst>
          </p:cNvPr>
          <p:cNvSpPr/>
          <p:nvPr/>
        </p:nvSpPr>
        <p:spPr>
          <a:xfrm rot="19577717">
            <a:off x="8077407" y="27800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F0545855-13D5-4B86-B1B9-290265C03276}"/>
              </a:ext>
            </a:extLst>
          </p:cNvPr>
          <p:cNvSpPr/>
          <p:nvPr/>
        </p:nvSpPr>
        <p:spPr>
          <a:xfrm rot="19577717">
            <a:off x="8118855" y="22101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66459D6B-BB0E-4F67-B6FA-9365AA0FB5D8}"/>
              </a:ext>
            </a:extLst>
          </p:cNvPr>
          <p:cNvSpPr/>
          <p:nvPr/>
        </p:nvSpPr>
        <p:spPr>
          <a:xfrm rot="19577717">
            <a:off x="9949320" y="23860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737DB4C0-00A6-47CE-B3E0-E2DDD4EB9B5E}"/>
              </a:ext>
            </a:extLst>
          </p:cNvPr>
          <p:cNvSpPr/>
          <p:nvPr/>
        </p:nvSpPr>
        <p:spPr>
          <a:xfrm rot="19577717">
            <a:off x="8562867" y="20521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658679A8-2035-4066-A2FF-15886FE9EC4D}"/>
              </a:ext>
            </a:extLst>
          </p:cNvPr>
          <p:cNvSpPr/>
          <p:nvPr/>
        </p:nvSpPr>
        <p:spPr>
          <a:xfrm rot="19577717">
            <a:off x="6823621" y="22223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A802621B-5356-4890-BFB0-909EF926B55D}"/>
              </a:ext>
            </a:extLst>
          </p:cNvPr>
          <p:cNvSpPr/>
          <p:nvPr/>
        </p:nvSpPr>
        <p:spPr>
          <a:xfrm rot="19577717">
            <a:off x="9249865" y="27526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BC5D29A7-6101-4B5F-92BE-4B2562DF28DC}"/>
              </a:ext>
            </a:extLst>
          </p:cNvPr>
          <p:cNvSpPr/>
          <p:nvPr/>
        </p:nvSpPr>
        <p:spPr>
          <a:xfrm rot="19577717">
            <a:off x="7829397" y="192481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A99C47B9-5356-469D-A32A-6BACE28A3385}"/>
              </a:ext>
            </a:extLst>
          </p:cNvPr>
          <p:cNvSpPr/>
          <p:nvPr/>
        </p:nvSpPr>
        <p:spPr>
          <a:xfrm rot="19577717">
            <a:off x="5512929" y="20838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4FCD7612-275D-42F7-828A-D2AD310A50CA}"/>
              </a:ext>
            </a:extLst>
          </p:cNvPr>
          <p:cNvSpPr/>
          <p:nvPr/>
        </p:nvSpPr>
        <p:spPr>
          <a:xfrm rot="19577717">
            <a:off x="3693997" y="25031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0594D061-ABA5-4CB0-87D0-A42746BAA5DD}"/>
              </a:ext>
            </a:extLst>
          </p:cNvPr>
          <p:cNvSpPr/>
          <p:nvPr/>
        </p:nvSpPr>
        <p:spPr>
          <a:xfrm rot="19577717">
            <a:off x="1833054" y="26773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5A1671D5-B601-4C49-8116-B407025F52A7}"/>
              </a:ext>
            </a:extLst>
          </p:cNvPr>
          <p:cNvSpPr/>
          <p:nvPr/>
        </p:nvSpPr>
        <p:spPr>
          <a:xfrm rot="19577717">
            <a:off x="1473450" y="36490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41C4AF8C-58B1-408A-8F18-E6BB8F594BE9}"/>
              </a:ext>
            </a:extLst>
          </p:cNvPr>
          <p:cNvSpPr/>
          <p:nvPr/>
        </p:nvSpPr>
        <p:spPr>
          <a:xfrm rot="19577717">
            <a:off x="1090536" y="46114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BD550631-14CA-4491-9BBC-BDBB6482FCCD}"/>
              </a:ext>
            </a:extLst>
          </p:cNvPr>
          <p:cNvSpPr/>
          <p:nvPr/>
        </p:nvSpPr>
        <p:spPr>
          <a:xfrm rot="19577717">
            <a:off x="8548911" y="24562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D406FD10-5C15-431F-8B06-EE2117C218CF}"/>
              </a:ext>
            </a:extLst>
          </p:cNvPr>
          <p:cNvSpPr/>
          <p:nvPr/>
        </p:nvSpPr>
        <p:spPr>
          <a:xfrm rot="19577717">
            <a:off x="9235909" y="31567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B3C2E8EA-7AFF-4DD1-9355-1914A7863837}"/>
              </a:ext>
            </a:extLst>
          </p:cNvPr>
          <p:cNvSpPr/>
          <p:nvPr/>
        </p:nvSpPr>
        <p:spPr>
          <a:xfrm rot="19577717">
            <a:off x="10417141" y="20257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Könnycsepp 142">
            <a:extLst>
              <a:ext uri="{FF2B5EF4-FFF2-40B4-BE49-F238E27FC236}">
                <a16:creationId xmlns:a16="http://schemas.microsoft.com/office/drawing/2014/main" id="{C635B7EA-DFBF-4D6E-82A2-15AA1AFD3E55}"/>
              </a:ext>
            </a:extLst>
          </p:cNvPr>
          <p:cNvSpPr/>
          <p:nvPr/>
        </p:nvSpPr>
        <p:spPr>
          <a:xfrm rot="19577717">
            <a:off x="9016732" y="20959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B3155EAE-910F-4071-A151-5E693CA01CED}"/>
              </a:ext>
            </a:extLst>
          </p:cNvPr>
          <p:cNvSpPr/>
          <p:nvPr/>
        </p:nvSpPr>
        <p:spPr>
          <a:xfrm rot="19577717">
            <a:off x="9703730" y="27964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45" name="Csoportba foglalás 144">
            <a:extLst>
              <a:ext uri="{FF2B5EF4-FFF2-40B4-BE49-F238E27FC236}">
                <a16:creationId xmlns:a16="http://schemas.microsoft.com/office/drawing/2014/main" id="{290A5C5D-281F-4984-8F8F-AB4240F181DF}"/>
              </a:ext>
            </a:extLst>
          </p:cNvPr>
          <p:cNvGrpSpPr/>
          <p:nvPr/>
        </p:nvGrpSpPr>
        <p:grpSpPr>
          <a:xfrm>
            <a:off x="695211" y="6131272"/>
            <a:ext cx="11101604" cy="930782"/>
            <a:chOff x="695211" y="6131272"/>
            <a:chExt cx="11101604" cy="930782"/>
          </a:xfrm>
        </p:grpSpPr>
        <p:sp>
          <p:nvSpPr>
            <p:cNvPr id="146" name="Folyamatábra: Egyesítés 145">
              <a:extLst>
                <a:ext uri="{FF2B5EF4-FFF2-40B4-BE49-F238E27FC236}">
                  <a16:creationId xmlns:a16="http://schemas.microsoft.com/office/drawing/2014/main" id="{F1067CF8-D5C0-41A0-9D1A-317939F71E2E}"/>
                </a:ext>
              </a:extLst>
            </p:cNvPr>
            <p:cNvSpPr/>
            <p:nvPr/>
          </p:nvSpPr>
          <p:spPr>
            <a:xfrm rot="17429309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7" name="Folyamatábra: Egyesítés 146">
              <a:extLst>
                <a:ext uri="{FF2B5EF4-FFF2-40B4-BE49-F238E27FC236}">
                  <a16:creationId xmlns:a16="http://schemas.microsoft.com/office/drawing/2014/main" id="{7CE80359-9C87-41B4-81DB-D1830539EAA7}"/>
                </a:ext>
              </a:extLst>
            </p:cNvPr>
            <p:cNvSpPr/>
            <p:nvPr/>
          </p:nvSpPr>
          <p:spPr>
            <a:xfrm rot="15568241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8" name="Folyamatábra: Egyesítés 147">
              <a:extLst>
                <a:ext uri="{FF2B5EF4-FFF2-40B4-BE49-F238E27FC236}">
                  <a16:creationId xmlns:a16="http://schemas.microsoft.com/office/drawing/2014/main" id="{BA009D1C-398E-4633-8A96-9F6A5AE50885}"/>
                </a:ext>
              </a:extLst>
            </p:cNvPr>
            <p:cNvSpPr/>
            <p:nvPr/>
          </p:nvSpPr>
          <p:spPr>
            <a:xfrm rot="16780243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9" name="Folyamatábra: Egyesítés 148">
              <a:extLst>
                <a:ext uri="{FF2B5EF4-FFF2-40B4-BE49-F238E27FC236}">
                  <a16:creationId xmlns:a16="http://schemas.microsoft.com/office/drawing/2014/main" id="{DA120569-11B8-4D09-A24F-22558CCA752A}"/>
                </a:ext>
              </a:extLst>
            </p:cNvPr>
            <p:cNvSpPr/>
            <p:nvPr/>
          </p:nvSpPr>
          <p:spPr>
            <a:xfrm rot="19104238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Folyamatábra: Egyesítés 149">
              <a:extLst>
                <a:ext uri="{FF2B5EF4-FFF2-40B4-BE49-F238E27FC236}">
                  <a16:creationId xmlns:a16="http://schemas.microsoft.com/office/drawing/2014/main" id="{5F13E8DE-2B35-4CA4-86C2-3394DA0FA0B6}"/>
                </a:ext>
              </a:extLst>
            </p:cNvPr>
            <p:cNvSpPr/>
            <p:nvPr/>
          </p:nvSpPr>
          <p:spPr>
            <a:xfrm rot="16751615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1" name="Folyamatábra: Egyesítés 150">
              <a:extLst>
                <a:ext uri="{FF2B5EF4-FFF2-40B4-BE49-F238E27FC236}">
                  <a16:creationId xmlns:a16="http://schemas.microsoft.com/office/drawing/2014/main" id="{1CA6ECE1-920A-4043-BB16-D2D1470430D5}"/>
                </a:ext>
              </a:extLst>
            </p:cNvPr>
            <p:cNvSpPr/>
            <p:nvPr/>
          </p:nvSpPr>
          <p:spPr>
            <a:xfrm rot="16200000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2" name="Folyamatábra: Egyesítés 151">
              <a:extLst>
                <a:ext uri="{FF2B5EF4-FFF2-40B4-BE49-F238E27FC236}">
                  <a16:creationId xmlns:a16="http://schemas.microsoft.com/office/drawing/2014/main" id="{F0B535D5-8B70-48C6-8E1E-8B55555A48E4}"/>
                </a:ext>
              </a:extLst>
            </p:cNvPr>
            <p:cNvSpPr/>
            <p:nvPr/>
          </p:nvSpPr>
          <p:spPr>
            <a:xfrm rot="18048334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3" name="Folyamatábra: Egyesítés 152">
              <a:extLst>
                <a:ext uri="{FF2B5EF4-FFF2-40B4-BE49-F238E27FC236}">
                  <a16:creationId xmlns:a16="http://schemas.microsoft.com/office/drawing/2014/main" id="{BBF7691B-BA96-4262-9232-214F8256BE46}"/>
                </a:ext>
              </a:extLst>
            </p:cNvPr>
            <p:cNvSpPr/>
            <p:nvPr/>
          </p:nvSpPr>
          <p:spPr>
            <a:xfrm rot="17956799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4" name="Folyamatábra: Egyesítés 153">
              <a:extLst>
                <a:ext uri="{FF2B5EF4-FFF2-40B4-BE49-F238E27FC236}">
                  <a16:creationId xmlns:a16="http://schemas.microsoft.com/office/drawing/2014/main" id="{D83131AB-98EE-44F4-BB58-5766D14153E9}"/>
                </a:ext>
              </a:extLst>
            </p:cNvPr>
            <p:cNvSpPr/>
            <p:nvPr/>
          </p:nvSpPr>
          <p:spPr>
            <a:xfrm rot="14993509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5" name="Folyamatábra: Egyesítés 154">
              <a:extLst>
                <a:ext uri="{FF2B5EF4-FFF2-40B4-BE49-F238E27FC236}">
                  <a16:creationId xmlns:a16="http://schemas.microsoft.com/office/drawing/2014/main" id="{3F4BBEBA-BC26-4E1C-92EF-4EDBD3B0F002}"/>
                </a:ext>
              </a:extLst>
            </p:cNvPr>
            <p:cNvSpPr/>
            <p:nvPr/>
          </p:nvSpPr>
          <p:spPr>
            <a:xfrm rot="18688260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6" name="Folyamatábra: Egyesítés 155">
              <a:extLst>
                <a:ext uri="{FF2B5EF4-FFF2-40B4-BE49-F238E27FC236}">
                  <a16:creationId xmlns:a16="http://schemas.microsoft.com/office/drawing/2014/main" id="{8D920B51-9338-4050-847B-E73891BE6F50}"/>
                </a:ext>
              </a:extLst>
            </p:cNvPr>
            <p:cNvSpPr/>
            <p:nvPr/>
          </p:nvSpPr>
          <p:spPr>
            <a:xfrm rot="17259950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7" name="Folyamatábra: Egyesítés 156">
              <a:extLst>
                <a:ext uri="{FF2B5EF4-FFF2-40B4-BE49-F238E27FC236}">
                  <a16:creationId xmlns:a16="http://schemas.microsoft.com/office/drawing/2014/main" id="{FE044802-F7F7-47DF-9E21-270BACA886F9}"/>
                </a:ext>
              </a:extLst>
            </p:cNvPr>
            <p:cNvSpPr/>
            <p:nvPr/>
          </p:nvSpPr>
          <p:spPr>
            <a:xfrm rot="17852956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8" name="Folyamatábra: Egyesítés 157">
              <a:extLst>
                <a:ext uri="{FF2B5EF4-FFF2-40B4-BE49-F238E27FC236}">
                  <a16:creationId xmlns:a16="http://schemas.microsoft.com/office/drawing/2014/main" id="{696F19B0-B5DF-4318-8FCE-CD373BAED02E}"/>
                </a:ext>
              </a:extLst>
            </p:cNvPr>
            <p:cNvSpPr/>
            <p:nvPr/>
          </p:nvSpPr>
          <p:spPr>
            <a:xfrm rot="17698880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112697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" name="Csoportba foglalás 173">
            <a:extLst>
              <a:ext uri="{FF2B5EF4-FFF2-40B4-BE49-F238E27FC236}">
                <a16:creationId xmlns:a16="http://schemas.microsoft.com/office/drawing/2014/main" id="{5AEB609F-D643-40A9-A8C7-6452B8121791}"/>
              </a:ext>
            </a:extLst>
          </p:cNvPr>
          <p:cNvGrpSpPr/>
          <p:nvPr/>
        </p:nvGrpSpPr>
        <p:grpSpPr>
          <a:xfrm>
            <a:off x="-1263238" y="5256529"/>
            <a:ext cx="2225019" cy="1474687"/>
            <a:chOff x="-1940302" y="5316774"/>
            <a:chExt cx="2225019" cy="1474687"/>
          </a:xfrm>
        </p:grpSpPr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A496EDD2-F9AD-4C01-9063-8D4B5B162B97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Folyamatábra: Kézi művelet 175">
              <a:extLst>
                <a:ext uri="{FF2B5EF4-FFF2-40B4-BE49-F238E27FC236}">
                  <a16:creationId xmlns:a16="http://schemas.microsoft.com/office/drawing/2014/main" id="{DA7FE705-F604-41C1-AAD6-D7EF573886D1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Háromszög 176">
              <a:extLst>
                <a:ext uri="{FF2B5EF4-FFF2-40B4-BE49-F238E27FC236}">
                  <a16:creationId xmlns:a16="http://schemas.microsoft.com/office/drawing/2014/main" id="{AC5AC4E5-95BA-407A-8D66-2367232F9FC8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78" name="Picture 2" descr="Forráskép megtekintése">
              <a:extLst>
                <a:ext uri="{FF2B5EF4-FFF2-40B4-BE49-F238E27FC236}">
                  <a16:creationId xmlns:a16="http://schemas.microsoft.com/office/drawing/2014/main" id="{9B937862-9E85-443B-86F5-EE18C5D194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9A4AFAE4-6EA7-40A8-8195-58DE08B5714D}"/>
              </a:ext>
            </a:extLst>
          </p:cNvPr>
          <p:cNvSpPr/>
          <p:nvPr/>
        </p:nvSpPr>
        <p:spPr>
          <a:xfrm rot="19577717">
            <a:off x="4513485" y="198333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23E3ADC5-ABD8-4096-B40E-5D874F1D62CC}"/>
              </a:ext>
            </a:extLst>
          </p:cNvPr>
          <p:cNvSpPr/>
          <p:nvPr/>
        </p:nvSpPr>
        <p:spPr>
          <a:xfrm rot="19577717">
            <a:off x="4751582" y="26694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30F376BF-ED10-4330-90D5-DE0ED2E1E42E}"/>
              </a:ext>
            </a:extLst>
          </p:cNvPr>
          <p:cNvSpPr/>
          <p:nvPr/>
        </p:nvSpPr>
        <p:spPr>
          <a:xfrm rot="19577717">
            <a:off x="6858677" y="27938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6" name="Csoportba foglalás 5">
            <a:extLst>
              <a:ext uri="{FF2B5EF4-FFF2-40B4-BE49-F238E27FC236}">
                <a16:creationId xmlns:a16="http://schemas.microsoft.com/office/drawing/2014/main" id="{7DB24740-D036-4530-BFE4-0E9B8417DC56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30D9584E-390A-41C5-844F-CCF3B0F2BB3A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1" name="Ellipszis 10">
                <a:extLst>
                  <a:ext uri="{FF2B5EF4-FFF2-40B4-BE49-F238E27FC236}">
                    <a16:creationId xmlns:a16="http://schemas.microsoft.com/office/drawing/2014/main" id="{7052DEAB-7EED-46AD-AD6C-7F073AB752EB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AE0F6F18-F752-41DD-9DA4-C583292232EB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1ED2F715-01EA-455D-98EB-FA0BB7CA1E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869E82AB-B0A8-44FC-AD95-EF67BD2795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AC97CADD-133F-42EC-8E75-25D3A38026C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6" name="Egyenes összekötő 15">
                <a:extLst>
                  <a:ext uri="{FF2B5EF4-FFF2-40B4-BE49-F238E27FC236}">
                    <a16:creationId xmlns:a16="http://schemas.microsoft.com/office/drawing/2014/main" id="{7023D793-1D79-48DE-A03D-ED064DA21E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E2E0AF46-4C10-4B95-9431-DDB6FABDCF2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D8F9BA5E-E9BA-42FD-8B3C-7764909189F9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0" name="Egyenes összekötő 9">
              <a:extLst>
                <a:ext uri="{FF2B5EF4-FFF2-40B4-BE49-F238E27FC236}">
                  <a16:creationId xmlns:a16="http://schemas.microsoft.com/office/drawing/2014/main" id="{6F238BED-0706-4E89-A48F-9FA21F2AF92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7" name="Téglalap 16">
            <a:extLst>
              <a:ext uri="{FF2B5EF4-FFF2-40B4-BE49-F238E27FC236}">
                <a16:creationId xmlns:a16="http://schemas.microsoft.com/office/drawing/2014/main" id="{2079940E-A541-437D-A8C6-1819D7BFAE1A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EADF7FB7-3098-4AB5-8B7F-9A557EB55339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9" name="Csoportba foglalás 18">
              <a:extLst>
                <a:ext uri="{FF2B5EF4-FFF2-40B4-BE49-F238E27FC236}">
                  <a16:creationId xmlns:a16="http://schemas.microsoft.com/office/drawing/2014/main" id="{17AD11E0-57F2-4EAF-B310-CC16C991403C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2" name="Henger 21">
                <a:extLst>
                  <a:ext uri="{FF2B5EF4-FFF2-40B4-BE49-F238E27FC236}">
                    <a16:creationId xmlns:a16="http://schemas.microsoft.com/office/drawing/2014/main" id="{119B1867-A75F-4D11-813D-6DA4CE896C90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" name="Ellipszis 22">
                <a:extLst>
                  <a:ext uri="{FF2B5EF4-FFF2-40B4-BE49-F238E27FC236}">
                    <a16:creationId xmlns:a16="http://schemas.microsoft.com/office/drawing/2014/main" id="{A0089490-37F3-476D-9FF2-8634F4322E3B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4" name="Téglalap 23">
                <a:extLst>
                  <a:ext uri="{FF2B5EF4-FFF2-40B4-BE49-F238E27FC236}">
                    <a16:creationId xmlns:a16="http://schemas.microsoft.com/office/drawing/2014/main" id="{1EBF7454-DA2F-433F-A98C-CE1ACCC4305F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5" name="Ellipszis 24">
                <a:extLst>
                  <a:ext uri="{FF2B5EF4-FFF2-40B4-BE49-F238E27FC236}">
                    <a16:creationId xmlns:a16="http://schemas.microsoft.com/office/drawing/2014/main" id="{7CF1A508-5AFB-4520-A7E5-6184E957D134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B25E5573-C40E-4B42-BDA7-DE0B2C6618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" name="Egyenes összekötő 26">
                <a:extLst>
                  <a:ext uri="{FF2B5EF4-FFF2-40B4-BE49-F238E27FC236}">
                    <a16:creationId xmlns:a16="http://schemas.microsoft.com/office/drawing/2014/main" id="{5C3A95DC-1B42-46F2-9DD9-A5E10A9E16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EB91E308-3A00-454B-A5C3-C75299D69E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F16E4D68-15B6-401C-832B-FBE96A60326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0" name="Ellipszis 29">
                <a:extLst>
                  <a:ext uri="{FF2B5EF4-FFF2-40B4-BE49-F238E27FC236}">
                    <a16:creationId xmlns:a16="http://schemas.microsoft.com/office/drawing/2014/main" id="{E42927B2-2060-4BE1-AF17-2EA2D395BEB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20" name="Egyenes összekötő 19">
              <a:extLst>
                <a:ext uri="{FF2B5EF4-FFF2-40B4-BE49-F238E27FC236}">
                  <a16:creationId xmlns:a16="http://schemas.microsoft.com/office/drawing/2014/main" id="{100D3155-AB41-409B-B779-117E59C888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1" name="Egyenes összekötő 20">
              <a:extLst>
                <a:ext uri="{FF2B5EF4-FFF2-40B4-BE49-F238E27FC236}">
                  <a16:creationId xmlns:a16="http://schemas.microsoft.com/office/drawing/2014/main" id="{88B52921-930A-455D-9F07-A2B6FE5E91B9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31" name="Csoportba foglalás 30">
            <a:extLst>
              <a:ext uri="{FF2B5EF4-FFF2-40B4-BE49-F238E27FC236}">
                <a16:creationId xmlns:a16="http://schemas.microsoft.com/office/drawing/2014/main" id="{06AAB6B9-526F-4FA2-B450-264A999F2650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EC029219-30EC-4C87-9FE1-1D16C531AE3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4" name="Csoportba foglalás 73">
                <a:extLst>
                  <a:ext uri="{FF2B5EF4-FFF2-40B4-BE49-F238E27FC236}">
                    <a16:creationId xmlns:a16="http://schemas.microsoft.com/office/drawing/2014/main" id="{46D56DAF-D310-476D-9329-DA4C7A66D3CF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1D257299-A7CB-4E43-94B8-6C258973AF49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Derékszögű háromszög 77">
                  <a:extLst>
                    <a:ext uri="{FF2B5EF4-FFF2-40B4-BE49-F238E27FC236}">
                      <a16:creationId xmlns:a16="http://schemas.microsoft.com/office/drawing/2014/main" id="{4FFB379C-3BE2-4366-B3E1-7279854B339D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Téglalap 15">
                  <a:extLst>
                    <a:ext uri="{FF2B5EF4-FFF2-40B4-BE49-F238E27FC236}">
                      <a16:creationId xmlns:a16="http://schemas.microsoft.com/office/drawing/2014/main" id="{BDBB9019-6AD7-461D-9135-E7FD3987FF72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0" name="Folyamatábra: Tárolt adat 17">
                  <a:extLst>
                    <a:ext uri="{FF2B5EF4-FFF2-40B4-BE49-F238E27FC236}">
                      <a16:creationId xmlns:a16="http://schemas.microsoft.com/office/drawing/2014/main" id="{C95DAE2A-FD4C-4A00-AD3B-ED12485235CD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Derékszögű háromszög 80">
                  <a:extLst>
                    <a:ext uri="{FF2B5EF4-FFF2-40B4-BE49-F238E27FC236}">
                      <a16:creationId xmlns:a16="http://schemas.microsoft.com/office/drawing/2014/main" id="{4142C551-E3DD-4D73-A8AA-64A20BA2C73F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Romboid 81">
                  <a:extLst>
                    <a:ext uri="{FF2B5EF4-FFF2-40B4-BE49-F238E27FC236}">
                      <a16:creationId xmlns:a16="http://schemas.microsoft.com/office/drawing/2014/main" id="{F427BB3B-AC7E-4510-A4AC-3C5EDF170859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 82">
                  <a:extLst>
                    <a:ext uri="{FF2B5EF4-FFF2-40B4-BE49-F238E27FC236}">
                      <a16:creationId xmlns:a16="http://schemas.microsoft.com/office/drawing/2014/main" id="{79C8E976-2D39-4887-98FD-BF8210078B90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63BC8367-3FE8-47EE-9E31-F757898C1A4E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3A895F84-C766-42D0-8CB4-0A9462CA7018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07562363-B815-4A0D-9EFC-192D250A2E4B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Téglalap: lekerekített 86">
                  <a:extLst>
                    <a:ext uri="{FF2B5EF4-FFF2-40B4-BE49-F238E27FC236}">
                      <a16:creationId xmlns:a16="http://schemas.microsoft.com/office/drawing/2014/main" id="{848AEF04-49B5-41D7-9559-56AE61C83836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Téglalap: lekerekített 87">
                  <a:extLst>
                    <a:ext uri="{FF2B5EF4-FFF2-40B4-BE49-F238E27FC236}">
                      <a16:creationId xmlns:a16="http://schemas.microsoft.com/office/drawing/2014/main" id="{09CA07FC-B1BB-40E5-825C-443603A3E3A2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9" name="Téglalap: lekerekített 88">
                  <a:extLst>
                    <a:ext uri="{FF2B5EF4-FFF2-40B4-BE49-F238E27FC236}">
                      <a16:creationId xmlns:a16="http://schemas.microsoft.com/office/drawing/2014/main" id="{043911DC-565D-45DC-ACAF-B7A63855DC6E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5" name="Picture 2" descr="Forráskép megtekintése">
                <a:extLst>
                  <a:ext uri="{FF2B5EF4-FFF2-40B4-BE49-F238E27FC236}">
                    <a16:creationId xmlns:a16="http://schemas.microsoft.com/office/drawing/2014/main" id="{063BB034-A7CA-4E30-840F-EBA78AA3D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6" name="Picture 6" descr="Forráskép megtekintése">
                <a:extLst>
                  <a:ext uri="{FF2B5EF4-FFF2-40B4-BE49-F238E27FC236}">
                    <a16:creationId xmlns:a16="http://schemas.microsoft.com/office/drawing/2014/main" id="{48977DC8-95A9-410A-83EB-4855776287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880102AD-BA8C-4EC9-98E4-93A9E5932F2D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62" name="Csoportba foglalás 61">
                <a:extLst>
                  <a:ext uri="{FF2B5EF4-FFF2-40B4-BE49-F238E27FC236}">
                    <a16:creationId xmlns:a16="http://schemas.microsoft.com/office/drawing/2014/main" id="{DE50F100-FA37-4135-A7E4-C8E3FC22E4BF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5" name="Henger 64">
                  <a:extLst>
                    <a:ext uri="{FF2B5EF4-FFF2-40B4-BE49-F238E27FC236}">
                      <a16:creationId xmlns:a16="http://schemas.microsoft.com/office/drawing/2014/main" id="{D92C4A92-AA6E-47C6-923E-0F2D2DF81C40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6" name="Ellipszis 65">
                  <a:extLst>
                    <a:ext uri="{FF2B5EF4-FFF2-40B4-BE49-F238E27FC236}">
                      <a16:creationId xmlns:a16="http://schemas.microsoft.com/office/drawing/2014/main" id="{2B50893F-BB72-4F73-A8DA-EA6F1E9009C8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Téglalap 66">
                  <a:extLst>
                    <a:ext uri="{FF2B5EF4-FFF2-40B4-BE49-F238E27FC236}">
                      <a16:creationId xmlns:a16="http://schemas.microsoft.com/office/drawing/2014/main" id="{ADFC9E1D-5C84-4B6F-BB75-33B731BA92FA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8" name="Ellipszis 67">
                  <a:extLst>
                    <a:ext uri="{FF2B5EF4-FFF2-40B4-BE49-F238E27FC236}">
                      <a16:creationId xmlns:a16="http://schemas.microsoft.com/office/drawing/2014/main" id="{E388E7AF-1E9E-4D5A-8770-34DBA622324E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F0B2F19D-5DDD-48D8-9266-6D1AE4749F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C79ABA3E-0FD4-4743-BA58-CE32C05AB1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08AFC643-2C79-4667-B999-DE2793AA95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Egyenes összekötő 71">
                  <a:extLst>
                    <a:ext uri="{FF2B5EF4-FFF2-40B4-BE49-F238E27FC236}">
                      <a16:creationId xmlns:a16="http://schemas.microsoft.com/office/drawing/2014/main" id="{056CFB76-92D1-447B-965E-AD32295FD7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3" name="Ellipszis 72">
                  <a:extLst>
                    <a:ext uri="{FF2B5EF4-FFF2-40B4-BE49-F238E27FC236}">
                      <a16:creationId xmlns:a16="http://schemas.microsoft.com/office/drawing/2014/main" id="{77CE0AD1-6748-44B7-A8C4-94C4D17E3918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9E06DCBA-6726-44E2-8C54-C5CBB5BAA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4" name="Egyenes összekötő 63">
                <a:extLst>
                  <a:ext uri="{FF2B5EF4-FFF2-40B4-BE49-F238E27FC236}">
                    <a16:creationId xmlns:a16="http://schemas.microsoft.com/office/drawing/2014/main" id="{DE8553C3-1064-44B6-97A4-ED6DC5EC41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4" name="Csoportba foglalás 33">
              <a:extLst>
                <a:ext uri="{FF2B5EF4-FFF2-40B4-BE49-F238E27FC236}">
                  <a16:creationId xmlns:a16="http://schemas.microsoft.com/office/drawing/2014/main" id="{30492DAC-7BE9-4252-81FF-3D314CF1609E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52" name="Henger 51">
                <a:extLst>
                  <a:ext uri="{FF2B5EF4-FFF2-40B4-BE49-F238E27FC236}">
                    <a16:creationId xmlns:a16="http://schemas.microsoft.com/office/drawing/2014/main" id="{DA96CC91-80FF-4A7C-B8A3-3EA333A71037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3" name="Csoportba foglalás 52">
                <a:extLst>
                  <a:ext uri="{FF2B5EF4-FFF2-40B4-BE49-F238E27FC236}">
                    <a16:creationId xmlns:a16="http://schemas.microsoft.com/office/drawing/2014/main" id="{913B1177-31A4-415C-BBEC-47AA747049F1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5" name="Ellipszis 54">
                  <a:extLst>
                    <a:ext uri="{FF2B5EF4-FFF2-40B4-BE49-F238E27FC236}">
                      <a16:creationId xmlns:a16="http://schemas.microsoft.com/office/drawing/2014/main" id="{4125D11C-23A7-4AC5-A0FD-A9B54E356FAF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6" name="Ellipszis 55">
                  <a:extLst>
                    <a:ext uri="{FF2B5EF4-FFF2-40B4-BE49-F238E27FC236}">
                      <a16:creationId xmlns:a16="http://schemas.microsoft.com/office/drawing/2014/main" id="{54098744-D38D-426B-8C61-86AFD21CDB45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C5470C53-2BAE-452D-89F1-9E93D95071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B8DCC938-9697-4060-92DA-37B8643CFB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Egyenes összekötő 58">
                  <a:extLst>
                    <a:ext uri="{FF2B5EF4-FFF2-40B4-BE49-F238E27FC236}">
                      <a16:creationId xmlns:a16="http://schemas.microsoft.com/office/drawing/2014/main" id="{7D88AEB7-4332-4A0B-904F-70A67F2922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Egyenes összekötő 59">
                  <a:extLst>
                    <a:ext uri="{FF2B5EF4-FFF2-40B4-BE49-F238E27FC236}">
                      <a16:creationId xmlns:a16="http://schemas.microsoft.com/office/drawing/2014/main" id="{8CA42176-EF01-4DDC-86D0-D0127EACB3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1" name="Ellipszis 60">
                  <a:extLst>
                    <a:ext uri="{FF2B5EF4-FFF2-40B4-BE49-F238E27FC236}">
                      <a16:creationId xmlns:a16="http://schemas.microsoft.com/office/drawing/2014/main" id="{184A07EF-7978-464A-943C-159B7FDB8AE0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4" name="Téglalap 53">
                <a:extLst>
                  <a:ext uri="{FF2B5EF4-FFF2-40B4-BE49-F238E27FC236}">
                    <a16:creationId xmlns:a16="http://schemas.microsoft.com/office/drawing/2014/main" id="{E954B57F-DD72-48B2-B995-6110546538CC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5" name="Csoportba foglalás 34">
              <a:extLst>
                <a:ext uri="{FF2B5EF4-FFF2-40B4-BE49-F238E27FC236}">
                  <a16:creationId xmlns:a16="http://schemas.microsoft.com/office/drawing/2014/main" id="{95754086-5188-4579-87D8-A470971D9389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6" name="Csoportba foglalás 35">
                <a:extLst>
                  <a:ext uri="{FF2B5EF4-FFF2-40B4-BE49-F238E27FC236}">
                    <a16:creationId xmlns:a16="http://schemas.microsoft.com/office/drawing/2014/main" id="{2732DB1B-12CD-4D0A-A76E-0F78D1CB483F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4" name="Henger 43">
                  <a:extLst>
                    <a:ext uri="{FF2B5EF4-FFF2-40B4-BE49-F238E27FC236}">
                      <a16:creationId xmlns:a16="http://schemas.microsoft.com/office/drawing/2014/main" id="{546287D1-1E5D-46CE-8C3D-A08E407F48D8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5" name="Ellipszis 44">
                  <a:extLst>
                    <a:ext uri="{FF2B5EF4-FFF2-40B4-BE49-F238E27FC236}">
                      <a16:creationId xmlns:a16="http://schemas.microsoft.com/office/drawing/2014/main" id="{16B05D9C-780D-4212-8962-B5F272FCF2EE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6" name="Ív 45">
                  <a:extLst>
                    <a:ext uri="{FF2B5EF4-FFF2-40B4-BE49-F238E27FC236}">
                      <a16:creationId xmlns:a16="http://schemas.microsoft.com/office/drawing/2014/main" id="{E89C2632-B02E-4D1F-A136-3F8C52C60765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7" name="Picture 2" descr="Forráskép megtekintése">
                  <a:extLst>
                    <a:ext uri="{FF2B5EF4-FFF2-40B4-BE49-F238E27FC236}">
                      <a16:creationId xmlns:a16="http://schemas.microsoft.com/office/drawing/2014/main" id="{A5F6AD59-6081-498A-B519-9FF304D58B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8" name="Téglalap 47">
                  <a:extLst>
                    <a:ext uri="{FF2B5EF4-FFF2-40B4-BE49-F238E27FC236}">
                      <a16:creationId xmlns:a16="http://schemas.microsoft.com/office/drawing/2014/main" id="{AA8B57ED-FC60-473A-B5B9-A14B9DF3B508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9" name="Csillag: 4 ágú 48">
                  <a:extLst>
                    <a:ext uri="{FF2B5EF4-FFF2-40B4-BE49-F238E27FC236}">
                      <a16:creationId xmlns:a16="http://schemas.microsoft.com/office/drawing/2014/main" id="{D153F4D9-1EB4-485A-A17C-C93ED8257F2D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Szabadkézi sokszög: alakzat 49">
                  <a:extLst>
                    <a:ext uri="{FF2B5EF4-FFF2-40B4-BE49-F238E27FC236}">
                      <a16:creationId xmlns:a16="http://schemas.microsoft.com/office/drawing/2014/main" id="{E25F00D2-1198-465C-8268-9727B4DD0FFF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1" name="Ellipszis 50">
                  <a:extLst>
                    <a:ext uri="{FF2B5EF4-FFF2-40B4-BE49-F238E27FC236}">
                      <a16:creationId xmlns:a16="http://schemas.microsoft.com/office/drawing/2014/main" id="{89D42D3A-20E7-46A1-81FD-737623F2DC1B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391BE394-03A4-45BF-AB20-E1D64245EDDA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" name="Ellipszis 37">
                <a:extLst>
                  <a:ext uri="{FF2B5EF4-FFF2-40B4-BE49-F238E27FC236}">
                    <a16:creationId xmlns:a16="http://schemas.microsoft.com/office/drawing/2014/main" id="{36B2A560-A100-4DD9-B4F4-B1BDF130521F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9" name="Egyenes összekötő 38">
                <a:extLst>
                  <a:ext uri="{FF2B5EF4-FFF2-40B4-BE49-F238E27FC236}">
                    <a16:creationId xmlns:a16="http://schemas.microsoft.com/office/drawing/2014/main" id="{33FE7417-0971-4ED5-ADED-9847A7349A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40" name="Ellipszis 39">
                <a:extLst>
                  <a:ext uri="{FF2B5EF4-FFF2-40B4-BE49-F238E27FC236}">
                    <a16:creationId xmlns:a16="http://schemas.microsoft.com/office/drawing/2014/main" id="{7D338792-7FA8-49E5-90AD-43F13B5A98D9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1" name="Ellipszis 40">
                <a:extLst>
                  <a:ext uri="{FF2B5EF4-FFF2-40B4-BE49-F238E27FC236}">
                    <a16:creationId xmlns:a16="http://schemas.microsoft.com/office/drawing/2014/main" id="{46377EA0-5778-4A40-8E3B-CD1B917CF1BC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42" name="Kép 41">
                <a:extLst>
                  <a:ext uri="{FF2B5EF4-FFF2-40B4-BE49-F238E27FC236}">
                    <a16:creationId xmlns:a16="http://schemas.microsoft.com/office/drawing/2014/main" id="{BE6FD610-0E42-4195-A4FB-D78A2B0975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3" name="Egyenes összekötő 42">
                <a:extLst>
                  <a:ext uri="{FF2B5EF4-FFF2-40B4-BE49-F238E27FC236}">
                    <a16:creationId xmlns:a16="http://schemas.microsoft.com/office/drawing/2014/main" id="{4F4E1CB8-A6D9-470C-BDE5-B0F11DC3BCB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90" name="Könnycsepp 89">
            <a:extLst>
              <a:ext uri="{FF2B5EF4-FFF2-40B4-BE49-F238E27FC236}">
                <a16:creationId xmlns:a16="http://schemas.microsoft.com/office/drawing/2014/main" id="{491647D1-4246-4DF7-A9B1-20BEC7230286}"/>
              </a:ext>
            </a:extLst>
          </p:cNvPr>
          <p:cNvSpPr/>
          <p:nvPr/>
        </p:nvSpPr>
        <p:spPr>
          <a:xfrm rot="19577717">
            <a:off x="2787434" y="22019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FA197BC0-D8FE-4297-A26C-CF8F7B813C71}"/>
              </a:ext>
            </a:extLst>
          </p:cNvPr>
          <p:cNvSpPr/>
          <p:nvPr/>
        </p:nvSpPr>
        <p:spPr>
          <a:xfrm rot="19577717">
            <a:off x="1505077" y="10649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E25E7FF3-424C-409D-A30F-AEF907198902}"/>
              </a:ext>
            </a:extLst>
          </p:cNvPr>
          <p:cNvSpPr/>
          <p:nvPr/>
        </p:nvSpPr>
        <p:spPr>
          <a:xfrm rot="19577717">
            <a:off x="2178180" y="386032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CC33791F-026A-4061-87C8-C9C92A5919E1}"/>
              </a:ext>
            </a:extLst>
          </p:cNvPr>
          <p:cNvSpPr/>
          <p:nvPr/>
        </p:nvSpPr>
        <p:spPr>
          <a:xfrm rot="19577717">
            <a:off x="1252527" y="11867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A0F55A9A-57E2-42DD-830F-347048A8E00A}"/>
              </a:ext>
            </a:extLst>
          </p:cNvPr>
          <p:cNvSpPr/>
          <p:nvPr/>
        </p:nvSpPr>
        <p:spPr>
          <a:xfrm rot="19577717">
            <a:off x="1973477" y="14856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4C2BDD0F-7532-4D93-AF75-BB2274880319}"/>
              </a:ext>
            </a:extLst>
          </p:cNvPr>
          <p:cNvSpPr/>
          <p:nvPr/>
        </p:nvSpPr>
        <p:spPr>
          <a:xfrm rot="19577717">
            <a:off x="1702040" y="35421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F9ED21AA-7707-4BE2-AEF3-D97A5DEC707C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4B656382-CB2E-4CFD-B648-0E8794B5394B}"/>
              </a:ext>
            </a:extLst>
          </p:cNvPr>
          <p:cNvSpPr/>
          <p:nvPr/>
        </p:nvSpPr>
        <p:spPr>
          <a:xfrm rot="19577717">
            <a:off x="1128722" y="28700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0F6CFDFA-CA46-4865-9419-1DF666CAA3F5}"/>
              </a:ext>
            </a:extLst>
          </p:cNvPr>
          <p:cNvSpPr/>
          <p:nvPr/>
        </p:nvSpPr>
        <p:spPr>
          <a:xfrm rot="18333733">
            <a:off x="1940583" y="47522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883BEE6D-549D-4E9F-81A6-E754FE821CAA}"/>
              </a:ext>
            </a:extLst>
          </p:cNvPr>
          <p:cNvSpPr/>
          <p:nvPr/>
        </p:nvSpPr>
        <p:spPr>
          <a:xfrm rot="19577717">
            <a:off x="796338" y="24107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Könnycsepp 99">
            <a:extLst>
              <a:ext uri="{FF2B5EF4-FFF2-40B4-BE49-F238E27FC236}">
                <a16:creationId xmlns:a16="http://schemas.microsoft.com/office/drawing/2014/main" id="{B5279DF9-054E-4662-A6C7-C0B0892E085D}"/>
              </a:ext>
            </a:extLst>
          </p:cNvPr>
          <p:cNvSpPr/>
          <p:nvPr/>
        </p:nvSpPr>
        <p:spPr>
          <a:xfrm rot="19577717">
            <a:off x="2823329" y="32786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Felhő 100">
            <a:extLst>
              <a:ext uri="{FF2B5EF4-FFF2-40B4-BE49-F238E27FC236}">
                <a16:creationId xmlns:a16="http://schemas.microsoft.com/office/drawing/2014/main" id="{B4795266-7884-438C-8ABA-854AFD764D8B}"/>
              </a:ext>
            </a:extLst>
          </p:cNvPr>
          <p:cNvSpPr/>
          <p:nvPr/>
        </p:nvSpPr>
        <p:spPr>
          <a:xfrm>
            <a:off x="689940" y="24844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2B7D548C-C9E0-4E4D-90DB-C67C525F2380}"/>
              </a:ext>
            </a:extLst>
          </p:cNvPr>
          <p:cNvSpPr/>
          <p:nvPr/>
        </p:nvSpPr>
        <p:spPr>
          <a:xfrm rot="19577717">
            <a:off x="1409907" y="24467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B8F54043-499A-4058-9707-C4E9190B6D05}"/>
              </a:ext>
            </a:extLst>
          </p:cNvPr>
          <p:cNvSpPr/>
          <p:nvPr/>
        </p:nvSpPr>
        <p:spPr>
          <a:xfrm rot="19577717">
            <a:off x="1212143" y="14589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78265947-2EA1-4672-9AE6-B80724A6F37B}"/>
              </a:ext>
            </a:extLst>
          </p:cNvPr>
          <p:cNvSpPr/>
          <p:nvPr/>
        </p:nvSpPr>
        <p:spPr>
          <a:xfrm rot="19577717">
            <a:off x="1526134" y="176874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759F8CF6-6023-4637-A529-402EE5C14BB3}"/>
              </a:ext>
            </a:extLst>
          </p:cNvPr>
          <p:cNvSpPr/>
          <p:nvPr/>
        </p:nvSpPr>
        <p:spPr>
          <a:xfrm rot="19577717">
            <a:off x="3049956" y="131535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ADD14E42-D079-4A2F-9B15-A3BE352038D1}"/>
              </a:ext>
            </a:extLst>
          </p:cNvPr>
          <p:cNvSpPr/>
          <p:nvPr/>
        </p:nvSpPr>
        <p:spPr>
          <a:xfrm rot="19577717">
            <a:off x="6060666" y="17165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7B882FF1-3D26-4DCE-BCF4-A175F9BDACE8}"/>
              </a:ext>
            </a:extLst>
          </p:cNvPr>
          <p:cNvSpPr/>
          <p:nvPr/>
        </p:nvSpPr>
        <p:spPr>
          <a:xfrm rot="19577717">
            <a:off x="3474465" y="115870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8D901744-9858-43A3-9D59-80FB37C4C159}"/>
              </a:ext>
            </a:extLst>
          </p:cNvPr>
          <p:cNvSpPr/>
          <p:nvPr/>
        </p:nvSpPr>
        <p:spPr>
          <a:xfrm rot="19577717">
            <a:off x="4055481" y="16915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AE0C7991-B505-470E-8D9F-0AF5DA5FC1FE}"/>
              </a:ext>
            </a:extLst>
          </p:cNvPr>
          <p:cNvSpPr/>
          <p:nvPr/>
        </p:nvSpPr>
        <p:spPr>
          <a:xfrm rot="19577717">
            <a:off x="2566692" y="169004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80F79EC5-FA84-4CBF-9C15-0B39148095BE}"/>
              </a:ext>
            </a:extLst>
          </p:cNvPr>
          <p:cNvSpPr/>
          <p:nvPr/>
        </p:nvSpPr>
        <p:spPr>
          <a:xfrm rot="19577717">
            <a:off x="4783295" y="17055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EEC69673-12E7-4CEF-AD20-A92CE59E071D}"/>
              </a:ext>
            </a:extLst>
          </p:cNvPr>
          <p:cNvSpPr/>
          <p:nvPr/>
        </p:nvSpPr>
        <p:spPr>
          <a:xfrm rot="19577717">
            <a:off x="4312197" y="15481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57CB67C0-CB56-442D-BA8C-B87B77779F41}"/>
              </a:ext>
            </a:extLst>
          </p:cNvPr>
          <p:cNvSpPr/>
          <p:nvPr/>
        </p:nvSpPr>
        <p:spPr>
          <a:xfrm rot="19577717">
            <a:off x="5009249" y="29763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0E2D1F2F-DE84-411C-BDE5-7D904FDD16C9}"/>
              </a:ext>
            </a:extLst>
          </p:cNvPr>
          <p:cNvSpPr/>
          <p:nvPr/>
        </p:nvSpPr>
        <p:spPr>
          <a:xfrm rot="19577717">
            <a:off x="2019453" y="23025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0E91D8BD-874A-422B-9C9C-284F9344B8EC}"/>
              </a:ext>
            </a:extLst>
          </p:cNvPr>
          <p:cNvSpPr/>
          <p:nvPr/>
        </p:nvSpPr>
        <p:spPr>
          <a:xfrm rot="19577717">
            <a:off x="3086843" y="253525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50A82F56-1DEB-40CD-8C5C-B582F84A5AAB}"/>
              </a:ext>
            </a:extLst>
          </p:cNvPr>
          <p:cNvSpPr/>
          <p:nvPr/>
        </p:nvSpPr>
        <p:spPr>
          <a:xfrm rot="19577717">
            <a:off x="2303390" y="28394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F9055CBC-9D7F-4272-A324-D2835D4F8792}"/>
              </a:ext>
            </a:extLst>
          </p:cNvPr>
          <p:cNvSpPr/>
          <p:nvPr/>
        </p:nvSpPr>
        <p:spPr>
          <a:xfrm rot="19577717">
            <a:off x="2261455" y="397321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1347FB6E-9F23-43AA-BEE6-1728C4A285FC}"/>
              </a:ext>
            </a:extLst>
          </p:cNvPr>
          <p:cNvSpPr/>
          <p:nvPr/>
        </p:nvSpPr>
        <p:spPr>
          <a:xfrm rot="2022283" flipH="1">
            <a:off x="3348642" y="44667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92A5FADD-D05F-4FA4-A4EB-FB508D444AC6}"/>
              </a:ext>
            </a:extLst>
          </p:cNvPr>
          <p:cNvSpPr/>
          <p:nvPr/>
        </p:nvSpPr>
        <p:spPr>
          <a:xfrm rot="2022283" flipH="1">
            <a:off x="4438778" y="31629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B19A3FA3-1209-4DAA-B773-AC8F622E2346}"/>
              </a:ext>
            </a:extLst>
          </p:cNvPr>
          <p:cNvSpPr/>
          <p:nvPr/>
        </p:nvSpPr>
        <p:spPr>
          <a:xfrm rot="2022283" flipH="1">
            <a:off x="4371335" y="37096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Könnycsepp 119">
            <a:extLst>
              <a:ext uri="{FF2B5EF4-FFF2-40B4-BE49-F238E27FC236}">
                <a16:creationId xmlns:a16="http://schemas.microsoft.com/office/drawing/2014/main" id="{B101EF8C-F196-4DED-BCA6-E73B1CD2428C}"/>
              </a:ext>
            </a:extLst>
          </p:cNvPr>
          <p:cNvSpPr/>
          <p:nvPr/>
        </p:nvSpPr>
        <p:spPr>
          <a:xfrm rot="2022283" flipH="1">
            <a:off x="3496374" y="34057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36EA60EA-512C-40C0-81C7-62E6C1DA9C7A}"/>
              </a:ext>
            </a:extLst>
          </p:cNvPr>
          <p:cNvSpPr/>
          <p:nvPr/>
        </p:nvSpPr>
        <p:spPr>
          <a:xfrm>
            <a:off x="4485516" y="510927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Felhő 121">
            <a:extLst>
              <a:ext uri="{FF2B5EF4-FFF2-40B4-BE49-F238E27FC236}">
                <a16:creationId xmlns:a16="http://schemas.microsoft.com/office/drawing/2014/main" id="{AD86A6F0-96D3-4439-82A1-E3940B77AB16}"/>
              </a:ext>
            </a:extLst>
          </p:cNvPr>
          <p:cNvSpPr/>
          <p:nvPr/>
        </p:nvSpPr>
        <p:spPr>
          <a:xfrm>
            <a:off x="7767690" y="358568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9C0DA2A2-6BAB-45FB-B70D-F2DB03F640DA}"/>
              </a:ext>
            </a:extLst>
          </p:cNvPr>
          <p:cNvSpPr/>
          <p:nvPr/>
        </p:nvSpPr>
        <p:spPr>
          <a:xfrm rot="19577717">
            <a:off x="4736707" y="18706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64963B7D-BA82-4C1D-A3EE-99DA6E69F7E3}"/>
              </a:ext>
            </a:extLst>
          </p:cNvPr>
          <p:cNvSpPr/>
          <p:nvPr/>
        </p:nvSpPr>
        <p:spPr>
          <a:xfrm rot="19577717">
            <a:off x="7632690" y="27583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267010F2-D8E2-452C-AF1F-6AFB3A2A7369}"/>
              </a:ext>
            </a:extLst>
          </p:cNvPr>
          <p:cNvSpPr/>
          <p:nvPr/>
        </p:nvSpPr>
        <p:spPr>
          <a:xfrm rot="19577717">
            <a:off x="6415218" y="32416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9549873C-E247-4E32-B47A-4F8E9F2A1EBA}"/>
              </a:ext>
            </a:extLst>
          </p:cNvPr>
          <p:cNvSpPr/>
          <p:nvPr/>
        </p:nvSpPr>
        <p:spPr>
          <a:xfrm rot="19577717">
            <a:off x="8797604" y="17329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67EDB4D7-E8BA-4086-BD6C-304871122501}"/>
              </a:ext>
            </a:extLst>
          </p:cNvPr>
          <p:cNvSpPr/>
          <p:nvPr/>
        </p:nvSpPr>
        <p:spPr>
          <a:xfrm rot="19577717">
            <a:off x="4698979" y="252802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379DE0ED-D2A5-4475-B00A-7AEF7189E32C}"/>
              </a:ext>
            </a:extLst>
          </p:cNvPr>
          <p:cNvSpPr/>
          <p:nvPr/>
        </p:nvSpPr>
        <p:spPr>
          <a:xfrm rot="19577717">
            <a:off x="8319462" y="294968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76B357DC-A2C5-4611-B784-D3797F3B9BEF}"/>
              </a:ext>
            </a:extLst>
          </p:cNvPr>
          <p:cNvSpPr/>
          <p:nvPr/>
        </p:nvSpPr>
        <p:spPr>
          <a:xfrm rot="19577717">
            <a:off x="8118855" y="22101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80D2EADD-E6F4-4DA5-82CE-69A39C4A7FA8}"/>
              </a:ext>
            </a:extLst>
          </p:cNvPr>
          <p:cNvSpPr/>
          <p:nvPr/>
        </p:nvSpPr>
        <p:spPr>
          <a:xfrm rot="19577717">
            <a:off x="9949320" y="23860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FADD7593-5A7C-4664-B320-724C6CDB4FD6}"/>
              </a:ext>
            </a:extLst>
          </p:cNvPr>
          <p:cNvSpPr/>
          <p:nvPr/>
        </p:nvSpPr>
        <p:spPr>
          <a:xfrm rot="19577717">
            <a:off x="8562867" y="20521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7B074F98-9261-4A80-A27B-1E2AD7F98ED6}"/>
              </a:ext>
            </a:extLst>
          </p:cNvPr>
          <p:cNvSpPr/>
          <p:nvPr/>
        </p:nvSpPr>
        <p:spPr>
          <a:xfrm rot="19577717">
            <a:off x="7176761" y="24267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0FC4EBFF-DBF0-46C2-B9C1-724FA300AAE8}"/>
              </a:ext>
            </a:extLst>
          </p:cNvPr>
          <p:cNvSpPr/>
          <p:nvPr/>
        </p:nvSpPr>
        <p:spPr>
          <a:xfrm rot="19577717">
            <a:off x="9249865" y="27526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B68DFB46-870C-4D49-A4D1-898DFEE96402}"/>
              </a:ext>
            </a:extLst>
          </p:cNvPr>
          <p:cNvSpPr/>
          <p:nvPr/>
        </p:nvSpPr>
        <p:spPr>
          <a:xfrm rot="19577717">
            <a:off x="7829397" y="192481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F399A6AE-192C-47CE-A4E3-F1C443E675F6}"/>
              </a:ext>
            </a:extLst>
          </p:cNvPr>
          <p:cNvSpPr/>
          <p:nvPr/>
        </p:nvSpPr>
        <p:spPr>
          <a:xfrm rot="19577717">
            <a:off x="5512929" y="20838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D778B8CE-C8CE-48B4-AEAB-039538EB12B0}"/>
              </a:ext>
            </a:extLst>
          </p:cNvPr>
          <p:cNvSpPr/>
          <p:nvPr/>
        </p:nvSpPr>
        <p:spPr>
          <a:xfrm rot="19577717">
            <a:off x="3693997" y="25031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08ED30F6-1D61-437A-86C7-868E26CD2A56}"/>
              </a:ext>
            </a:extLst>
          </p:cNvPr>
          <p:cNvSpPr/>
          <p:nvPr/>
        </p:nvSpPr>
        <p:spPr>
          <a:xfrm rot="19577717">
            <a:off x="1833054" y="26773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D65BAC1F-9685-45A6-94FE-66C62564F13F}"/>
              </a:ext>
            </a:extLst>
          </p:cNvPr>
          <p:cNvSpPr/>
          <p:nvPr/>
        </p:nvSpPr>
        <p:spPr>
          <a:xfrm rot="19577717">
            <a:off x="2414476" y="44234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54C11E9A-F3A4-480E-9E4D-9C6BCADE88F9}"/>
              </a:ext>
            </a:extLst>
          </p:cNvPr>
          <p:cNvSpPr/>
          <p:nvPr/>
        </p:nvSpPr>
        <p:spPr>
          <a:xfrm rot="19577717">
            <a:off x="1090536" y="46114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B7B0C82B-90EE-4B5A-A31C-2CEE4EE26BC2}"/>
              </a:ext>
            </a:extLst>
          </p:cNvPr>
          <p:cNvSpPr/>
          <p:nvPr/>
        </p:nvSpPr>
        <p:spPr>
          <a:xfrm rot="19577717">
            <a:off x="8548911" y="24562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72CF2040-5DD7-4F8E-AB15-2F68510A2A33}"/>
              </a:ext>
            </a:extLst>
          </p:cNvPr>
          <p:cNvSpPr/>
          <p:nvPr/>
        </p:nvSpPr>
        <p:spPr>
          <a:xfrm rot="19577717">
            <a:off x="9235909" y="31567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262342CA-423A-41B5-BA32-E983555AAED7}"/>
              </a:ext>
            </a:extLst>
          </p:cNvPr>
          <p:cNvSpPr/>
          <p:nvPr/>
        </p:nvSpPr>
        <p:spPr>
          <a:xfrm rot="19577717">
            <a:off x="10417141" y="20257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Könnycsepp 142">
            <a:extLst>
              <a:ext uri="{FF2B5EF4-FFF2-40B4-BE49-F238E27FC236}">
                <a16:creationId xmlns:a16="http://schemas.microsoft.com/office/drawing/2014/main" id="{E7B94FBC-0F0F-4216-8306-1DB8CD8B6E8D}"/>
              </a:ext>
            </a:extLst>
          </p:cNvPr>
          <p:cNvSpPr/>
          <p:nvPr/>
        </p:nvSpPr>
        <p:spPr>
          <a:xfrm rot="19577717">
            <a:off x="9016732" y="20959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BC5ECB66-DC4F-4A49-AFA9-7E8D7907A14B}"/>
              </a:ext>
            </a:extLst>
          </p:cNvPr>
          <p:cNvSpPr/>
          <p:nvPr/>
        </p:nvSpPr>
        <p:spPr>
          <a:xfrm rot="19577717">
            <a:off x="9871556" y="289120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E7E57684-4273-4BDA-8F86-3FDEFBD39EED}"/>
              </a:ext>
            </a:extLst>
          </p:cNvPr>
          <p:cNvSpPr/>
          <p:nvPr/>
        </p:nvSpPr>
        <p:spPr>
          <a:xfrm rot="19577717">
            <a:off x="8050186" y="51337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0FE147D6-C704-4B43-9714-BD6E2C30E29A}"/>
              </a:ext>
            </a:extLst>
          </p:cNvPr>
          <p:cNvSpPr/>
          <p:nvPr/>
        </p:nvSpPr>
        <p:spPr>
          <a:xfrm rot="2022283" flipH="1">
            <a:off x="7210080" y="49648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Könnycsepp 146">
            <a:extLst>
              <a:ext uri="{FF2B5EF4-FFF2-40B4-BE49-F238E27FC236}">
                <a16:creationId xmlns:a16="http://schemas.microsoft.com/office/drawing/2014/main" id="{2873BE57-A050-4E2E-82B8-A583B5C6EC5B}"/>
              </a:ext>
            </a:extLst>
          </p:cNvPr>
          <p:cNvSpPr/>
          <p:nvPr/>
        </p:nvSpPr>
        <p:spPr>
          <a:xfrm rot="2022283" flipH="1">
            <a:off x="4774233" y="320940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AB805CEF-F67D-4DD7-969F-10FCE163AA78}"/>
              </a:ext>
            </a:extLst>
          </p:cNvPr>
          <p:cNvSpPr/>
          <p:nvPr/>
        </p:nvSpPr>
        <p:spPr>
          <a:xfrm rot="2022283" flipH="1">
            <a:off x="7545535" y="501130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0DBC2A8B-25D5-4410-8C5D-F835A608E928}"/>
              </a:ext>
            </a:extLst>
          </p:cNvPr>
          <p:cNvSpPr/>
          <p:nvPr/>
        </p:nvSpPr>
        <p:spPr>
          <a:xfrm rot="19577717">
            <a:off x="7499940" y="431162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97D8FB6B-9001-42A1-8085-6D9C67C0F89A}"/>
              </a:ext>
            </a:extLst>
          </p:cNvPr>
          <p:cNvSpPr/>
          <p:nvPr/>
        </p:nvSpPr>
        <p:spPr>
          <a:xfrm rot="2022283" flipH="1">
            <a:off x="5334134" y="40609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4009FC11-47DA-4F8D-BAAD-F11FFC146FB4}"/>
              </a:ext>
            </a:extLst>
          </p:cNvPr>
          <p:cNvSpPr/>
          <p:nvPr/>
        </p:nvSpPr>
        <p:spPr>
          <a:xfrm rot="19577717">
            <a:off x="5623994" y="340771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49CA7953-858A-4E29-A8F0-77704C91A63E}"/>
              </a:ext>
            </a:extLst>
          </p:cNvPr>
          <p:cNvSpPr/>
          <p:nvPr/>
        </p:nvSpPr>
        <p:spPr>
          <a:xfrm rot="2022283" flipH="1">
            <a:off x="8756796" y="418977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EF0828C2-9473-4C4A-B964-7A7C217E2205}"/>
              </a:ext>
            </a:extLst>
          </p:cNvPr>
          <p:cNvSpPr/>
          <p:nvPr/>
        </p:nvSpPr>
        <p:spPr>
          <a:xfrm rot="2022283" flipH="1">
            <a:off x="3526053" y="522829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Könnycsepp 153">
            <a:extLst>
              <a:ext uri="{FF2B5EF4-FFF2-40B4-BE49-F238E27FC236}">
                <a16:creationId xmlns:a16="http://schemas.microsoft.com/office/drawing/2014/main" id="{A8457F1E-79C8-4CCF-B84E-FFD0AE9913F0}"/>
              </a:ext>
            </a:extLst>
          </p:cNvPr>
          <p:cNvSpPr/>
          <p:nvPr/>
        </p:nvSpPr>
        <p:spPr>
          <a:xfrm rot="2022283" flipH="1">
            <a:off x="5072769" y="44532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5" name="Könnycsepp 154">
            <a:extLst>
              <a:ext uri="{FF2B5EF4-FFF2-40B4-BE49-F238E27FC236}">
                <a16:creationId xmlns:a16="http://schemas.microsoft.com/office/drawing/2014/main" id="{F3A6791D-A493-4794-AFC9-548161EF0344}"/>
              </a:ext>
            </a:extLst>
          </p:cNvPr>
          <p:cNvSpPr/>
          <p:nvPr/>
        </p:nvSpPr>
        <p:spPr>
          <a:xfrm rot="18333733">
            <a:off x="2688673" y="52113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6" name="Könnycsepp 155">
            <a:extLst>
              <a:ext uri="{FF2B5EF4-FFF2-40B4-BE49-F238E27FC236}">
                <a16:creationId xmlns:a16="http://schemas.microsoft.com/office/drawing/2014/main" id="{3FF3F53E-D025-44DB-9068-359F75C56994}"/>
              </a:ext>
            </a:extLst>
          </p:cNvPr>
          <p:cNvSpPr/>
          <p:nvPr/>
        </p:nvSpPr>
        <p:spPr>
          <a:xfrm rot="2022283" flipH="1">
            <a:off x="4252882" y="49013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7" name="Könnycsepp 156">
            <a:extLst>
              <a:ext uri="{FF2B5EF4-FFF2-40B4-BE49-F238E27FC236}">
                <a16:creationId xmlns:a16="http://schemas.microsoft.com/office/drawing/2014/main" id="{468EF1D5-103D-4E05-96B8-39590DEE5A6F}"/>
              </a:ext>
            </a:extLst>
          </p:cNvPr>
          <p:cNvSpPr/>
          <p:nvPr/>
        </p:nvSpPr>
        <p:spPr>
          <a:xfrm rot="18333733">
            <a:off x="2260261" y="61278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8" name="Könnycsepp 157">
            <a:extLst>
              <a:ext uri="{FF2B5EF4-FFF2-40B4-BE49-F238E27FC236}">
                <a16:creationId xmlns:a16="http://schemas.microsoft.com/office/drawing/2014/main" id="{BB859AA0-4CAC-458B-9D70-269567528688}"/>
              </a:ext>
            </a:extLst>
          </p:cNvPr>
          <p:cNvSpPr/>
          <p:nvPr/>
        </p:nvSpPr>
        <p:spPr>
          <a:xfrm rot="2022283" flipH="1">
            <a:off x="3824470" y="58179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9" name="Könnycsepp 158">
            <a:extLst>
              <a:ext uri="{FF2B5EF4-FFF2-40B4-BE49-F238E27FC236}">
                <a16:creationId xmlns:a16="http://schemas.microsoft.com/office/drawing/2014/main" id="{7090DBBD-F198-4146-A8ED-246CE8A63AC2}"/>
              </a:ext>
            </a:extLst>
          </p:cNvPr>
          <p:cNvSpPr/>
          <p:nvPr/>
        </p:nvSpPr>
        <p:spPr>
          <a:xfrm rot="19577717">
            <a:off x="1164637" y="56295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60" name="Csoportba foglalás 159">
            <a:extLst>
              <a:ext uri="{FF2B5EF4-FFF2-40B4-BE49-F238E27FC236}">
                <a16:creationId xmlns:a16="http://schemas.microsoft.com/office/drawing/2014/main" id="{06791E26-7DF9-4C9E-BDFF-F58C1760E8EE}"/>
              </a:ext>
            </a:extLst>
          </p:cNvPr>
          <p:cNvGrpSpPr/>
          <p:nvPr/>
        </p:nvGrpSpPr>
        <p:grpSpPr>
          <a:xfrm>
            <a:off x="695211" y="6131272"/>
            <a:ext cx="11101604" cy="936521"/>
            <a:chOff x="695211" y="6131272"/>
            <a:chExt cx="11101604" cy="936521"/>
          </a:xfrm>
        </p:grpSpPr>
        <p:sp>
          <p:nvSpPr>
            <p:cNvPr id="161" name="Folyamatábra: Egyesítés 160">
              <a:extLst>
                <a:ext uri="{FF2B5EF4-FFF2-40B4-BE49-F238E27FC236}">
                  <a16:creationId xmlns:a16="http://schemas.microsoft.com/office/drawing/2014/main" id="{B360754D-249D-4D14-AF44-A35EE0AC0175}"/>
                </a:ext>
              </a:extLst>
            </p:cNvPr>
            <p:cNvSpPr/>
            <p:nvPr/>
          </p:nvSpPr>
          <p:spPr>
            <a:xfrm rot="18619083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2" name="Folyamatábra: Egyesítés 161">
              <a:extLst>
                <a:ext uri="{FF2B5EF4-FFF2-40B4-BE49-F238E27FC236}">
                  <a16:creationId xmlns:a16="http://schemas.microsoft.com/office/drawing/2014/main" id="{10C529DA-49FD-4B30-8F50-5A8AB05CCF5F}"/>
                </a:ext>
              </a:extLst>
            </p:cNvPr>
            <p:cNvSpPr/>
            <p:nvPr/>
          </p:nvSpPr>
          <p:spPr>
            <a:xfrm rot="14745423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3" name="Folyamatábra: Egyesítés 162">
              <a:extLst>
                <a:ext uri="{FF2B5EF4-FFF2-40B4-BE49-F238E27FC236}">
                  <a16:creationId xmlns:a16="http://schemas.microsoft.com/office/drawing/2014/main" id="{9C0ABAA6-0C5D-4E8C-BE42-D41D5CEDE767}"/>
                </a:ext>
              </a:extLst>
            </p:cNvPr>
            <p:cNvSpPr/>
            <p:nvPr/>
          </p:nvSpPr>
          <p:spPr>
            <a:xfrm rot="18504181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4" name="Folyamatábra: Egyesítés 163">
              <a:extLst>
                <a:ext uri="{FF2B5EF4-FFF2-40B4-BE49-F238E27FC236}">
                  <a16:creationId xmlns:a16="http://schemas.microsoft.com/office/drawing/2014/main" id="{44B09316-B6B1-4A2F-B7F0-5F41D03CA329}"/>
                </a:ext>
              </a:extLst>
            </p:cNvPr>
            <p:cNvSpPr/>
            <p:nvPr/>
          </p:nvSpPr>
          <p:spPr>
            <a:xfrm rot="17909078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5" name="Folyamatábra: Egyesítés 164">
              <a:extLst>
                <a:ext uri="{FF2B5EF4-FFF2-40B4-BE49-F238E27FC236}">
                  <a16:creationId xmlns:a16="http://schemas.microsoft.com/office/drawing/2014/main" id="{C0C5ECD5-1FD0-4B0C-82C6-B2F6288BE888}"/>
                </a:ext>
              </a:extLst>
            </p:cNvPr>
            <p:cNvSpPr/>
            <p:nvPr/>
          </p:nvSpPr>
          <p:spPr>
            <a:xfrm rot="15672112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6" name="Folyamatábra: Egyesítés 165">
              <a:extLst>
                <a:ext uri="{FF2B5EF4-FFF2-40B4-BE49-F238E27FC236}">
                  <a16:creationId xmlns:a16="http://schemas.microsoft.com/office/drawing/2014/main" id="{C266E3F1-34B7-404C-B378-943D1B76190E}"/>
                </a:ext>
              </a:extLst>
            </p:cNvPr>
            <p:cNvSpPr/>
            <p:nvPr/>
          </p:nvSpPr>
          <p:spPr>
            <a:xfrm rot="17968233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7" name="Folyamatábra: Egyesítés 166">
              <a:extLst>
                <a:ext uri="{FF2B5EF4-FFF2-40B4-BE49-F238E27FC236}">
                  <a16:creationId xmlns:a16="http://schemas.microsoft.com/office/drawing/2014/main" id="{49B2C183-F8C0-4FDE-BE6F-9355F3564426}"/>
                </a:ext>
              </a:extLst>
            </p:cNvPr>
            <p:cNvSpPr/>
            <p:nvPr/>
          </p:nvSpPr>
          <p:spPr>
            <a:xfrm rot="16417411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8" name="Folyamatábra: Egyesítés 167">
              <a:extLst>
                <a:ext uri="{FF2B5EF4-FFF2-40B4-BE49-F238E27FC236}">
                  <a16:creationId xmlns:a16="http://schemas.microsoft.com/office/drawing/2014/main" id="{FF1C25AC-4837-43E9-A208-EACB3F548FF3}"/>
                </a:ext>
              </a:extLst>
            </p:cNvPr>
            <p:cNvSpPr/>
            <p:nvPr/>
          </p:nvSpPr>
          <p:spPr>
            <a:xfrm rot="19246055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Folyamatábra: Egyesítés 168">
              <a:extLst>
                <a:ext uri="{FF2B5EF4-FFF2-40B4-BE49-F238E27FC236}">
                  <a16:creationId xmlns:a16="http://schemas.microsoft.com/office/drawing/2014/main" id="{E2F70623-94F1-47EA-A027-52F9CAACB144}"/>
                </a:ext>
              </a:extLst>
            </p:cNvPr>
            <p:cNvSpPr/>
            <p:nvPr/>
          </p:nvSpPr>
          <p:spPr>
            <a:xfrm rot="17060481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0" name="Folyamatábra: Egyesítés 169">
              <a:extLst>
                <a:ext uri="{FF2B5EF4-FFF2-40B4-BE49-F238E27FC236}">
                  <a16:creationId xmlns:a16="http://schemas.microsoft.com/office/drawing/2014/main" id="{B2ADF49D-083E-4D22-9141-1075B40DB21A}"/>
                </a:ext>
              </a:extLst>
            </p:cNvPr>
            <p:cNvSpPr/>
            <p:nvPr/>
          </p:nvSpPr>
          <p:spPr>
            <a:xfrm rot="16750829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1" name="Folyamatábra: Egyesítés 170">
              <a:extLst>
                <a:ext uri="{FF2B5EF4-FFF2-40B4-BE49-F238E27FC236}">
                  <a16:creationId xmlns:a16="http://schemas.microsoft.com/office/drawing/2014/main" id="{D0165F6D-5172-4E00-8279-EE17B7A6B7B6}"/>
                </a:ext>
              </a:extLst>
            </p:cNvPr>
            <p:cNvSpPr/>
            <p:nvPr/>
          </p:nvSpPr>
          <p:spPr>
            <a:xfrm rot="20063622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2" name="Folyamatábra: Egyesítés 171">
              <a:extLst>
                <a:ext uri="{FF2B5EF4-FFF2-40B4-BE49-F238E27FC236}">
                  <a16:creationId xmlns:a16="http://schemas.microsoft.com/office/drawing/2014/main" id="{75F458E0-5D21-4C09-820A-418F325B3702}"/>
                </a:ext>
              </a:extLst>
            </p:cNvPr>
            <p:cNvSpPr/>
            <p:nvPr/>
          </p:nvSpPr>
          <p:spPr>
            <a:xfrm rot="16563112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3" name="Folyamatábra: Egyesítés 172">
              <a:extLst>
                <a:ext uri="{FF2B5EF4-FFF2-40B4-BE49-F238E27FC236}">
                  <a16:creationId xmlns:a16="http://schemas.microsoft.com/office/drawing/2014/main" id="{084B5274-77AF-4B8F-9B18-7816A7E72E98}"/>
                </a:ext>
              </a:extLst>
            </p:cNvPr>
            <p:cNvSpPr/>
            <p:nvPr/>
          </p:nvSpPr>
          <p:spPr>
            <a:xfrm rot="16672434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2709613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Csoportba foglalás 172">
            <a:extLst>
              <a:ext uri="{FF2B5EF4-FFF2-40B4-BE49-F238E27FC236}">
                <a16:creationId xmlns:a16="http://schemas.microsoft.com/office/drawing/2014/main" id="{75443FAF-A063-4175-94BF-0B7F00A9A244}"/>
              </a:ext>
            </a:extLst>
          </p:cNvPr>
          <p:cNvGrpSpPr/>
          <p:nvPr/>
        </p:nvGrpSpPr>
        <p:grpSpPr>
          <a:xfrm>
            <a:off x="-964662" y="5107245"/>
            <a:ext cx="2225019" cy="1474687"/>
            <a:chOff x="-1940302" y="5316774"/>
            <a:chExt cx="2225019" cy="1474687"/>
          </a:xfrm>
        </p:grpSpPr>
        <p:sp>
          <p:nvSpPr>
            <p:cNvPr id="174" name="Téglalap 173">
              <a:extLst>
                <a:ext uri="{FF2B5EF4-FFF2-40B4-BE49-F238E27FC236}">
                  <a16:creationId xmlns:a16="http://schemas.microsoft.com/office/drawing/2014/main" id="{E2629AAD-D771-4C61-A6C5-2CC2BCA10C5C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Folyamatábra: Kézi művelet 174">
              <a:extLst>
                <a:ext uri="{FF2B5EF4-FFF2-40B4-BE49-F238E27FC236}">
                  <a16:creationId xmlns:a16="http://schemas.microsoft.com/office/drawing/2014/main" id="{217C5E15-43F6-4804-8D8F-9E0E58300FBC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Háromszög 175">
              <a:extLst>
                <a:ext uri="{FF2B5EF4-FFF2-40B4-BE49-F238E27FC236}">
                  <a16:creationId xmlns:a16="http://schemas.microsoft.com/office/drawing/2014/main" id="{468CAFA3-42B2-436D-A563-36F4D3224BA9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77" name="Picture 2" descr="Forráskép megtekintése">
              <a:extLst>
                <a:ext uri="{FF2B5EF4-FFF2-40B4-BE49-F238E27FC236}">
                  <a16:creationId xmlns:a16="http://schemas.microsoft.com/office/drawing/2014/main" id="{D1E003DA-955A-4CFB-9726-FA0CFA30FB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178492BE-F502-4C6A-9941-1536A0B579BD}"/>
              </a:ext>
            </a:extLst>
          </p:cNvPr>
          <p:cNvSpPr/>
          <p:nvPr/>
        </p:nvSpPr>
        <p:spPr>
          <a:xfrm rot="19577717">
            <a:off x="4513485" y="198333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43EE3E07-FC8B-4F8B-B6B0-9339A3C475B0}"/>
              </a:ext>
            </a:extLst>
          </p:cNvPr>
          <p:cNvSpPr/>
          <p:nvPr/>
        </p:nvSpPr>
        <p:spPr>
          <a:xfrm rot="19577717">
            <a:off x="4751582" y="26694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238A247F-C6DD-4D55-B69E-D6DA308F2FC3}"/>
              </a:ext>
            </a:extLst>
          </p:cNvPr>
          <p:cNvSpPr/>
          <p:nvPr/>
        </p:nvSpPr>
        <p:spPr>
          <a:xfrm rot="19577717">
            <a:off x="6858677" y="27938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D48416ED-AAC6-45F3-ADF5-C96D0BD329E4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D852CDAB-6AB7-4543-9B9A-5F9C6D3822DF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46E0BA4E-AA67-41AE-BC9F-F4C55A123209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2E2524D2-1D5D-40AF-A191-9D0B0615B10B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3FDE4E4C-A718-4865-B335-0FE67DDE3CD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A09C3C43-F316-49B9-A9E8-40F57DDD88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23CD2E13-3FF1-45C0-82BA-D63931753D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55467D8A-9D69-4A5F-817C-87B59FA114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2816A17A-A744-40B2-BF56-2AABFF2370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430216F0-5216-41B1-9C9D-D388EC7FFEB3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31ABA03-7C7B-4E92-A039-05205FB70CD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D463778E-5F7A-4230-83D9-4250CE1F2321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7" name="Csoportba foglalás 16">
            <a:extLst>
              <a:ext uri="{FF2B5EF4-FFF2-40B4-BE49-F238E27FC236}">
                <a16:creationId xmlns:a16="http://schemas.microsoft.com/office/drawing/2014/main" id="{B8D35EB7-7725-4FA6-BB5C-A3ECB75A0CB0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8" name="Csoportba foglalás 17">
              <a:extLst>
                <a:ext uri="{FF2B5EF4-FFF2-40B4-BE49-F238E27FC236}">
                  <a16:creationId xmlns:a16="http://schemas.microsoft.com/office/drawing/2014/main" id="{63AF365C-1990-4193-9E83-A0F3C45DD628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1" name="Henger 20">
                <a:extLst>
                  <a:ext uri="{FF2B5EF4-FFF2-40B4-BE49-F238E27FC236}">
                    <a16:creationId xmlns:a16="http://schemas.microsoft.com/office/drawing/2014/main" id="{9C8A2B43-B55D-4B58-9C55-FB780E5B1D37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EBFAA3C2-05B1-4313-B620-8C3FBF4B0380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3" name="Téglalap 22">
                <a:extLst>
                  <a:ext uri="{FF2B5EF4-FFF2-40B4-BE49-F238E27FC236}">
                    <a16:creationId xmlns:a16="http://schemas.microsoft.com/office/drawing/2014/main" id="{0485D8AB-D8B0-4D2A-BE73-A2B6DCF49DF0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4" name="Ellipszis 23">
                <a:extLst>
                  <a:ext uri="{FF2B5EF4-FFF2-40B4-BE49-F238E27FC236}">
                    <a16:creationId xmlns:a16="http://schemas.microsoft.com/office/drawing/2014/main" id="{DAA3640B-9C7F-48F1-8916-985BE4AE5B18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78F79AED-9E8F-435E-AE6C-B1CE25671A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966588E7-9F8B-4F62-BA4D-84E78399AE9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" name="Egyenes összekötő 26">
                <a:extLst>
                  <a:ext uri="{FF2B5EF4-FFF2-40B4-BE49-F238E27FC236}">
                    <a16:creationId xmlns:a16="http://schemas.microsoft.com/office/drawing/2014/main" id="{90993CB5-501C-47E7-8754-BB633AF4BF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3F1ED3A3-87F3-4497-A551-9D1744A872A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96133AE9-3480-4A95-A437-2AAB7BCBD6BD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9" name="Egyenes összekötő 18">
              <a:extLst>
                <a:ext uri="{FF2B5EF4-FFF2-40B4-BE49-F238E27FC236}">
                  <a16:creationId xmlns:a16="http://schemas.microsoft.com/office/drawing/2014/main" id="{F485B746-D8A5-4760-A6E9-54AB7112F8B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0" name="Egyenes összekötő 19">
              <a:extLst>
                <a:ext uri="{FF2B5EF4-FFF2-40B4-BE49-F238E27FC236}">
                  <a16:creationId xmlns:a16="http://schemas.microsoft.com/office/drawing/2014/main" id="{CB7B13CA-84AF-40B4-8110-BA5FABCCB7F6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30" name="Csoportba foglalás 29">
            <a:extLst>
              <a:ext uri="{FF2B5EF4-FFF2-40B4-BE49-F238E27FC236}">
                <a16:creationId xmlns:a16="http://schemas.microsoft.com/office/drawing/2014/main" id="{341B8480-6185-4FC4-81DC-917E159205A2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C7948319-6ED4-4524-8547-156FD9568131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3" name="Csoportba foglalás 72">
                <a:extLst>
                  <a:ext uri="{FF2B5EF4-FFF2-40B4-BE49-F238E27FC236}">
                    <a16:creationId xmlns:a16="http://schemas.microsoft.com/office/drawing/2014/main" id="{4F6E7264-08BD-4662-8F9E-AD94FEF10830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6" name="Derékszögű háromszög 75">
                  <a:extLst>
                    <a:ext uri="{FF2B5EF4-FFF2-40B4-BE49-F238E27FC236}">
                      <a16:creationId xmlns:a16="http://schemas.microsoft.com/office/drawing/2014/main" id="{365A5337-7EBC-4B54-A0C4-C3C82EE1AB40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B38291B4-82F5-4386-B1D6-09CEB4466E76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Téglalap 15">
                  <a:extLst>
                    <a:ext uri="{FF2B5EF4-FFF2-40B4-BE49-F238E27FC236}">
                      <a16:creationId xmlns:a16="http://schemas.microsoft.com/office/drawing/2014/main" id="{5F0E145D-1F84-405B-B15A-B628771C5284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9" name="Folyamatábra: Tárolt adat 17">
                  <a:extLst>
                    <a:ext uri="{FF2B5EF4-FFF2-40B4-BE49-F238E27FC236}">
                      <a16:creationId xmlns:a16="http://schemas.microsoft.com/office/drawing/2014/main" id="{0FC927BA-FF45-45CB-81B2-62974E43B927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Derékszögű háromszög 79">
                  <a:extLst>
                    <a:ext uri="{FF2B5EF4-FFF2-40B4-BE49-F238E27FC236}">
                      <a16:creationId xmlns:a16="http://schemas.microsoft.com/office/drawing/2014/main" id="{B1D44C31-DA10-4682-B88D-58E2EAAE6A37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Romboid 80">
                  <a:extLst>
                    <a:ext uri="{FF2B5EF4-FFF2-40B4-BE49-F238E27FC236}">
                      <a16:creationId xmlns:a16="http://schemas.microsoft.com/office/drawing/2014/main" id="{CE5C2E24-B574-40DA-924D-7F65DDB6F88E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 81">
                  <a:extLst>
                    <a:ext uri="{FF2B5EF4-FFF2-40B4-BE49-F238E27FC236}">
                      <a16:creationId xmlns:a16="http://schemas.microsoft.com/office/drawing/2014/main" id="{F8AD738A-BABD-4748-BFEF-504438061B7F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21783FE6-7FC2-4353-972B-095CDDA84FD5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56F4467C-0682-4DD7-8706-26C8C9A94970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A7BD6C0E-F23F-4FAB-BE72-6C9AA8DF5F4B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2C4B74C5-7F3D-44F4-920F-34ACBCFE5926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Téglalap: lekerekített 86">
                  <a:extLst>
                    <a:ext uri="{FF2B5EF4-FFF2-40B4-BE49-F238E27FC236}">
                      <a16:creationId xmlns:a16="http://schemas.microsoft.com/office/drawing/2014/main" id="{AB2C59E3-B797-446D-8D68-2B15D7B95E21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Téglalap: lekerekített 87">
                  <a:extLst>
                    <a:ext uri="{FF2B5EF4-FFF2-40B4-BE49-F238E27FC236}">
                      <a16:creationId xmlns:a16="http://schemas.microsoft.com/office/drawing/2014/main" id="{1874C8EE-1451-4F3B-8BD2-0FA633833690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4" name="Picture 2" descr="Forráskép megtekintése">
                <a:extLst>
                  <a:ext uri="{FF2B5EF4-FFF2-40B4-BE49-F238E27FC236}">
                    <a16:creationId xmlns:a16="http://schemas.microsoft.com/office/drawing/2014/main" id="{9EA5F71A-8DC0-445F-8100-A83B5E33D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5" name="Picture 6" descr="Forráskép megtekintése">
                <a:extLst>
                  <a:ext uri="{FF2B5EF4-FFF2-40B4-BE49-F238E27FC236}">
                    <a16:creationId xmlns:a16="http://schemas.microsoft.com/office/drawing/2014/main" id="{186A2250-F9C8-4328-B543-7F8C0045D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A745EE56-E327-443B-9502-6C19A3F1445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61" name="Csoportba foglalás 60">
                <a:extLst>
                  <a:ext uri="{FF2B5EF4-FFF2-40B4-BE49-F238E27FC236}">
                    <a16:creationId xmlns:a16="http://schemas.microsoft.com/office/drawing/2014/main" id="{19EEF175-CB5F-44AA-BD93-5409BE3DAB3B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4" name="Henger 63">
                  <a:extLst>
                    <a:ext uri="{FF2B5EF4-FFF2-40B4-BE49-F238E27FC236}">
                      <a16:creationId xmlns:a16="http://schemas.microsoft.com/office/drawing/2014/main" id="{F1D849FB-DB39-4ABB-B77B-92D89FFDCE0C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09A37185-6897-46D8-AE05-D5D8D91165AC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7CE37BC3-60BA-48A4-943D-44E4EC0898ED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Ellipszis 66">
                  <a:extLst>
                    <a:ext uri="{FF2B5EF4-FFF2-40B4-BE49-F238E27FC236}">
                      <a16:creationId xmlns:a16="http://schemas.microsoft.com/office/drawing/2014/main" id="{7AD5B527-45F4-4D7A-9C8F-A304712A3249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4214B8FA-F5A7-4C93-9384-4A95E680FD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6B6B6DF2-82B1-47EA-995E-23C5A1F2A2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AA16C9E7-1992-442F-8F7E-E66B7B4F0A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96672AD5-1F27-47FC-8394-90D53EFB34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2" name="Ellipszis 71">
                  <a:extLst>
                    <a:ext uri="{FF2B5EF4-FFF2-40B4-BE49-F238E27FC236}">
                      <a16:creationId xmlns:a16="http://schemas.microsoft.com/office/drawing/2014/main" id="{B0930FFD-7F01-4842-BED0-4217420BC78C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2" name="Egyenes összekötő 61">
                <a:extLst>
                  <a:ext uri="{FF2B5EF4-FFF2-40B4-BE49-F238E27FC236}">
                    <a16:creationId xmlns:a16="http://schemas.microsoft.com/office/drawing/2014/main" id="{641E8539-F087-42C6-807B-B56EBF0920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C0F5CE2C-463F-4FB8-BF54-D19CB3D2CB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380B7388-E8A1-42E2-949D-1888DBE6D837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51" name="Henger 50">
                <a:extLst>
                  <a:ext uri="{FF2B5EF4-FFF2-40B4-BE49-F238E27FC236}">
                    <a16:creationId xmlns:a16="http://schemas.microsoft.com/office/drawing/2014/main" id="{6716720B-DF6C-4F91-A100-ABF5488D6E64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2" name="Csoportba foglalás 51">
                <a:extLst>
                  <a:ext uri="{FF2B5EF4-FFF2-40B4-BE49-F238E27FC236}">
                    <a16:creationId xmlns:a16="http://schemas.microsoft.com/office/drawing/2014/main" id="{A924E2D0-2893-4C6A-8E6C-51FA96A29D51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E3B83CBC-FD43-40B2-9A85-8AA2F66F046C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5" name="Ellipszis 54">
                  <a:extLst>
                    <a:ext uri="{FF2B5EF4-FFF2-40B4-BE49-F238E27FC236}">
                      <a16:creationId xmlns:a16="http://schemas.microsoft.com/office/drawing/2014/main" id="{C8CCF372-89A7-4150-BBD9-36F7EE427995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DE79807B-7858-43C5-A378-C59AAB43CE0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18897ECC-BBB9-4F22-873A-5ABAADD763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4A0CA9CF-69ED-46C0-9870-FE69CBE076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Egyenes összekötő 58">
                  <a:extLst>
                    <a:ext uri="{FF2B5EF4-FFF2-40B4-BE49-F238E27FC236}">
                      <a16:creationId xmlns:a16="http://schemas.microsoft.com/office/drawing/2014/main" id="{59C3FC0B-CEAA-4846-A566-C1C9F31486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0" name="Ellipszis 59">
                  <a:extLst>
                    <a:ext uri="{FF2B5EF4-FFF2-40B4-BE49-F238E27FC236}">
                      <a16:creationId xmlns:a16="http://schemas.microsoft.com/office/drawing/2014/main" id="{6D501DCE-6791-4992-A39B-C2CAB630E9C2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3" name="Téglalap 52">
                <a:extLst>
                  <a:ext uri="{FF2B5EF4-FFF2-40B4-BE49-F238E27FC236}">
                    <a16:creationId xmlns:a16="http://schemas.microsoft.com/office/drawing/2014/main" id="{30576CAD-6A2E-40E5-B475-B9A1F4DAF46B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4" name="Csoportba foglalás 33">
              <a:extLst>
                <a:ext uri="{FF2B5EF4-FFF2-40B4-BE49-F238E27FC236}">
                  <a16:creationId xmlns:a16="http://schemas.microsoft.com/office/drawing/2014/main" id="{433D312C-2830-4093-8603-C1400B4F5095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5" name="Csoportba foglalás 34">
                <a:extLst>
                  <a:ext uri="{FF2B5EF4-FFF2-40B4-BE49-F238E27FC236}">
                    <a16:creationId xmlns:a16="http://schemas.microsoft.com/office/drawing/2014/main" id="{6D4386E3-F202-4E68-ACAC-3794E785016E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3" name="Henger 42">
                  <a:extLst>
                    <a:ext uri="{FF2B5EF4-FFF2-40B4-BE49-F238E27FC236}">
                      <a16:creationId xmlns:a16="http://schemas.microsoft.com/office/drawing/2014/main" id="{A3FDB69D-08D1-4F35-A79B-9005999D07FD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4" name="Ellipszis 43">
                  <a:extLst>
                    <a:ext uri="{FF2B5EF4-FFF2-40B4-BE49-F238E27FC236}">
                      <a16:creationId xmlns:a16="http://schemas.microsoft.com/office/drawing/2014/main" id="{494D5DF2-D3A4-4E8E-B45F-8E31E21CBAFA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Ív 44">
                  <a:extLst>
                    <a:ext uri="{FF2B5EF4-FFF2-40B4-BE49-F238E27FC236}">
                      <a16:creationId xmlns:a16="http://schemas.microsoft.com/office/drawing/2014/main" id="{BE9D61B6-B6EA-4716-9FB2-AC90F14826BB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6" name="Picture 2" descr="Forráskép megtekintése">
                  <a:extLst>
                    <a:ext uri="{FF2B5EF4-FFF2-40B4-BE49-F238E27FC236}">
                      <a16:creationId xmlns:a16="http://schemas.microsoft.com/office/drawing/2014/main" id="{0561DD2C-8469-4A87-B726-555EE7B5445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7" name="Téglalap 46">
                  <a:extLst>
                    <a:ext uri="{FF2B5EF4-FFF2-40B4-BE49-F238E27FC236}">
                      <a16:creationId xmlns:a16="http://schemas.microsoft.com/office/drawing/2014/main" id="{3B984CD7-F55B-4D12-8CFA-D73936339B28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8" name="Csillag: 4 ágú 47">
                  <a:extLst>
                    <a:ext uri="{FF2B5EF4-FFF2-40B4-BE49-F238E27FC236}">
                      <a16:creationId xmlns:a16="http://schemas.microsoft.com/office/drawing/2014/main" id="{2AFE3DEA-182B-451B-8724-851F0F43E014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9" name="Szabadkézi sokszög: alakzat 48">
                  <a:extLst>
                    <a:ext uri="{FF2B5EF4-FFF2-40B4-BE49-F238E27FC236}">
                      <a16:creationId xmlns:a16="http://schemas.microsoft.com/office/drawing/2014/main" id="{7BB451F0-130B-4485-92AA-727882D4E0E1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Ellipszis 49">
                  <a:extLst>
                    <a:ext uri="{FF2B5EF4-FFF2-40B4-BE49-F238E27FC236}">
                      <a16:creationId xmlns:a16="http://schemas.microsoft.com/office/drawing/2014/main" id="{5EF73F89-3FBD-4019-AFE3-B183A7815D95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B668BF75-93E9-405B-8461-FF6BD2D77F8E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EDD8B1D0-C150-4B96-9957-B9DF77F21B57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8" name="Egyenes összekötő 37">
                <a:extLst>
                  <a:ext uri="{FF2B5EF4-FFF2-40B4-BE49-F238E27FC236}">
                    <a16:creationId xmlns:a16="http://schemas.microsoft.com/office/drawing/2014/main" id="{C9D703D5-561C-440C-85CE-3BF4CC8EFC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62D01BE8-BB0B-4970-8806-A7860C7937AB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Ellipszis 39">
                <a:extLst>
                  <a:ext uri="{FF2B5EF4-FFF2-40B4-BE49-F238E27FC236}">
                    <a16:creationId xmlns:a16="http://schemas.microsoft.com/office/drawing/2014/main" id="{1B7E3772-C119-419A-8F1F-1D85C2574239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41" name="Kép 40">
                <a:extLst>
                  <a:ext uri="{FF2B5EF4-FFF2-40B4-BE49-F238E27FC236}">
                    <a16:creationId xmlns:a16="http://schemas.microsoft.com/office/drawing/2014/main" id="{DE97EFF2-E69D-48A8-A42C-98CA3F7181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0A4EE9DA-03C3-418E-9EC8-1AEF6DBA8A7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Könnycsepp 88">
            <a:extLst>
              <a:ext uri="{FF2B5EF4-FFF2-40B4-BE49-F238E27FC236}">
                <a16:creationId xmlns:a16="http://schemas.microsoft.com/office/drawing/2014/main" id="{9C9C9218-93DF-4845-9C71-806B8E34958D}"/>
              </a:ext>
            </a:extLst>
          </p:cNvPr>
          <p:cNvSpPr/>
          <p:nvPr/>
        </p:nvSpPr>
        <p:spPr>
          <a:xfrm rot="19577717">
            <a:off x="2787434" y="22019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7AD13B7A-2979-41FE-A01A-20DBAC04B16B}"/>
              </a:ext>
            </a:extLst>
          </p:cNvPr>
          <p:cNvSpPr/>
          <p:nvPr/>
        </p:nvSpPr>
        <p:spPr>
          <a:xfrm rot="19577717">
            <a:off x="1505077" y="10649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005DB48E-DD16-4B9A-80BC-D24B91F2F613}"/>
              </a:ext>
            </a:extLst>
          </p:cNvPr>
          <p:cNvSpPr/>
          <p:nvPr/>
        </p:nvSpPr>
        <p:spPr>
          <a:xfrm rot="19577717">
            <a:off x="2178180" y="386032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50AAD571-E926-468D-8FA0-273494104503}"/>
              </a:ext>
            </a:extLst>
          </p:cNvPr>
          <p:cNvSpPr/>
          <p:nvPr/>
        </p:nvSpPr>
        <p:spPr>
          <a:xfrm rot="19577717">
            <a:off x="1252527" y="11867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666E92B1-8487-4502-9387-03550BEABE54}"/>
              </a:ext>
            </a:extLst>
          </p:cNvPr>
          <p:cNvSpPr/>
          <p:nvPr/>
        </p:nvSpPr>
        <p:spPr>
          <a:xfrm rot="19577717">
            <a:off x="1973477" y="14856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1CB1075F-FB86-4A2F-BB09-59C91A52C224}"/>
              </a:ext>
            </a:extLst>
          </p:cNvPr>
          <p:cNvSpPr/>
          <p:nvPr/>
        </p:nvSpPr>
        <p:spPr>
          <a:xfrm rot="19577717">
            <a:off x="1702040" y="35421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E44465A1-DBA7-4429-A069-539902071DEA}"/>
              </a:ext>
            </a:extLst>
          </p:cNvPr>
          <p:cNvSpPr/>
          <p:nvPr/>
        </p:nvSpPr>
        <p:spPr>
          <a:xfrm rot="19577717">
            <a:off x="265385" y="20980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B594C76C-7509-4F51-B5E4-03E5FD9D0652}"/>
              </a:ext>
            </a:extLst>
          </p:cNvPr>
          <p:cNvSpPr/>
          <p:nvPr/>
        </p:nvSpPr>
        <p:spPr>
          <a:xfrm rot="19577717">
            <a:off x="1128722" y="28700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35BF4252-623B-47AA-8824-4AA095CF70EA}"/>
              </a:ext>
            </a:extLst>
          </p:cNvPr>
          <p:cNvSpPr/>
          <p:nvPr/>
        </p:nvSpPr>
        <p:spPr>
          <a:xfrm rot="18333733">
            <a:off x="1940583" y="47522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14D157AF-30B1-4575-97F9-071FC96DE541}"/>
              </a:ext>
            </a:extLst>
          </p:cNvPr>
          <p:cNvSpPr/>
          <p:nvPr/>
        </p:nvSpPr>
        <p:spPr>
          <a:xfrm rot="19577717">
            <a:off x="796338" y="24107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01E7FE6A-87DF-4C21-8B9F-2DDE0EDF10C3}"/>
              </a:ext>
            </a:extLst>
          </p:cNvPr>
          <p:cNvSpPr/>
          <p:nvPr/>
        </p:nvSpPr>
        <p:spPr>
          <a:xfrm rot="19577717">
            <a:off x="2823329" y="32786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Felhő 99">
            <a:extLst>
              <a:ext uri="{FF2B5EF4-FFF2-40B4-BE49-F238E27FC236}">
                <a16:creationId xmlns:a16="http://schemas.microsoft.com/office/drawing/2014/main" id="{9A1F2BE8-E295-454E-8673-6C1CDB59D48E}"/>
              </a:ext>
            </a:extLst>
          </p:cNvPr>
          <p:cNvSpPr/>
          <p:nvPr/>
        </p:nvSpPr>
        <p:spPr>
          <a:xfrm>
            <a:off x="689940" y="24844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843DAD9B-4166-4502-8EF4-48BC1960E216}"/>
              </a:ext>
            </a:extLst>
          </p:cNvPr>
          <p:cNvSpPr/>
          <p:nvPr/>
        </p:nvSpPr>
        <p:spPr>
          <a:xfrm rot="19577717">
            <a:off x="1409907" y="24467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3AACF32F-4CC4-44AE-B5A4-ED04F90F1969}"/>
              </a:ext>
            </a:extLst>
          </p:cNvPr>
          <p:cNvSpPr/>
          <p:nvPr/>
        </p:nvSpPr>
        <p:spPr>
          <a:xfrm rot="19577717">
            <a:off x="1212143" y="14589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6FF6B2FB-F37E-4BE1-A2DD-D9371842D807}"/>
              </a:ext>
            </a:extLst>
          </p:cNvPr>
          <p:cNvSpPr/>
          <p:nvPr/>
        </p:nvSpPr>
        <p:spPr>
          <a:xfrm rot="19577717">
            <a:off x="1526134" y="176874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A8B8DDCF-EE01-4FE9-B657-6209DDD451F6}"/>
              </a:ext>
            </a:extLst>
          </p:cNvPr>
          <p:cNvSpPr/>
          <p:nvPr/>
        </p:nvSpPr>
        <p:spPr>
          <a:xfrm rot="19577717">
            <a:off x="3049956" y="131535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22733991-AC17-46CA-8CCF-A8C548BE6937}"/>
              </a:ext>
            </a:extLst>
          </p:cNvPr>
          <p:cNvSpPr/>
          <p:nvPr/>
        </p:nvSpPr>
        <p:spPr>
          <a:xfrm rot="19577717">
            <a:off x="6060666" y="17165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4E15BBB7-FA70-4ECC-A5F6-F3895D7DFF6A}"/>
              </a:ext>
            </a:extLst>
          </p:cNvPr>
          <p:cNvSpPr/>
          <p:nvPr/>
        </p:nvSpPr>
        <p:spPr>
          <a:xfrm rot="19577717">
            <a:off x="3474465" y="115870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4B0B4463-CE74-43B5-940B-4C3AF0DCB8CE}"/>
              </a:ext>
            </a:extLst>
          </p:cNvPr>
          <p:cNvSpPr/>
          <p:nvPr/>
        </p:nvSpPr>
        <p:spPr>
          <a:xfrm rot="19577717">
            <a:off x="4055481" y="16915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ACB4A04D-2438-443B-A84B-4D83EA193CDB}"/>
              </a:ext>
            </a:extLst>
          </p:cNvPr>
          <p:cNvSpPr/>
          <p:nvPr/>
        </p:nvSpPr>
        <p:spPr>
          <a:xfrm rot="19577717">
            <a:off x="2566692" y="169004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7B0F6A86-4AC9-4AE6-9206-C8B4B5A814A2}"/>
              </a:ext>
            </a:extLst>
          </p:cNvPr>
          <p:cNvSpPr/>
          <p:nvPr/>
        </p:nvSpPr>
        <p:spPr>
          <a:xfrm rot="19577717">
            <a:off x="4783295" y="17055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42F2BD37-9C90-43C0-8FAF-899DD239123B}"/>
              </a:ext>
            </a:extLst>
          </p:cNvPr>
          <p:cNvSpPr/>
          <p:nvPr/>
        </p:nvSpPr>
        <p:spPr>
          <a:xfrm rot="19577717">
            <a:off x="4312197" y="15481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482C3932-47AD-4296-AC28-72AA4DC7D2D6}"/>
              </a:ext>
            </a:extLst>
          </p:cNvPr>
          <p:cNvSpPr/>
          <p:nvPr/>
        </p:nvSpPr>
        <p:spPr>
          <a:xfrm rot="19577717">
            <a:off x="5009249" y="29763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16FF4339-7633-45DB-B859-FCB0AC3F47F8}"/>
              </a:ext>
            </a:extLst>
          </p:cNvPr>
          <p:cNvSpPr/>
          <p:nvPr/>
        </p:nvSpPr>
        <p:spPr>
          <a:xfrm rot="19577717">
            <a:off x="2019453" y="23025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FCA80B4C-3712-4E3E-BC82-89FBD3A96F09}"/>
              </a:ext>
            </a:extLst>
          </p:cNvPr>
          <p:cNvSpPr/>
          <p:nvPr/>
        </p:nvSpPr>
        <p:spPr>
          <a:xfrm rot="19577717">
            <a:off x="3086843" y="253525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29652D5A-EB54-4513-8806-47272CC4C74D}"/>
              </a:ext>
            </a:extLst>
          </p:cNvPr>
          <p:cNvSpPr/>
          <p:nvPr/>
        </p:nvSpPr>
        <p:spPr>
          <a:xfrm rot="19577717">
            <a:off x="2303390" y="28394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CEE6BF09-50DC-4D6F-B5D2-7FC9266937AC}"/>
              </a:ext>
            </a:extLst>
          </p:cNvPr>
          <p:cNvSpPr/>
          <p:nvPr/>
        </p:nvSpPr>
        <p:spPr>
          <a:xfrm rot="19577717">
            <a:off x="2261455" y="397321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F0FE1207-12CA-4EE2-9300-A276E3D78C0B}"/>
              </a:ext>
            </a:extLst>
          </p:cNvPr>
          <p:cNvSpPr/>
          <p:nvPr/>
        </p:nvSpPr>
        <p:spPr>
          <a:xfrm rot="2022283" flipH="1">
            <a:off x="3348642" y="44667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AF047FC1-DC6C-4114-BE14-6B2CBA6B64DA}"/>
              </a:ext>
            </a:extLst>
          </p:cNvPr>
          <p:cNvSpPr/>
          <p:nvPr/>
        </p:nvSpPr>
        <p:spPr>
          <a:xfrm rot="2022283" flipH="1">
            <a:off x="4438778" y="31629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DB142858-9BDC-4098-BDAF-D20F38543031}"/>
              </a:ext>
            </a:extLst>
          </p:cNvPr>
          <p:cNvSpPr/>
          <p:nvPr/>
        </p:nvSpPr>
        <p:spPr>
          <a:xfrm rot="2022283" flipH="1">
            <a:off x="4371335" y="37096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00BDFB54-567D-4800-A90C-C6560CAD8F1D}"/>
              </a:ext>
            </a:extLst>
          </p:cNvPr>
          <p:cNvSpPr/>
          <p:nvPr/>
        </p:nvSpPr>
        <p:spPr>
          <a:xfrm rot="2022283" flipH="1">
            <a:off x="3496374" y="34057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Felhő 119">
            <a:extLst>
              <a:ext uri="{FF2B5EF4-FFF2-40B4-BE49-F238E27FC236}">
                <a16:creationId xmlns:a16="http://schemas.microsoft.com/office/drawing/2014/main" id="{8B92F037-E411-44D0-9ED6-5FBFA4A267C6}"/>
              </a:ext>
            </a:extLst>
          </p:cNvPr>
          <p:cNvSpPr/>
          <p:nvPr/>
        </p:nvSpPr>
        <p:spPr>
          <a:xfrm>
            <a:off x="4485516" y="510927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3A78D418-AEB8-4997-B50A-162F35A74375}"/>
              </a:ext>
            </a:extLst>
          </p:cNvPr>
          <p:cNvSpPr/>
          <p:nvPr/>
        </p:nvSpPr>
        <p:spPr>
          <a:xfrm>
            <a:off x="7767690" y="358568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8586E702-95C4-42EE-8C67-93D2BDCDA818}"/>
              </a:ext>
            </a:extLst>
          </p:cNvPr>
          <p:cNvSpPr/>
          <p:nvPr/>
        </p:nvSpPr>
        <p:spPr>
          <a:xfrm rot="19577717">
            <a:off x="4736707" y="18706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8D88ECDC-9669-43D0-8C3E-09A65BDAAC9D}"/>
              </a:ext>
            </a:extLst>
          </p:cNvPr>
          <p:cNvSpPr/>
          <p:nvPr/>
        </p:nvSpPr>
        <p:spPr>
          <a:xfrm rot="19577717">
            <a:off x="7632690" y="27583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4D0994A5-E257-4B10-98AA-84A80BE84305}"/>
              </a:ext>
            </a:extLst>
          </p:cNvPr>
          <p:cNvSpPr/>
          <p:nvPr/>
        </p:nvSpPr>
        <p:spPr>
          <a:xfrm rot="19577717">
            <a:off x="6415218" y="32416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E798EF29-2145-4433-A35B-CC8468AB7154}"/>
              </a:ext>
            </a:extLst>
          </p:cNvPr>
          <p:cNvSpPr/>
          <p:nvPr/>
        </p:nvSpPr>
        <p:spPr>
          <a:xfrm rot="19577717">
            <a:off x="8797604" y="17329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DBA9CAEC-054A-4E1B-B4D8-871E866F4E70}"/>
              </a:ext>
            </a:extLst>
          </p:cNvPr>
          <p:cNvSpPr/>
          <p:nvPr/>
        </p:nvSpPr>
        <p:spPr>
          <a:xfrm rot="19577717">
            <a:off x="4698979" y="252802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B3A1B28E-22E2-4AD5-B8C3-A6FAC8B1EA5A}"/>
              </a:ext>
            </a:extLst>
          </p:cNvPr>
          <p:cNvSpPr/>
          <p:nvPr/>
        </p:nvSpPr>
        <p:spPr>
          <a:xfrm rot="19577717">
            <a:off x="8319462" y="294968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6C42F3FF-55B5-4F2E-8B65-B6512B8C5B89}"/>
              </a:ext>
            </a:extLst>
          </p:cNvPr>
          <p:cNvSpPr/>
          <p:nvPr/>
        </p:nvSpPr>
        <p:spPr>
          <a:xfrm rot="19577717">
            <a:off x="8118855" y="22101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F846B4BA-4FAC-40C0-8D6E-39821D28F747}"/>
              </a:ext>
            </a:extLst>
          </p:cNvPr>
          <p:cNvSpPr/>
          <p:nvPr/>
        </p:nvSpPr>
        <p:spPr>
          <a:xfrm rot="19577717">
            <a:off x="9949320" y="23860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495BECF2-0958-4EF3-9B99-5F2FC80D8517}"/>
              </a:ext>
            </a:extLst>
          </p:cNvPr>
          <p:cNvSpPr/>
          <p:nvPr/>
        </p:nvSpPr>
        <p:spPr>
          <a:xfrm rot="19577717">
            <a:off x="8562867" y="20521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9C1C3F3F-FEF3-4C91-99F8-6E4B9A01FA27}"/>
              </a:ext>
            </a:extLst>
          </p:cNvPr>
          <p:cNvSpPr/>
          <p:nvPr/>
        </p:nvSpPr>
        <p:spPr>
          <a:xfrm rot="19577717">
            <a:off x="7176761" y="24267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33BEBB0B-168A-45D1-B21E-A12433D31674}"/>
              </a:ext>
            </a:extLst>
          </p:cNvPr>
          <p:cNvSpPr/>
          <p:nvPr/>
        </p:nvSpPr>
        <p:spPr>
          <a:xfrm rot="19577717">
            <a:off x="9249865" y="27526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2E8FDF84-F6BB-4D35-8637-770B40DE96C2}"/>
              </a:ext>
            </a:extLst>
          </p:cNvPr>
          <p:cNvSpPr/>
          <p:nvPr/>
        </p:nvSpPr>
        <p:spPr>
          <a:xfrm rot="19577717">
            <a:off x="7829397" y="192481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5A49E388-C86E-4DC5-B89D-85AB48743CAF}"/>
              </a:ext>
            </a:extLst>
          </p:cNvPr>
          <p:cNvSpPr/>
          <p:nvPr/>
        </p:nvSpPr>
        <p:spPr>
          <a:xfrm rot="19577717">
            <a:off x="5512929" y="20838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B7662476-5C30-48F1-8A88-311E2BF241EB}"/>
              </a:ext>
            </a:extLst>
          </p:cNvPr>
          <p:cNvSpPr/>
          <p:nvPr/>
        </p:nvSpPr>
        <p:spPr>
          <a:xfrm rot="19577717">
            <a:off x="3693997" y="25031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E783DB9D-C95A-48B4-B99A-9D02E5EBC315}"/>
              </a:ext>
            </a:extLst>
          </p:cNvPr>
          <p:cNvSpPr/>
          <p:nvPr/>
        </p:nvSpPr>
        <p:spPr>
          <a:xfrm rot="19577717">
            <a:off x="1833054" y="26773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F540C6F9-A98A-4D4A-AC29-50D8E2A98F34}"/>
              </a:ext>
            </a:extLst>
          </p:cNvPr>
          <p:cNvSpPr/>
          <p:nvPr/>
        </p:nvSpPr>
        <p:spPr>
          <a:xfrm rot="19577717">
            <a:off x="2414476" y="44234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FAA2DCCC-C481-40F3-B866-A7E42BEA21D1}"/>
              </a:ext>
            </a:extLst>
          </p:cNvPr>
          <p:cNvSpPr/>
          <p:nvPr/>
        </p:nvSpPr>
        <p:spPr>
          <a:xfrm rot="19577717">
            <a:off x="1090536" y="46114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35AE593E-E67D-4FB7-ADE1-E370B730D16A}"/>
              </a:ext>
            </a:extLst>
          </p:cNvPr>
          <p:cNvSpPr/>
          <p:nvPr/>
        </p:nvSpPr>
        <p:spPr>
          <a:xfrm rot="19577717">
            <a:off x="8548911" y="24562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EB7ED2C9-BDED-4C93-87A3-3A9F547F33A4}"/>
              </a:ext>
            </a:extLst>
          </p:cNvPr>
          <p:cNvSpPr/>
          <p:nvPr/>
        </p:nvSpPr>
        <p:spPr>
          <a:xfrm rot="19577717">
            <a:off x="9235909" y="31567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0416E15A-5103-4D97-BD88-0EA1E51D565A}"/>
              </a:ext>
            </a:extLst>
          </p:cNvPr>
          <p:cNvSpPr/>
          <p:nvPr/>
        </p:nvSpPr>
        <p:spPr>
          <a:xfrm rot="19577717">
            <a:off x="10417141" y="20257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43482107-74BA-489A-A171-AAF878B6215A}"/>
              </a:ext>
            </a:extLst>
          </p:cNvPr>
          <p:cNvSpPr/>
          <p:nvPr/>
        </p:nvSpPr>
        <p:spPr>
          <a:xfrm rot="19577717">
            <a:off x="9016732" y="20959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Könnycsepp 142">
            <a:extLst>
              <a:ext uri="{FF2B5EF4-FFF2-40B4-BE49-F238E27FC236}">
                <a16:creationId xmlns:a16="http://schemas.microsoft.com/office/drawing/2014/main" id="{1B878EA5-4118-4F8C-8406-0AE5924E2236}"/>
              </a:ext>
            </a:extLst>
          </p:cNvPr>
          <p:cNvSpPr/>
          <p:nvPr/>
        </p:nvSpPr>
        <p:spPr>
          <a:xfrm rot="19577717">
            <a:off x="9871556" y="289120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A6E7C62E-D74A-4CF6-8457-E12386584FFE}"/>
              </a:ext>
            </a:extLst>
          </p:cNvPr>
          <p:cNvSpPr/>
          <p:nvPr/>
        </p:nvSpPr>
        <p:spPr>
          <a:xfrm rot="19577717">
            <a:off x="8050186" y="51337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2854CC43-467B-4B30-9AA1-4230A9CC0B9E}"/>
              </a:ext>
            </a:extLst>
          </p:cNvPr>
          <p:cNvSpPr/>
          <p:nvPr/>
        </p:nvSpPr>
        <p:spPr>
          <a:xfrm rot="2022283" flipH="1">
            <a:off x="7210080" y="49648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4B3D08AE-D0A4-4A83-814E-DDCF873F2857}"/>
              </a:ext>
            </a:extLst>
          </p:cNvPr>
          <p:cNvSpPr/>
          <p:nvPr/>
        </p:nvSpPr>
        <p:spPr>
          <a:xfrm rot="2022283" flipH="1">
            <a:off x="4774233" y="320940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Könnycsepp 146">
            <a:extLst>
              <a:ext uri="{FF2B5EF4-FFF2-40B4-BE49-F238E27FC236}">
                <a16:creationId xmlns:a16="http://schemas.microsoft.com/office/drawing/2014/main" id="{C9BBEECF-CC2A-4743-ACA3-982487399A2A}"/>
              </a:ext>
            </a:extLst>
          </p:cNvPr>
          <p:cNvSpPr/>
          <p:nvPr/>
        </p:nvSpPr>
        <p:spPr>
          <a:xfrm rot="2022283" flipH="1">
            <a:off x="7545535" y="501130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8AD37BDE-B668-4B03-BF3F-1C64C3E18D08}"/>
              </a:ext>
            </a:extLst>
          </p:cNvPr>
          <p:cNvSpPr/>
          <p:nvPr/>
        </p:nvSpPr>
        <p:spPr>
          <a:xfrm rot="19577717">
            <a:off x="7499940" y="431162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6411F0CE-19E4-4E23-821D-B7DA9498398C}"/>
              </a:ext>
            </a:extLst>
          </p:cNvPr>
          <p:cNvSpPr/>
          <p:nvPr/>
        </p:nvSpPr>
        <p:spPr>
          <a:xfrm rot="2022283" flipH="1">
            <a:off x="5334134" y="40609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13A16478-B386-4761-81C3-9048720967F0}"/>
              </a:ext>
            </a:extLst>
          </p:cNvPr>
          <p:cNvSpPr/>
          <p:nvPr/>
        </p:nvSpPr>
        <p:spPr>
          <a:xfrm rot="19577717">
            <a:off x="5623994" y="340771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68C1A5F3-572D-49AD-9E81-45289DE69F20}"/>
              </a:ext>
            </a:extLst>
          </p:cNvPr>
          <p:cNvSpPr/>
          <p:nvPr/>
        </p:nvSpPr>
        <p:spPr>
          <a:xfrm rot="2022283" flipH="1">
            <a:off x="8756796" y="418977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DCD7B96A-FCBA-45F4-A0C1-D318792EBFE2}"/>
              </a:ext>
            </a:extLst>
          </p:cNvPr>
          <p:cNvSpPr/>
          <p:nvPr/>
        </p:nvSpPr>
        <p:spPr>
          <a:xfrm rot="2022283" flipH="1">
            <a:off x="3526053" y="522829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5AFDFEBA-ACA5-4C6A-BC3F-B8D396EFF821}"/>
              </a:ext>
            </a:extLst>
          </p:cNvPr>
          <p:cNvSpPr/>
          <p:nvPr/>
        </p:nvSpPr>
        <p:spPr>
          <a:xfrm rot="2022283" flipH="1">
            <a:off x="5072769" y="44532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Könnycsepp 153">
            <a:extLst>
              <a:ext uri="{FF2B5EF4-FFF2-40B4-BE49-F238E27FC236}">
                <a16:creationId xmlns:a16="http://schemas.microsoft.com/office/drawing/2014/main" id="{7E20C7B2-5C35-4AAA-8858-75F1C29C9FDA}"/>
              </a:ext>
            </a:extLst>
          </p:cNvPr>
          <p:cNvSpPr/>
          <p:nvPr/>
        </p:nvSpPr>
        <p:spPr>
          <a:xfrm rot="18333733">
            <a:off x="2688673" y="52113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5" name="Könnycsepp 154">
            <a:extLst>
              <a:ext uri="{FF2B5EF4-FFF2-40B4-BE49-F238E27FC236}">
                <a16:creationId xmlns:a16="http://schemas.microsoft.com/office/drawing/2014/main" id="{BC07CABC-E62D-4D7E-AD9B-43B77354098A}"/>
              </a:ext>
            </a:extLst>
          </p:cNvPr>
          <p:cNvSpPr/>
          <p:nvPr/>
        </p:nvSpPr>
        <p:spPr>
          <a:xfrm rot="2022283" flipH="1">
            <a:off x="4252882" y="49013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6" name="Könnycsepp 155">
            <a:extLst>
              <a:ext uri="{FF2B5EF4-FFF2-40B4-BE49-F238E27FC236}">
                <a16:creationId xmlns:a16="http://schemas.microsoft.com/office/drawing/2014/main" id="{27570893-C78E-4478-932D-6B5064F105AC}"/>
              </a:ext>
            </a:extLst>
          </p:cNvPr>
          <p:cNvSpPr/>
          <p:nvPr/>
        </p:nvSpPr>
        <p:spPr>
          <a:xfrm rot="18333733">
            <a:off x="2260261" y="61278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7" name="Könnycsepp 156">
            <a:extLst>
              <a:ext uri="{FF2B5EF4-FFF2-40B4-BE49-F238E27FC236}">
                <a16:creationId xmlns:a16="http://schemas.microsoft.com/office/drawing/2014/main" id="{D75D91DA-43E3-4A5D-A952-383BAA3CC435}"/>
              </a:ext>
            </a:extLst>
          </p:cNvPr>
          <p:cNvSpPr/>
          <p:nvPr/>
        </p:nvSpPr>
        <p:spPr>
          <a:xfrm rot="2022283" flipH="1">
            <a:off x="3824470" y="58179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8" name="Könnycsepp 157">
            <a:extLst>
              <a:ext uri="{FF2B5EF4-FFF2-40B4-BE49-F238E27FC236}">
                <a16:creationId xmlns:a16="http://schemas.microsoft.com/office/drawing/2014/main" id="{F42216BB-14C3-475B-A5F3-5F65345FB82F}"/>
              </a:ext>
            </a:extLst>
          </p:cNvPr>
          <p:cNvSpPr/>
          <p:nvPr/>
        </p:nvSpPr>
        <p:spPr>
          <a:xfrm rot="19577717">
            <a:off x="1164637" y="56295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9" name="Csoportba foglalás 158">
            <a:extLst>
              <a:ext uri="{FF2B5EF4-FFF2-40B4-BE49-F238E27FC236}">
                <a16:creationId xmlns:a16="http://schemas.microsoft.com/office/drawing/2014/main" id="{E431B9FF-7948-4D93-A3CA-34D1936583C7}"/>
              </a:ext>
            </a:extLst>
          </p:cNvPr>
          <p:cNvGrpSpPr/>
          <p:nvPr/>
        </p:nvGrpSpPr>
        <p:grpSpPr>
          <a:xfrm>
            <a:off x="695211" y="6131272"/>
            <a:ext cx="11101604" cy="930782"/>
            <a:chOff x="695211" y="6131272"/>
            <a:chExt cx="11101604" cy="930782"/>
          </a:xfrm>
        </p:grpSpPr>
        <p:sp>
          <p:nvSpPr>
            <p:cNvPr id="160" name="Folyamatábra: Egyesítés 159">
              <a:extLst>
                <a:ext uri="{FF2B5EF4-FFF2-40B4-BE49-F238E27FC236}">
                  <a16:creationId xmlns:a16="http://schemas.microsoft.com/office/drawing/2014/main" id="{94CB8401-A9D4-4B9E-9E4A-929EB7D7F3BB}"/>
                </a:ext>
              </a:extLst>
            </p:cNvPr>
            <p:cNvSpPr/>
            <p:nvPr/>
          </p:nvSpPr>
          <p:spPr>
            <a:xfrm rot="17638584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1" name="Folyamatábra: Egyesítés 160">
              <a:extLst>
                <a:ext uri="{FF2B5EF4-FFF2-40B4-BE49-F238E27FC236}">
                  <a16:creationId xmlns:a16="http://schemas.microsoft.com/office/drawing/2014/main" id="{68E8B745-E8F2-4FF6-80FB-04BAC637B883}"/>
                </a:ext>
              </a:extLst>
            </p:cNvPr>
            <p:cNvSpPr/>
            <p:nvPr/>
          </p:nvSpPr>
          <p:spPr>
            <a:xfrm rot="16630635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2" name="Folyamatábra: Egyesítés 161">
              <a:extLst>
                <a:ext uri="{FF2B5EF4-FFF2-40B4-BE49-F238E27FC236}">
                  <a16:creationId xmlns:a16="http://schemas.microsoft.com/office/drawing/2014/main" id="{0DEC54CA-9BB3-4796-9F81-40E74D07BC0B}"/>
                </a:ext>
              </a:extLst>
            </p:cNvPr>
            <p:cNvSpPr/>
            <p:nvPr/>
          </p:nvSpPr>
          <p:spPr>
            <a:xfrm rot="17421313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3" name="Folyamatábra: Egyesítés 162">
              <a:extLst>
                <a:ext uri="{FF2B5EF4-FFF2-40B4-BE49-F238E27FC236}">
                  <a16:creationId xmlns:a16="http://schemas.microsoft.com/office/drawing/2014/main" id="{FC9DFB6F-561C-45F3-A64A-3FB9EDDCD7D7}"/>
                </a:ext>
              </a:extLst>
            </p:cNvPr>
            <p:cNvSpPr/>
            <p:nvPr/>
          </p:nvSpPr>
          <p:spPr>
            <a:xfrm rot="19537267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4" name="Folyamatábra: Egyesítés 163">
              <a:extLst>
                <a:ext uri="{FF2B5EF4-FFF2-40B4-BE49-F238E27FC236}">
                  <a16:creationId xmlns:a16="http://schemas.microsoft.com/office/drawing/2014/main" id="{C6885B51-B278-4E69-936E-1BD370F2D7DB}"/>
                </a:ext>
              </a:extLst>
            </p:cNvPr>
            <p:cNvSpPr/>
            <p:nvPr/>
          </p:nvSpPr>
          <p:spPr>
            <a:xfrm rot="16793604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5" name="Folyamatábra: Egyesítés 164">
              <a:extLst>
                <a:ext uri="{FF2B5EF4-FFF2-40B4-BE49-F238E27FC236}">
                  <a16:creationId xmlns:a16="http://schemas.microsoft.com/office/drawing/2014/main" id="{F64B561A-3895-49A5-800B-5C8F1E50E154}"/>
                </a:ext>
              </a:extLst>
            </p:cNvPr>
            <p:cNvSpPr/>
            <p:nvPr/>
          </p:nvSpPr>
          <p:spPr>
            <a:xfrm rot="16838267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6" name="Folyamatábra: Egyesítés 165">
              <a:extLst>
                <a:ext uri="{FF2B5EF4-FFF2-40B4-BE49-F238E27FC236}">
                  <a16:creationId xmlns:a16="http://schemas.microsoft.com/office/drawing/2014/main" id="{54F78367-81B2-456B-AC3B-2D8806156AAE}"/>
                </a:ext>
              </a:extLst>
            </p:cNvPr>
            <p:cNvSpPr/>
            <p:nvPr/>
          </p:nvSpPr>
          <p:spPr>
            <a:xfrm rot="17749196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7" name="Folyamatábra: Egyesítés 166">
              <a:extLst>
                <a:ext uri="{FF2B5EF4-FFF2-40B4-BE49-F238E27FC236}">
                  <a16:creationId xmlns:a16="http://schemas.microsoft.com/office/drawing/2014/main" id="{1252B156-DED0-4A98-93A9-F3E750A377F9}"/>
                </a:ext>
              </a:extLst>
            </p:cNvPr>
            <p:cNvSpPr/>
            <p:nvPr/>
          </p:nvSpPr>
          <p:spPr>
            <a:xfrm rot="18397894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8" name="Folyamatábra: Egyesítés 167">
              <a:extLst>
                <a:ext uri="{FF2B5EF4-FFF2-40B4-BE49-F238E27FC236}">
                  <a16:creationId xmlns:a16="http://schemas.microsoft.com/office/drawing/2014/main" id="{6C5175C0-F7C2-4A14-B48D-38C6C388CA9E}"/>
                </a:ext>
              </a:extLst>
            </p:cNvPr>
            <p:cNvSpPr/>
            <p:nvPr/>
          </p:nvSpPr>
          <p:spPr>
            <a:xfrm rot="16200000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Folyamatábra: Egyesítés 168">
              <a:extLst>
                <a:ext uri="{FF2B5EF4-FFF2-40B4-BE49-F238E27FC236}">
                  <a16:creationId xmlns:a16="http://schemas.microsoft.com/office/drawing/2014/main" id="{D43FB89A-6011-4670-9CE8-6D2EBCC5F37B}"/>
                </a:ext>
              </a:extLst>
            </p:cNvPr>
            <p:cNvSpPr/>
            <p:nvPr/>
          </p:nvSpPr>
          <p:spPr>
            <a:xfrm rot="16200000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0" name="Folyamatábra: Egyesítés 169">
              <a:extLst>
                <a:ext uri="{FF2B5EF4-FFF2-40B4-BE49-F238E27FC236}">
                  <a16:creationId xmlns:a16="http://schemas.microsoft.com/office/drawing/2014/main" id="{6E5F21EB-85E4-42DD-BAC7-07D8E3EDC5EE}"/>
                </a:ext>
              </a:extLst>
            </p:cNvPr>
            <p:cNvSpPr/>
            <p:nvPr/>
          </p:nvSpPr>
          <p:spPr>
            <a:xfrm rot="18494465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1" name="Folyamatábra: Egyesítés 170">
              <a:extLst>
                <a:ext uri="{FF2B5EF4-FFF2-40B4-BE49-F238E27FC236}">
                  <a16:creationId xmlns:a16="http://schemas.microsoft.com/office/drawing/2014/main" id="{63F9582C-1F2F-4F25-BB75-1ABE421D3B84}"/>
                </a:ext>
              </a:extLst>
            </p:cNvPr>
            <p:cNvSpPr/>
            <p:nvPr/>
          </p:nvSpPr>
          <p:spPr>
            <a:xfrm rot="17536749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2" name="Folyamatábra: Egyesítés 171">
              <a:extLst>
                <a:ext uri="{FF2B5EF4-FFF2-40B4-BE49-F238E27FC236}">
                  <a16:creationId xmlns:a16="http://schemas.microsoft.com/office/drawing/2014/main" id="{26D910AF-C79C-4C13-89A8-43CDA3804DF6}"/>
                </a:ext>
              </a:extLst>
            </p:cNvPr>
            <p:cNvSpPr/>
            <p:nvPr/>
          </p:nvSpPr>
          <p:spPr>
            <a:xfrm rot="16200000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942184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Csoportba foglalás 172">
            <a:extLst>
              <a:ext uri="{FF2B5EF4-FFF2-40B4-BE49-F238E27FC236}">
                <a16:creationId xmlns:a16="http://schemas.microsoft.com/office/drawing/2014/main" id="{1E8CA848-2202-45F5-87BD-9F4F88B38564}"/>
              </a:ext>
            </a:extLst>
          </p:cNvPr>
          <p:cNvGrpSpPr/>
          <p:nvPr/>
        </p:nvGrpSpPr>
        <p:grpSpPr>
          <a:xfrm>
            <a:off x="-143577" y="5181881"/>
            <a:ext cx="2225019" cy="1474687"/>
            <a:chOff x="-1940302" y="5316774"/>
            <a:chExt cx="2225019" cy="1474687"/>
          </a:xfrm>
        </p:grpSpPr>
        <p:sp>
          <p:nvSpPr>
            <p:cNvPr id="174" name="Téglalap 173">
              <a:extLst>
                <a:ext uri="{FF2B5EF4-FFF2-40B4-BE49-F238E27FC236}">
                  <a16:creationId xmlns:a16="http://schemas.microsoft.com/office/drawing/2014/main" id="{C630360A-D68E-4AA1-AA2B-2EBA565364DD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Folyamatábra: Kézi művelet 174">
              <a:extLst>
                <a:ext uri="{FF2B5EF4-FFF2-40B4-BE49-F238E27FC236}">
                  <a16:creationId xmlns:a16="http://schemas.microsoft.com/office/drawing/2014/main" id="{EDFE11D7-B021-4A4C-8AEA-3EE099B71C95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Háromszög 175">
              <a:extLst>
                <a:ext uri="{FF2B5EF4-FFF2-40B4-BE49-F238E27FC236}">
                  <a16:creationId xmlns:a16="http://schemas.microsoft.com/office/drawing/2014/main" id="{0E8DA0EF-1308-45B6-B353-9EE340DCD4BC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77" name="Picture 2" descr="Forráskép megtekintése">
              <a:extLst>
                <a:ext uri="{FF2B5EF4-FFF2-40B4-BE49-F238E27FC236}">
                  <a16:creationId xmlns:a16="http://schemas.microsoft.com/office/drawing/2014/main" id="{5E72436B-261A-4D9C-A471-B576321B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912D1476-35F6-4B8F-89D7-426D0FB6D10A}"/>
              </a:ext>
            </a:extLst>
          </p:cNvPr>
          <p:cNvSpPr/>
          <p:nvPr/>
        </p:nvSpPr>
        <p:spPr>
          <a:xfrm rot="19577717">
            <a:off x="4513485" y="198333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8652E824-255B-4492-9B7A-E9072C50ADEE}"/>
              </a:ext>
            </a:extLst>
          </p:cNvPr>
          <p:cNvSpPr/>
          <p:nvPr/>
        </p:nvSpPr>
        <p:spPr>
          <a:xfrm rot="19577717">
            <a:off x="4751582" y="26694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AF428FF3-B272-42FF-B2F9-7C9547EC7607}"/>
              </a:ext>
            </a:extLst>
          </p:cNvPr>
          <p:cNvSpPr/>
          <p:nvPr/>
        </p:nvSpPr>
        <p:spPr>
          <a:xfrm rot="19577717">
            <a:off x="6858677" y="27938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CA7B8F66-C525-49C4-AA67-155B590F3843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7A03BE46-FED4-41BD-9508-8FD6DA989FA1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6F212B1A-C0EA-4807-B81B-C28324B44DC2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D1615C0F-1310-4CC9-A032-6275565457CE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95753F1A-855A-4280-B7DD-73F13C3BF9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204B3B19-B8CD-489A-97EA-F9F544087A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4B0C10B5-9AED-4906-A82E-472B567BA0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FE2D221E-3D76-4777-998C-CF16090FD95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17B7403C-9274-44AC-875A-0D3B19ED7F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75494F6B-6499-47BB-9771-9426612580BE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B185BD07-7439-43B6-A59A-E21699F2AC8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7FE39587-5E7F-4C39-8209-1A380B46D74E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7" name="Csoportba foglalás 16">
            <a:extLst>
              <a:ext uri="{FF2B5EF4-FFF2-40B4-BE49-F238E27FC236}">
                <a16:creationId xmlns:a16="http://schemas.microsoft.com/office/drawing/2014/main" id="{A19370C7-AAE9-4877-A055-3EB650B330A2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8" name="Csoportba foglalás 17">
              <a:extLst>
                <a:ext uri="{FF2B5EF4-FFF2-40B4-BE49-F238E27FC236}">
                  <a16:creationId xmlns:a16="http://schemas.microsoft.com/office/drawing/2014/main" id="{1ED391D9-FAFC-4E3B-A3D4-3FE11F1A3F2E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1" name="Henger 20">
                <a:extLst>
                  <a:ext uri="{FF2B5EF4-FFF2-40B4-BE49-F238E27FC236}">
                    <a16:creationId xmlns:a16="http://schemas.microsoft.com/office/drawing/2014/main" id="{190A4E12-B6D5-4E24-95D6-94B17CEBB00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7E186801-3200-41C2-A184-18A3F1FF69A7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3" name="Téglalap 22">
                <a:extLst>
                  <a:ext uri="{FF2B5EF4-FFF2-40B4-BE49-F238E27FC236}">
                    <a16:creationId xmlns:a16="http://schemas.microsoft.com/office/drawing/2014/main" id="{3F176FD6-6E55-49AD-B0CB-8F7CD2E40A9B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4" name="Ellipszis 23">
                <a:extLst>
                  <a:ext uri="{FF2B5EF4-FFF2-40B4-BE49-F238E27FC236}">
                    <a16:creationId xmlns:a16="http://schemas.microsoft.com/office/drawing/2014/main" id="{0CA95685-EFCA-45BF-9F7D-00A6BB85FD4C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EF42A627-E064-45F2-A5C0-D2964FB23B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3CD72C9C-2BF9-4839-A815-5032B2A65D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" name="Egyenes összekötő 26">
                <a:extLst>
                  <a:ext uri="{FF2B5EF4-FFF2-40B4-BE49-F238E27FC236}">
                    <a16:creationId xmlns:a16="http://schemas.microsoft.com/office/drawing/2014/main" id="{2BF0668B-8D5B-46B5-ABFE-B9B7BD9E2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BAC183A4-DA42-4F49-AC22-73BE227671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1BC16DEE-1507-4E37-BA9B-4BD88FE217D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9" name="Egyenes összekötő 18">
              <a:extLst>
                <a:ext uri="{FF2B5EF4-FFF2-40B4-BE49-F238E27FC236}">
                  <a16:creationId xmlns:a16="http://schemas.microsoft.com/office/drawing/2014/main" id="{CE04ACA6-5C01-45E0-B5D8-DBA6665A46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0" name="Egyenes összekötő 19">
              <a:extLst>
                <a:ext uri="{FF2B5EF4-FFF2-40B4-BE49-F238E27FC236}">
                  <a16:creationId xmlns:a16="http://schemas.microsoft.com/office/drawing/2014/main" id="{59F366A0-074C-4C65-89A5-04BCD8F3C069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30" name="Csoportba foglalás 29">
            <a:extLst>
              <a:ext uri="{FF2B5EF4-FFF2-40B4-BE49-F238E27FC236}">
                <a16:creationId xmlns:a16="http://schemas.microsoft.com/office/drawing/2014/main" id="{538FD89D-BBFE-4012-9BE2-30C36C3D183F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FD216810-D682-4E69-A965-7297E15E4AE7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3" name="Csoportba foglalás 72">
                <a:extLst>
                  <a:ext uri="{FF2B5EF4-FFF2-40B4-BE49-F238E27FC236}">
                    <a16:creationId xmlns:a16="http://schemas.microsoft.com/office/drawing/2014/main" id="{8438C502-9F80-4D04-BBD5-B729CC526ECD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6" name="Derékszögű háromszög 75">
                  <a:extLst>
                    <a:ext uri="{FF2B5EF4-FFF2-40B4-BE49-F238E27FC236}">
                      <a16:creationId xmlns:a16="http://schemas.microsoft.com/office/drawing/2014/main" id="{F1BA604B-145A-4D36-AA0D-D30C5A37B8C6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761772B2-07B5-4057-982B-685F5002253E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Téglalap 15">
                  <a:extLst>
                    <a:ext uri="{FF2B5EF4-FFF2-40B4-BE49-F238E27FC236}">
                      <a16:creationId xmlns:a16="http://schemas.microsoft.com/office/drawing/2014/main" id="{9A5DC95A-2CB9-4F98-B40B-D63E8274D732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9" name="Folyamatábra: Tárolt adat 17">
                  <a:extLst>
                    <a:ext uri="{FF2B5EF4-FFF2-40B4-BE49-F238E27FC236}">
                      <a16:creationId xmlns:a16="http://schemas.microsoft.com/office/drawing/2014/main" id="{DB1DBD28-A389-4F6A-8CA4-3D3D5D6D4E1C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Derékszögű háromszög 79">
                  <a:extLst>
                    <a:ext uri="{FF2B5EF4-FFF2-40B4-BE49-F238E27FC236}">
                      <a16:creationId xmlns:a16="http://schemas.microsoft.com/office/drawing/2014/main" id="{9D90FC7A-2BBB-4D9E-B284-DE086651B1E7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Romboid 80">
                  <a:extLst>
                    <a:ext uri="{FF2B5EF4-FFF2-40B4-BE49-F238E27FC236}">
                      <a16:creationId xmlns:a16="http://schemas.microsoft.com/office/drawing/2014/main" id="{FEB6396C-D3AF-4ADE-9634-39567F83168F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 81">
                  <a:extLst>
                    <a:ext uri="{FF2B5EF4-FFF2-40B4-BE49-F238E27FC236}">
                      <a16:creationId xmlns:a16="http://schemas.microsoft.com/office/drawing/2014/main" id="{B2022947-92B3-4CF5-A83E-B07DD1A7D9C1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5C49E622-8D1A-4940-B680-B06D8811BDE2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BCBB9487-1686-47B6-A44D-FE802C115FF8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483932F1-B5B6-4C12-9CCD-ABC75FAAD6A3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8EFFCBD3-E9A3-4ED6-947F-13B335EB8010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Téglalap: lekerekített 86">
                  <a:extLst>
                    <a:ext uri="{FF2B5EF4-FFF2-40B4-BE49-F238E27FC236}">
                      <a16:creationId xmlns:a16="http://schemas.microsoft.com/office/drawing/2014/main" id="{FCDC8FE7-9E10-49DC-A2C5-24A59E1ED899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Téglalap: lekerekített 87">
                  <a:extLst>
                    <a:ext uri="{FF2B5EF4-FFF2-40B4-BE49-F238E27FC236}">
                      <a16:creationId xmlns:a16="http://schemas.microsoft.com/office/drawing/2014/main" id="{18345375-83F7-464A-8247-A9A4A9D510C4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4" name="Picture 2" descr="Forráskép megtekintése">
                <a:extLst>
                  <a:ext uri="{FF2B5EF4-FFF2-40B4-BE49-F238E27FC236}">
                    <a16:creationId xmlns:a16="http://schemas.microsoft.com/office/drawing/2014/main" id="{A1CB726C-1EAA-4297-B80D-7D47E4229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5" name="Picture 6" descr="Forráskép megtekintése">
                <a:extLst>
                  <a:ext uri="{FF2B5EF4-FFF2-40B4-BE49-F238E27FC236}">
                    <a16:creationId xmlns:a16="http://schemas.microsoft.com/office/drawing/2014/main" id="{B53B58A4-9950-4116-9B90-530C8FE93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D0A51B83-E4E5-40F1-8BF5-8102A369F966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61" name="Csoportba foglalás 60">
                <a:extLst>
                  <a:ext uri="{FF2B5EF4-FFF2-40B4-BE49-F238E27FC236}">
                    <a16:creationId xmlns:a16="http://schemas.microsoft.com/office/drawing/2014/main" id="{D9C0AD86-CD89-497C-A976-4168F0558B8B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4" name="Henger 63">
                  <a:extLst>
                    <a:ext uri="{FF2B5EF4-FFF2-40B4-BE49-F238E27FC236}">
                      <a16:creationId xmlns:a16="http://schemas.microsoft.com/office/drawing/2014/main" id="{1D7CF8E2-C24B-42B6-AD8F-361C9E7D5163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D0A127B9-9A14-4F41-8B04-A1A9DFE3DBF6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A9AD12E0-5B4C-45D9-AE5B-BB81350065C2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Ellipszis 66">
                  <a:extLst>
                    <a:ext uri="{FF2B5EF4-FFF2-40B4-BE49-F238E27FC236}">
                      <a16:creationId xmlns:a16="http://schemas.microsoft.com/office/drawing/2014/main" id="{B9C01D81-E2F0-4EAF-ADAF-FEC828EE3DAE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6289A40D-D192-47E7-A66D-4DD4AFFF0A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3A531833-9AE2-4DAD-9B7A-53F6CC6615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2B657BFE-5D85-4129-B066-E47B1A25AA9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E3E8D5DD-4A71-4F82-9DC2-4BDB602BD5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2" name="Ellipszis 71">
                  <a:extLst>
                    <a:ext uri="{FF2B5EF4-FFF2-40B4-BE49-F238E27FC236}">
                      <a16:creationId xmlns:a16="http://schemas.microsoft.com/office/drawing/2014/main" id="{29EBCDE2-7701-4754-93D3-271A00BA2262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2" name="Egyenes összekötő 61">
                <a:extLst>
                  <a:ext uri="{FF2B5EF4-FFF2-40B4-BE49-F238E27FC236}">
                    <a16:creationId xmlns:a16="http://schemas.microsoft.com/office/drawing/2014/main" id="{5BF93528-8712-48B5-94C6-20F8913A840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C1DD5D15-852A-42ED-9C46-63E256C1D6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A4A40645-51EC-4FF7-B295-1EFEACDDFB31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51" name="Henger 50">
                <a:extLst>
                  <a:ext uri="{FF2B5EF4-FFF2-40B4-BE49-F238E27FC236}">
                    <a16:creationId xmlns:a16="http://schemas.microsoft.com/office/drawing/2014/main" id="{30E9BFA4-BF3E-4072-B90A-59CE2E38A2C7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2" name="Csoportba foglalás 51">
                <a:extLst>
                  <a:ext uri="{FF2B5EF4-FFF2-40B4-BE49-F238E27FC236}">
                    <a16:creationId xmlns:a16="http://schemas.microsoft.com/office/drawing/2014/main" id="{CA361745-7434-4386-B159-544A7CA09597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CF5FC50E-57C8-4B0D-92E9-02C675ADB1E0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5" name="Ellipszis 54">
                  <a:extLst>
                    <a:ext uri="{FF2B5EF4-FFF2-40B4-BE49-F238E27FC236}">
                      <a16:creationId xmlns:a16="http://schemas.microsoft.com/office/drawing/2014/main" id="{132CC55F-30F5-4937-9DEE-EDD89214E4D6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FAC268A7-6B8C-40CB-BBF3-56FD1989DB9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995D924A-7219-4970-B50A-29A603B771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BF538B97-69ED-4BC1-844E-F6A9A93055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Egyenes összekötő 58">
                  <a:extLst>
                    <a:ext uri="{FF2B5EF4-FFF2-40B4-BE49-F238E27FC236}">
                      <a16:creationId xmlns:a16="http://schemas.microsoft.com/office/drawing/2014/main" id="{1C4BCA04-A29F-45B7-BE1D-554A3BC186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0" name="Ellipszis 59">
                  <a:extLst>
                    <a:ext uri="{FF2B5EF4-FFF2-40B4-BE49-F238E27FC236}">
                      <a16:creationId xmlns:a16="http://schemas.microsoft.com/office/drawing/2014/main" id="{4D9D977F-CED0-4726-8874-389A712D0D27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3" name="Téglalap 52">
                <a:extLst>
                  <a:ext uri="{FF2B5EF4-FFF2-40B4-BE49-F238E27FC236}">
                    <a16:creationId xmlns:a16="http://schemas.microsoft.com/office/drawing/2014/main" id="{878C1C8B-AA9D-4D65-95E1-B0AEB719B7D1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4" name="Csoportba foglalás 33">
              <a:extLst>
                <a:ext uri="{FF2B5EF4-FFF2-40B4-BE49-F238E27FC236}">
                  <a16:creationId xmlns:a16="http://schemas.microsoft.com/office/drawing/2014/main" id="{C95F9160-EE3A-4703-8B96-B285309A1BDF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5" name="Csoportba foglalás 34">
                <a:extLst>
                  <a:ext uri="{FF2B5EF4-FFF2-40B4-BE49-F238E27FC236}">
                    <a16:creationId xmlns:a16="http://schemas.microsoft.com/office/drawing/2014/main" id="{EF15EEBE-060D-4423-A783-6B3CA7CC1F6E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3" name="Henger 42">
                  <a:extLst>
                    <a:ext uri="{FF2B5EF4-FFF2-40B4-BE49-F238E27FC236}">
                      <a16:creationId xmlns:a16="http://schemas.microsoft.com/office/drawing/2014/main" id="{82878E0E-E39A-4855-89BD-D227BECE632B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4" name="Ellipszis 43">
                  <a:extLst>
                    <a:ext uri="{FF2B5EF4-FFF2-40B4-BE49-F238E27FC236}">
                      <a16:creationId xmlns:a16="http://schemas.microsoft.com/office/drawing/2014/main" id="{C9E56B68-0AA4-4869-A90D-4728309C04CA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Ív 44">
                  <a:extLst>
                    <a:ext uri="{FF2B5EF4-FFF2-40B4-BE49-F238E27FC236}">
                      <a16:creationId xmlns:a16="http://schemas.microsoft.com/office/drawing/2014/main" id="{0801211B-1A31-4E1C-A034-CDF9E45E4AD3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6" name="Picture 2" descr="Forráskép megtekintése">
                  <a:extLst>
                    <a:ext uri="{FF2B5EF4-FFF2-40B4-BE49-F238E27FC236}">
                      <a16:creationId xmlns:a16="http://schemas.microsoft.com/office/drawing/2014/main" id="{39E66B02-99CA-411F-8996-D24329CB4F2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7" name="Téglalap 46">
                  <a:extLst>
                    <a:ext uri="{FF2B5EF4-FFF2-40B4-BE49-F238E27FC236}">
                      <a16:creationId xmlns:a16="http://schemas.microsoft.com/office/drawing/2014/main" id="{B19C2FB5-EBC4-4FBF-AF77-416FA39E2665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8" name="Csillag: 4 ágú 47">
                  <a:extLst>
                    <a:ext uri="{FF2B5EF4-FFF2-40B4-BE49-F238E27FC236}">
                      <a16:creationId xmlns:a16="http://schemas.microsoft.com/office/drawing/2014/main" id="{49B378E7-CE54-4973-A7A7-B3EC634EC84C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9" name="Szabadkézi sokszög: alakzat 48">
                  <a:extLst>
                    <a:ext uri="{FF2B5EF4-FFF2-40B4-BE49-F238E27FC236}">
                      <a16:creationId xmlns:a16="http://schemas.microsoft.com/office/drawing/2014/main" id="{6E8305DA-845A-4AEC-A2E9-4B02113EDC63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Ellipszis 49">
                  <a:extLst>
                    <a:ext uri="{FF2B5EF4-FFF2-40B4-BE49-F238E27FC236}">
                      <a16:creationId xmlns:a16="http://schemas.microsoft.com/office/drawing/2014/main" id="{B9E19C4C-733D-495D-A02B-60AC19FC7822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3C8F98B4-DE90-43B6-8D57-EF7CAD5F4CA6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BF39F8B8-F140-41A4-9622-A02A4058E27F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8" name="Egyenes összekötő 37">
                <a:extLst>
                  <a:ext uri="{FF2B5EF4-FFF2-40B4-BE49-F238E27FC236}">
                    <a16:creationId xmlns:a16="http://schemas.microsoft.com/office/drawing/2014/main" id="{F9AF67FF-D6A9-4DD7-A810-5CAC44D567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579254B8-5685-4B16-BA73-15CA0E92888C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Ellipszis 39">
                <a:extLst>
                  <a:ext uri="{FF2B5EF4-FFF2-40B4-BE49-F238E27FC236}">
                    <a16:creationId xmlns:a16="http://schemas.microsoft.com/office/drawing/2014/main" id="{F32F9EE4-CE8C-489D-910A-4DFC8BD49607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41" name="Kép 40">
                <a:extLst>
                  <a:ext uri="{FF2B5EF4-FFF2-40B4-BE49-F238E27FC236}">
                    <a16:creationId xmlns:a16="http://schemas.microsoft.com/office/drawing/2014/main" id="{C59CF513-F3B0-4714-BDBF-A3A9A91D2A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CFAEEDE7-38E0-4362-B24D-B164BC4BE5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Könnycsepp 88">
            <a:extLst>
              <a:ext uri="{FF2B5EF4-FFF2-40B4-BE49-F238E27FC236}">
                <a16:creationId xmlns:a16="http://schemas.microsoft.com/office/drawing/2014/main" id="{4B14FE09-F664-40E0-A0DA-CE8E51ACBD59}"/>
              </a:ext>
            </a:extLst>
          </p:cNvPr>
          <p:cNvSpPr/>
          <p:nvPr/>
        </p:nvSpPr>
        <p:spPr>
          <a:xfrm rot="19577717">
            <a:off x="2787434" y="22019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E3C5AF90-DBC4-4C46-8CBA-F79C4AF4A51B}"/>
              </a:ext>
            </a:extLst>
          </p:cNvPr>
          <p:cNvSpPr/>
          <p:nvPr/>
        </p:nvSpPr>
        <p:spPr>
          <a:xfrm rot="19577717">
            <a:off x="5359616" y="15411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37A373E6-41AC-44C4-AB30-FAF7257C824C}"/>
              </a:ext>
            </a:extLst>
          </p:cNvPr>
          <p:cNvSpPr/>
          <p:nvPr/>
        </p:nvSpPr>
        <p:spPr>
          <a:xfrm rot="19577717">
            <a:off x="2662671" y="38125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90EC9A81-D25C-4DF3-B818-840EE38742E7}"/>
              </a:ext>
            </a:extLst>
          </p:cNvPr>
          <p:cNvSpPr/>
          <p:nvPr/>
        </p:nvSpPr>
        <p:spPr>
          <a:xfrm rot="19577717">
            <a:off x="6458521" y="20165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02FE7988-70F6-4640-8869-8022569553C6}"/>
              </a:ext>
            </a:extLst>
          </p:cNvPr>
          <p:cNvSpPr/>
          <p:nvPr/>
        </p:nvSpPr>
        <p:spPr>
          <a:xfrm rot="19577717">
            <a:off x="1973477" y="14856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F0556233-0C3B-410F-B4B1-ECCA9D74EB5F}"/>
              </a:ext>
            </a:extLst>
          </p:cNvPr>
          <p:cNvSpPr/>
          <p:nvPr/>
        </p:nvSpPr>
        <p:spPr>
          <a:xfrm rot="19577717">
            <a:off x="1702040" y="35421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E86B0859-0EBD-449F-867D-954C8D623D8A}"/>
              </a:ext>
            </a:extLst>
          </p:cNvPr>
          <p:cNvSpPr/>
          <p:nvPr/>
        </p:nvSpPr>
        <p:spPr>
          <a:xfrm rot="19577717">
            <a:off x="7328352" y="480315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7D772921-0E1A-4B42-8862-B462C6780D31}"/>
              </a:ext>
            </a:extLst>
          </p:cNvPr>
          <p:cNvSpPr/>
          <p:nvPr/>
        </p:nvSpPr>
        <p:spPr>
          <a:xfrm rot="19577717">
            <a:off x="9675655" y="42786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7457395A-9620-4287-A832-4E4BE6125E9E}"/>
              </a:ext>
            </a:extLst>
          </p:cNvPr>
          <p:cNvSpPr/>
          <p:nvPr/>
        </p:nvSpPr>
        <p:spPr>
          <a:xfrm rot="18333733">
            <a:off x="1940583" y="47522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9FA762C6-DD59-4E0E-8DBE-BC7C6712B13C}"/>
              </a:ext>
            </a:extLst>
          </p:cNvPr>
          <p:cNvSpPr/>
          <p:nvPr/>
        </p:nvSpPr>
        <p:spPr>
          <a:xfrm rot="19577717">
            <a:off x="8110361" y="449961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F84E5D12-C444-4E16-A21D-8C5D5EC3C96D}"/>
              </a:ext>
            </a:extLst>
          </p:cNvPr>
          <p:cNvSpPr/>
          <p:nvPr/>
        </p:nvSpPr>
        <p:spPr>
          <a:xfrm rot="19577717">
            <a:off x="3304113" y="430202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Felhő 99">
            <a:extLst>
              <a:ext uri="{FF2B5EF4-FFF2-40B4-BE49-F238E27FC236}">
                <a16:creationId xmlns:a16="http://schemas.microsoft.com/office/drawing/2014/main" id="{9134D6C5-A785-4859-A5A1-D2F127FF8AA3}"/>
              </a:ext>
            </a:extLst>
          </p:cNvPr>
          <p:cNvSpPr/>
          <p:nvPr/>
        </p:nvSpPr>
        <p:spPr>
          <a:xfrm>
            <a:off x="1970426" y="537890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5563949D-BB41-4E07-B84F-119C0D909B9C}"/>
              </a:ext>
            </a:extLst>
          </p:cNvPr>
          <p:cNvSpPr/>
          <p:nvPr/>
        </p:nvSpPr>
        <p:spPr>
          <a:xfrm rot="19577717">
            <a:off x="2156350" y="333192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D2099A3E-DC01-42CF-A23C-EB7D9E1316A1}"/>
              </a:ext>
            </a:extLst>
          </p:cNvPr>
          <p:cNvSpPr/>
          <p:nvPr/>
        </p:nvSpPr>
        <p:spPr>
          <a:xfrm rot="19577717">
            <a:off x="8872123" y="482990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03AEF986-5D31-489D-9339-8CF06D0FB043}"/>
              </a:ext>
            </a:extLst>
          </p:cNvPr>
          <p:cNvSpPr/>
          <p:nvPr/>
        </p:nvSpPr>
        <p:spPr>
          <a:xfrm rot="19577717">
            <a:off x="1526134" y="176874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4C6C660A-A98D-4FC0-A68C-30FAF84DE5C4}"/>
              </a:ext>
            </a:extLst>
          </p:cNvPr>
          <p:cNvSpPr/>
          <p:nvPr/>
        </p:nvSpPr>
        <p:spPr>
          <a:xfrm rot="19577717">
            <a:off x="3247714" y="20348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FA6CD64A-B66C-4355-B310-D510522F157E}"/>
              </a:ext>
            </a:extLst>
          </p:cNvPr>
          <p:cNvSpPr/>
          <p:nvPr/>
        </p:nvSpPr>
        <p:spPr>
          <a:xfrm rot="19577717">
            <a:off x="6060666" y="17165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1EFC66A3-AA72-48FE-BA44-C5478D2E8B4F}"/>
              </a:ext>
            </a:extLst>
          </p:cNvPr>
          <p:cNvSpPr/>
          <p:nvPr/>
        </p:nvSpPr>
        <p:spPr>
          <a:xfrm rot="19577717">
            <a:off x="3659116" y="17164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CFA6A689-43C7-4013-9A24-22382A1AEC50}"/>
              </a:ext>
            </a:extLst>
          </p:cNvPr>
          <p:cNvSpPr/>
          <p:nvPr/>
        </p:nvSpPr>
        <p:spPr>
          <a:xfrm rot="19577717">
            <a:off x="4055481" y="16915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723F97EE-5DED-4211-AB1D-19004C658FEB}"/>
              </a:ext>
            </a:extLst>
          </p:cNvPr>
          <p:cNvSpPr/>
          <p:nvPr/>
        </p:nvSpPr>
        <p:spPr>
          <a:xfrm rot="19577717">
            <a:off x="2566692" y="169004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6BBACACD-D8C8-4534-8F91-D57D7C824113}"/>
              </a:ext>
            </a:extLst>
          </p:cNvPr>
          <p:cNvSpPr/>
          <p:nvPr/>
        </p:nvSpPr>
        <p:spPr>
          <a:xfrm rot="19577717">
            <a:off x="4783295" y="17055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59D584B7-0543-4928-9209-E446987840D1}"/>
              </a:ext>
            </a:extLst>
          </p:cNvPr>
          <p:cNvSpPr/>
          <p:nvPr/>
        </p:nvSpPr>
        <p:spPr>
          <a:xfrm rot="19577717">
            <a:off x="4312197" y="15481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9275C354-C9F9-4640-806C-2030A78B0588}"/>
              </a:ext>
            </a:extLst>
          </p:cNvPr>
          <p:cNvSpPr/>
          <p:nvPr/>
        </p:nvSpPr>
        <p:spPr>
          <a:xfrm rot="19577717">
            <a:off x="10892643" y="432538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CF5D1047-E767-43A4-B18F-4E663A327691}"/>
              </a:ext>
            </a:extLst>
          </p:cNvPr>
          <p:cNvSpPr/>
          <p:nvPr/>
        </p:nvSpPr>
        <p:spPr>
          <a:xfrm rot="19577717">
            <a:off x="2019453" y="23025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AFC8D246-68E7-4652-8569-F619C95D2088}"/>
              </a:ext>
            </a:extLst>
          </p:cNvPr>
          <p:cNvSpPr/>
          <p:nvPr/>
        </p:nvSpPr>
        <p:spPr>
          <a:xfrm rot="19577717">
            <a:off x="3086843" y="253525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6797FC93-E2C8-4513-9506-742E9CD7EACB}"/>
              </a:ext>
            </a:extLst>
          </p:cNvPr>
          <p:cNvSpPr/>
          <p:nvPr/>
        </p:nvSpPr>
        <p:spPr>
          <a:xfrm rot="19577717">
            <a:off x="2574243" y="29612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23BF7DF0-A014-4C23-8031-F2123E586F87}"/>
              </a:ext>
            </a:extLst>
          </p:cNvPr>
          <p:cNvSpPr/>
          <p:nvPr/>
        </p:nvSpPr>
        <p:spPr>
          <a:xfrm rot="19577717">
            <a:off x="2711716" y="43388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2D609824-A2D7-4D14-9897-4207321F1CDE}"/>
              </a:ext>
            </a:extLst>
          </p:cNvPr>
          <p:cNvSpPr/>
          <p:nvPr/>
        </p:nvSpPr>
        <p:spPr>
          <a:xfrm rot="2022283" flipH="1">
            <a:off x="3738214" y="47238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A34DD0CE-857D-41CF-906E-9330801B224A}"/>
              </a:ext>
            </a:extLst>
          </p:cNvPr>
          <p:cNvSpPr/>
          <p:nvPr/>
        </p:nvSpPr>
        <p:spPr>
          <a:xfrm rot="2022283" flipH="1">
            <a:off x="4438778" y="31629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2C6B4179-560A-47E6-8CA6-34881C7B0F8A}"/>
              </a:ext>
            </a:extLst>
          </p:cNvPr>
          <p:cNvSpPr/>
          <p:nvPr/>
        </p:nvSpPr>
        <p:spPr>
          <a:xfrm rot="2022283" flipH="1">
            <a:off x="4371335" y="37096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800D5888-95A9-4F49-A7EA-C5B4113DF434}"/>
              </a:ext>
            </a:extLst>
          </p:cNvPr>
          <p:cNvSpPr/>
          <p:nvPr/>
        </p:nvSpPr>
        <p:spPr>
          <a:xfrm rot="2022283" flipH="1">
            <a:off x="3496374" y="34057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Felhő 119">
            <a:extLst>
              <a:ext uri="{FF2B5EF4-FFF2-40B4-BE49-F238E27FC236}">
                <a16:creationId xmlns:a16="http://schemas.microsoft.com/office/drawing/2014/main" id="{404FA044-92C1-43AA-B93E-5B3533A06E87}"/>
              </a:ext>
            </a:extLst>
          </p:cNvPr>
          <p:cNvSpPr/>
          <p:nvPr/>
        </p:nvSpPr>
        <p:spPr>
          <a:xfrm>
            <a:off x="6296269" y="641767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876B0AB2-4F5E-4A7B-8F30-916358040206}"/>
              </a:ext>
            </a:extLst>
          </p:cNvPr>
          <p:cNvSpPr/>
          <p:nvPr/>
        </p:nvSpPr>
        <p:spPr>
          <a:xfrm>
            <a:off x="9301835" y="567144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9FA69CE1-EE1B-44BC-BC2E-1CB3592F6877}"/>
              </a:ext>
            </a:extLst>
          </p:cNvPr>
          <p:cNvSpPr/>
          <p:nvPr/>
        </p:nvSpPr>
        <p:spPr>
          <a:xfrm rot="19577717">
            <a:off x="4736707" y="18706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338FED6E-D76F-4174-86A5-ABFB1E377F04}"/>
              </a:ext>
            </a:extLst>
          </p:cNvPr>
          <p:cNvSpPr/>
          <p:nvPr/>
        </p:nvSpPr>
        <p:spPr>
          <a:xfrm rot="19577717">
            <a:off x="7632690" y="27583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1D9F4FFF-F317-4670-BFF4-8E26EE8F4F46}"/>
              </a:ext>
            </a:extLst>
          </p:cNvPr>
          <p:cNvSpPr/>
          <p:nvPr/>
        </p:nvSpPr>
        <p:spPr>
          <a:xfrm rot="19577717">
            <a:off x="6415218" y="32416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1B22B857-D07E-4CE0-A8BD-2D971FFA570C}"/>
              </a:ext>
            </a:extLst>
          </p:cNvPr>
          <p:cNvSpPr/>
          <p:nvPr/>
        </p:nvSpPr>
        <p:spPr>
          <a:xfrm rot="19577717">
            <a:off x="8797604" y="17329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5298C604-E11B-4C55-A1E4-810D145D9659}"/>
              </a:ext>
            </a:extLst>
          </p:cNvPr>
          <p:cNvSpPr/>
          <p:nvPr/>
        </p:nvSpPr>
        <p:spPr>
          <a:xfrm rot="19577717">
            <a:off x="4698979" y="252802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20B74BBD-A075-4E2E-B237-8BD29656F652}"/>
              </a:ext>
            </a:extLst>
          </p:cNvPr>
          <p:cNvSpPr/>
          <p:nvPr/>
        </p:nvSpPr>
        <p:spPr>
          <a:xfrm rot="19577717">
            <a:off x="8319462" y="294968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6E3618A8-B10A-4BF8-862B-4A5D6D97D616}"/>
              </a:ext>
            </a:extLst>
          </p:cNvPr>
          <p:cNvSpPr/>
          <p:nvPr/>
        </p:nvSpPr>
        <p:spPr>
          <a:xfrm rot="19577717">
            <a:off x="8118855" y="22101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DFDE2307-1777-45AC-93A4-05945447A52E}"/>
              </a:ext>
            </a:extLst>
          </p:cNvPr>
          <p:cNvSpPr/>
          <p:nvPr/>
        </p:nvSpPr>
        <p:spPr>
          <a:xfrm rot="19577717">
            <a:off x="10692035" y="22726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6FF77C74-BF56-45C0-97DC-D62E6739E65D}"/>
              </a:ext>
            </a:extLst>
          </p:cNvPr>
          <p:cNvSpPr/>
          <p:nvPr/>
        </p:nvSpPr>
        <p:spPr>
          <a:xfrm rot="19577717">
            <a:off x="8562867" y="20521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71B0FB9D-66F8-416C-897F-E8E0DA4C082E}"/>
              </a:ext>
            </a:extLst>
          </p:cNvPr>
          <p:cNvSpPr/>
          <p:nvPr/>
        </p:nvSpPr>
        <p:spPr>
          <a:xfrm rot="19577717">
            <a:off x="7176761" y="24267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50EDA4A5-E48E-4EDB-9DEE-3DE0E13E7E36}"/>
              </a:ext>
            </a:extLst>
          </p:cNvPr>
          <p:cNvSpPr/>
          <p:nvPr/>
        </p:nvSpPr>
        <p:spPr>
          <a:xfrm rot="19577717">
            <a:off x="9249865" y="27526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AB610E51-9F5C-48B5-B330-5476FD2BDAB4}"/>
              </a:ext>
            </a:extLst>
          </p:cNvPr>
          <p:cNvSpPr/>
          <p:nvPr/>
        </p:nvSpPr>
        <p:spPr>
          <a:xfrm rot="19577717">
            <a:off x="7829397" y="192481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0D1CEA8D-A986-4058-A648-4C82A2A30D18}"/>
              </a:ext>
            </a:extLst>
          </p:cNvPr>
          <p:cNvSpPr/>
          <p:nvPr/>
        </p:nvSpPr>
        <p:spPr>
          <a:xfrm rot="19577717">
            <a:off x="5512929" y="20838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A4CDE8F6-7269-4632-AC56-CF3A98C07C65}"/>
              </a:ext>
            </a:extLst>
          </p:cNvPr>
          <p:cNvSpPr/>
          <p:nvPr/>
        </p:nvSpPr>
        <p:spPr>
          <a:xfrm rot="19577717">
            <a:off x="3693997" y="25031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BF88C0A8-8D8F-44A1-B8FB-F1C48E5712B3}"/>
              </a:ext>
            </a:extLst>
          </p:cNvPr>
          <p:cNvSpPr/>
          <p:nvPr/>
        </p:nvSpPr>
        <p:spPr>
          <a:xfrm rot="19577717">
            <a:off x="1833054" y="26773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B0FCED54-53D9-4D4C-B99F-BAE079483D79}"/>
              </a:ext>
            </a:extLst>
          </p:cNvPr>
          <p:cNvSpPr/>
          <p:nvPr/>
        </p:nvSpPr>
        <p:spPr>
          <a:xfrm rot="19577717">
            <a:off x="4878557" y="47750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786A7472-5700-4C4D-8913-209CFD4423A0}"/>
              </a:ext>
            </a:extLst>
          </p:cNvPr>
          <p:cNvSpPr/>
          <p:nvPr/>
        </p:nvSpPr>
        <p:spPr>
          <a:xfrm rot="19577717">
            <a:off x="2078484" y="409825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BD40480E-CC38-46BF-8DAB-8C21436F3486}"/>
              </a:ext>
            </a:extLst>
          </p:cNvPr>
          <p:cNvSpPr/>
          <p:nvPr/>
        </p:nvSpPr>
        <p:spPr>
          <a:xfrm rot="19577717">
            <a:off x="8548911" y="24562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3AB3AF92-A841-4047-BD63-B4FD722A9AD4}"/>
              </a:ext>
            </a:extLst>
          </p:cNvPr>
          <p:cNvSpPr/>
          <p:nvPr/>
        </p:nvSpPr>
        <p:spPr>
          <a:xfrm rot="19577717">
            <a:off x="9235909" y="31567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B478959F-A7EF-4DE3-A4E9-55C240C95DDE}"/>
              </a:ext>
            </a:extLst>
          </p:cNvPr>
          <p:cNvSpPr/>
          <p:nvPr/>
        </p:nvSpPr>
        <p:spPr>
          <a:xfrm rot="19577717">
            <a:off x="10417141" y="20257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09FF7400-680C-47B4-80C5-900DB08AE2E1}"/>
              </a:ext>
            </a:extLst>
          </p:cNvPr>
          <p:cNvSpPr/>
          <p:nvPr/>
        </p:nvSpPr>
        <p:spPr>
          <a:xfrm rot="19577717">
            <a:off x="9016732" y="20959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Könnycsepp 142">
            <a:extLst>
              <a:ext uri="{FF2B5EF4-FFF2-40B4-BE49-F238E27FC236}">
                <a16:creationId xmlns:a16="http://schemas.microsoft.com/office/drawing/2014/main" id="{8E44A82D-5F94-40A5-B1D9-49150BD489A3}"/>
              </a:ext>
            </a:extLst>
          </p:cNvPr>
          <p:cNvSpPr/>
          <p:nvPr/>
        </p:nvSpPr>
        <p:spPr>
          <a:xfrm rot="19577717">
            <a:off x="10639739" y="31502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09F46C9C-C7C1-4BAB-BCDA-779ACD4BB285}"/>
              </a:ext>
            </a:extLst>
          </p:cNvPr>
          <p:cNvSpPr/>
          <p:nvPr/>
        </p:nvSpPr>
        <p:spPr>
          <a:xfrm rot="19577717">
            <a:off x="8841039" y="54625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D46CDA49-329C-4CCB-83EE-81874474236E}"/>
              </a:ext>
            </a:extLst>
          </p:cNvPr>
          <p:cNvSpPr/>
          <p:nvPr/>
        </p:nvSpPr>
        <p:spPr>
          <a:xfrm rot="2022283" flipH="1">
            <a:off x="7499354" y="56011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6B3EF782-702C-4B06-9DD1-E07BA1DE0627}"/>
              </a:ext>
            </a:extLst>
          </p:cNvPr>
          <p:cNvSpPr/>
          <p:nvPr/>
        </p:nvSpPr>
        <p:spPr>
          <a:xfrm rot="2022283" flipH="1">
            <a:off x="10985347" y="39439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Könnycsepp 146">
            <a:extLst>
              <a:ext uri="{FF2B5EF4-FFF2-40B4-BE49-F238E27FC236}">
                <a16:creationId xmlns:a16="http://schemas.microsoft.com/office/drawing/2014/main" id="{22680AAB-17FB-4299-9278-9CA9E6DFC62F}"/>
              </a:ext>
            </a:extLst>
          </p:cNvPr>
          <p:cNvSpPr/>
          <p:nvPr/>
        </p:nvSpPr>
        <p:spPr>
          <a:xfrm rot="2022283" flipH="1">
            <a:off x="8170196" y="58246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2F45B68A-7AFF-4394-8FC6-93DF707E0E83}"/>
              </a:ext>
            </a:extLst>
          </p:cNvPr>
          <p:cNvSpPr/>
          <p:nvPr/>
        </p:nvSpPr>
        <p:spPr>
          <a:xfrm rot="19577717">
            <a:off x="8245542" y="50379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881B4406-8CF6-4577-98AB-37881E8FF086}"/>
              </a:ext>
            </a:extLst>
          </p:cNvPr>
          <p:cNvSpPr/>
          <p:nvPr/>
        </p:nvSpPr>
        <p:spPr>
          <a:xfrm rot="2022283" flipH="1">
            <a:off x="5640318" y="460122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6619927B-694D-4965-B2AE-85C4463F593D}"/>
              </a:ext>
            </a:extLst>
          </p:cNvPr>
          <p:cNvSpPr/>
          <p:nvPr/>
        </p:nvSpPr>
        <p:spPr>
          <a:xfrm rot="19577717">
            <a:off x="5623994" y="340771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6A85B978-B2CC-45D7-B393-64D942C7D75B}"/>
              </a:ext>
            </a:extLst>
          </p:cNvPr>
          <p:cNvSpPr/>
          <p:nvPr/>
        </p:nvSpPr>
        <p:spPr>
          <a:xfrm rot="2022283" flipH="1">
            <a:off x="9436517" y="48911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5C1D0A3D-5DEE-4DAF-8070-755BF18906DD}"/>
              </a:ext>
            </a:extLst>
          </p:cNvPr>
          <p:cNvSpPr/>
          <p:nvPr/>
        </p:nvSpPr>
        <p:spPr>
          <a:xfrm rot="2022283" flipH="1">
            <a:off x="3767717" y="56673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E82422A2-2E50-4C0B-9876-6831EDA38EBF}"/>
              </a:ext>
            </a:extLst>
          </p:cNvPr>
          <p:cNvSpPr/>
          <p:nvPr/>
        </p:nvSpPr>
        <p:spPr>
          <a:xfrm rot="2022283" flipH="1">
            <a:off x="5901782" y="57056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Könnycsepp 153">
            <a:extLst>
              <a:ext uri="{FF2B5EF4-FFF2-40B4-BE49-F238E27FC236}">
                <a16:creationId xmlns:a16="http://schemas.microsoft.com/office/drawing/2014/main" id="{5F115C4E-7B91-4B6C-81BB-DCAB42C9D9A1}"/>
              </a:ext>
            </a:extLst>
          </p:cNvPr>
          <p:cNvSpPr/>
          <p:nvPr/>
        </p:nvSpPr>
        <p:spPr>
          <a:xfrm rot="18333733">
            <a:off x="3140119" y="62207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5" name="Könnycsepp 154">
            <a:extLst>
              <a:ext uri="{FF2B5EF4-FFF2-40B4-BE49-F238E27FC236}">
                <a16:creationId xmlns:a16="http://schemas.microsoft.com/office/drawing/2014/main" id="{78BE2333-14CC-4CD5-B2C1-68493D926099}"/>
              </a:ext>
            </a:extLst>
          </p:cNvPr>
          <p:cNvSpPr/>
          <p:nvPr/>
        </p:nvSpPr>
        <p:spPr>
          <a:xfrm rot="2022283" flipH="1">
            <a:off x="4839994" y="53774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6" name="Könnycsepp 155">
            <a:extLst>
              <a:ext uri="{FF2B5EF4-FFF2-40B4-BE49-F238E27FC236}">
                <a16:creationId xmlns:a16="http://schemas.microsoft.com/office/drawing/2014/main" id="{7E7E2E07-9350-4FC7-AE17-AA132895E1C4}"/>
              </a:ext>
            </a:extLst>
          </p:cNvPr>
          <p:cNvSpPr/>
          <p:nvPr/>
        </p:nvSpPr>
        <p:spPr>
          <a:xfrm rot="18333733">
            <a:off x="2260261" y="61278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7" name="Könnycsepp 156">
            <a:extLst>
              <a:ext uri="{FF2B5EF4-FFF2-40B4-BE49-F238E27FC236}">
                <a16:creationId xmlns:a16="http://schemas.microsoft.com/office/drawing/2014/main" id="{BD183FA8-C2B6-4B14-A92A-BB8DDE7ED7C8}"/>
              </a:ext>
            </a:extLst>
          </p:cNvPr>
          <p:cNvSpPr/>
          <p:nvPr/>
        </p:nvSpPr>
        <p:spPr>
          <a:xfrm rot="2022283" flipH="1">
            <a:off x="4524190" y="58640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8" name="Könnycsepp 157">
            <a:extLst>
              <a:ext uri="{FF2B5EF4-FFF2-40B4-BE49-F238E27FC236}">
                <a16:creationId xmlns:a16="http://schemas.microsoft.com/office/drawing/2014/main" id="{7E860CAE-C432-4BF8-883C-DD2265DC6780}"/>
              </a:ext>
            </a:extLst>
          </p:cNvPr>
          <p:cNvSpPr/>
          <p:nvPr/>
        </p:nvSpPr>
        <p:spPr>
          <a:xfrm rot="19577717">
            <a:off x="3413839" y="51736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9" name="Csoportba foglalás 158">
            <a:extLst>
              <a:ext uri="{FF2B5EF4-FFF2-40B4-BE49-F238E27FC236}">
                <a16:creationId xmlns:a16="http://schemas.microsoft.com/office/drawing/2014/main" id="{40849154-2F72-4A50-8877-484BED41BCD2}"/>
              </a:ext>
            </a:extLst>
          </p:cNvPr>
          <p:cNvGrpSpPr/>
          <p:nvPr/>
        </p:nvGrpSpPr>
        <p:grpSpPr>
          <a:xfrm>
            <a:off x="695211" y="6131272"/>
            <a:ext cx="11101604" cy="936521"/>
            <a:chOff x="695211" y="6131272"/>
            <a:chExt cx="11101604" cy="936521"/>
          </a:xfrm>
        </p:grpSpPr>
        <p:sp>
          <p:nvSpPr>
            <p:cNvPr id="160" name="Folyamatábra: Egyesítés 159">
              <a:extLst>
                <a:ext uri="{FF2B5EF4-FFF2-40B4-BE49-F238E27FC236}">
                  <a16:creationId xmlns:a16="http://schemas.microsoft.com/office/drawing/2014/main" id="{46D60EF8-81F7-4DE9-8161-1834F1B1F80A}"/>
                </a:ext>
              </a:extLst>
            </p:cNvPr>
            <p:cNvSpPr/>
            <p:nvPr/>
          </p:nvSpPr>
          <p:spPr>
            <a:xfrm rot="17297536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1" name="Folyamatábra: Egyesítés 160">
              <a:extLst>
                <a:ext uri="{FF2B5EF4-FFF2-40B4-BE49-F238E27FC236}">
                  <a16:creationId xmlns:a16="http://schemas.microsoft.com/office/drawing/2014/main" id="{57FABC71-B021-4B7F-B0DD-4968FA8B60CD}"/>
                </a:ext>
              </a:extLst>
            </p:cNvPr>
            <p:cNvSpPr/>
            <p:nvPr/>
          </p:nvSpPr>
          <p:spPr>
            <a:xfrm rot="17829994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2" name="Folyamatábra: Egyesítés 161">
              <a:extLst>
                <a:ext uri="{FF2B5EF4-FFF2-40B4-BE49-F238E27FC236}">
                  <a16:creationId xmlns:a16="http://schemas.microsoft.com/office/drawing/2014/main" id="{0ECDC801-E5ED-43D8-8569-6B59321D5055}"/>
                </a:ext>
              </a:extLst>
            </p:cNvPr>
            <p:cNvSpPr/>
            <p:nvPr/>
          </p:nvSpPr>
          <p:spPr>
            <a:xfrm rot="17798818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3" name="Folyamatábra: Egyesítés 162">
              <a:extLst>
                <a:ext uri="{FF2B5EF4-FFF2-40B4-BE49-F238E27FC236}">
                  <a16:creationId xmlns:a16="http://schemas.microsoft.com/office/drawing/2014/main" id="{63B0B42B-BD51-4B00-A6C5-5471CBEAA2C2}"/>
                </a:ext>
              </a:extLst>
            </p:cNvPr>
            <p:cNvSpPr/>
            <p:nvPr/>
          </p:nvSpPr>
          <p:spPr>
            <a:xfrm rot="16901048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4" name="Folyamatábra: Egyesítés 163">
              <a:extLst>
                <a:ext uri="{FF2B5EF4-FFF2-40B4-BE49-F238E27FC236}">
                  <a16:creationId xmlns:a16="http://schemas.microsoft.com/office/drawing/2014/main" id="{8B0987A7-46E4-46F4-AAC5-42E93F6C0910}"/>
                </a:ext>
              </a:extLst>
            </p:cNvPr>
            <p:cNvSpPr/>
            <p:nvPr/>
          </p:nvSpPr>
          <p:spPr>
            <a:xfrm rot="16200000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5" name="Folyamatábra: Egyesítés 164">
              <a:extLst>
                <a:ext uri="{FF2B5EF4-FFF2-40B4-BE49-F238E27FC236}">
                  <a16:creationId xmlns:a16="http://schemas.microsoft.com/office/drawing/2014/main" id="{99CC6C01-4AB8-47A3-9D60-A9200CCDED84}"/>
                </a:ext>
              </a:extLst>
            </p:cNvPr>
            <p:cNvSpPr/>
            <p:nvPr/>
          </p:nvSpPr>
          <p:spPr>
            <a:xfrm rot="17317572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6" name="Folyamatábra: Egyesítés 165">
              <a:extLst>
                <a:ext uri="{FF2B5EF4-FFF2-40B4-BE49-F238E27FC236}">
                  <a16:creationId xmlns:a16="http://schemas.microsoft.com/office/drawing/2014/main" id="{A58DB63B-925B-41B9-8505-6EC1B6985F2D}"/>
                </a:ext>
              </a:extLst>
            </p:cNvPr>
            <p:cNvSpPr/>
            <p:nvPr/>
          </p:nvSpPr>
          <p:spPr>
            <a:xfrm rot="18079479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7" name="Folyamatábra: Egyesítés 166">
              <a:extLst>
                <a:ext uri="{FF2B5EF4-FFF2-40B4-BE49-F238E27FC236}">
                  <a16:creationId xmlns:a16="http://schemas.microsoft.com/office/drawing/2014/main" id="{69E990A2-7C62-4AEC-81A8-E3D362715DBB}"/>
                </a:ext>
              </a:extLst>
            </p:cNvPr>
            <p:cNvSpPr/>
            <p:nvPr/>
          </p:nvSpPr>
          <p:spPr>
            <a:xfrm rot="16200000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8" name="Folyamatábra: Egyesítés 167">
              <a:extLst>
                <a:ext uri="{FF2B5EF4-FFF2-40B4-BE49-F238E27FC236}">
                  <a16:creationId xmlns:a16="http://schemas.microsoft.com/office/drawing/2014/main" id="{8B88A04E-A36A-4817-96FB-6148052D832A}"/>
                </a:ext>
              </a:extLst>
            </p:cNvPr>
            <p:cNvSpPr/>
            <p:nvPr/>
          </p:nvSpPr>
          <p:spPr>
            <a:xfrm rot="17955916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Folyamatábra: Egyesítés 168">
              <a:extLst>
                <a:ext uri="{FF2B5EF4-FFF2-40B4-BE49-F238E27FC236}">
                  <a16:creationId xmlns:a16="http://schemas.microsoft.com/office/drawing/2014/main" id="{8C97FE0F-BE39-4A19-BC2A-4832F391A771}"/>
                </a:ext>
              </a:extLst>
            </p:cNvPr>
            <p:cNvSpPr/>
            <p:nvPr/>
          </p:nvSpPr>
          <p:spPr>
            <a:xfrm rot="15710209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0" name="Folyamatábra: Egyesítés 169">
              <a:extLst>
                <a:ext uri="{FF2B5EF4-FFF2-40B4-BE49-F238E27FC236}">
                  <a16:creationId xmlns:a16="http://schemas.microsoft.com/office/drawing/2014/main" id="{04020423-F5B7-4E70-9BED-5E29FBAC7CD8}"/>
                </a:ext>
              </a:extLst>
            </p:cNvPr>
            <p:cNvSpPr/>
            <p:nvPr/>
          </p:nvSpPr>
          <p:spPr>
            <a:xfrm rot="15916563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1" name="Folyamatábra: Egyesítés 170">
              <a:extLst>
                <a:ext uri="{FF2B5EF4-FFF2-40B4-BE49-F238E27FC236}">
                  <a16:creationId xmlns:a16="http://schemas.microsoft.com/office/drawing/2014/main" id="{84AD4B2C-EA5E-4333-B38F-32B6C62A12EA}"/>
                </a:ext>
              </a:extLst>
            </p:cNvPr>
            <p:cNvSpPr/>
            <p:nvPr/>
          </p:nvSpPr>
          <p:spPr>
            <a:xfrm rot="16200000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2" name="Folyamatábra: Egyesítés 171">
              <a:extLst>
                <a:ext uri="{FF2B5EF4-FFF2-40B4-BE49-F238E27FC236}">
                  <a16:creationId xmlns:a16="http://schemas.microsoft.com/office/drawing/2014/main" id="{0839A2B4-17F9-4DB6-B16B-292348FCB476}"/>
                </a:ext>
              </a:extLst>
            </p:cNvPr>
            <p:cNvSpPr/>
            <p:nvPr/>
          </p:nvSpPr>
          <p:spPr>
            <a:xfrm rot="17248515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512030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Csoportba foglalás 175">
            <a:extLst>
              <a:ext uri="{FF2B5EF4-FFF2-40B4-BE49-F238E27FC236}">
                <a16:creationId xmlns:a16="http://schemas.microsoft.com/office/drawing/2014/main" id="{C40993C1-E31D-4FA3-B37E-90C0653D02EF}"/>
              </a:ext>
            </a:extLst>
          </p:cNvPr>
          <p:cNvGrpSpPr/>
          <p:nvPr/>
        </p:nvGrpSpPr>
        <p:grpSpPr>
          <a:xfrm>
            <a:off x="369616" y="5312514"/>
            <a:ext cx="2225019" cy="1474687"/>
            <a:chOff x="-1940302" y="5316774"/>
            <a:chExt cx="2225019" cy="1474687"/>
          </a:xfrm>
        </p:grpSpPr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47EF86B2-476B-411E-9CD8-BA67ADD78F6A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Folyamatábra: Kézi művelet 177">
              <a:extLst>
                <a:ext uri="{FF2B5EF4-FFF2-40B4-BE49-F238E27FC236}">
                  <a16:creationId xmlns:a16="http://schemas.microsoft.com/office/drawing/2014/main" id="{984EF004-E86E-4A2B-808B-DAF04F0FAA6E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9" name="Háromszög 178">
              <a:extLst>
                <a:ext uri="{FF2B5EF4-FFF2-40B4-BE49-F238E27FC236}">
                  <a16:creationId xmlns:a16="http://schemas.microsoft.com/office/drawing/2014/main" id="{950B06EE-47F8-473D-9B6C-939B1A5700C4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80" name="Picture 2" descr="Forráskép megtekintése">
              <a:extLst>
                <a:ext uri="{FF2B5EF4-FFF2-40B4-BE49-F238E27FC236}">
                  <a16:creationId xmlns:a16="http://schemas.microsoft.com/office/drawing/2014/main" id="{187A4540-32CC-4A9C-A06E-6F79D78804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1596931E-5780-4D6D-AA4D-5D8972186584}"/>
              </a:ext>
            </a:extLst>
          </p:cNvPr>
          <p:cNvSpPr/>
          <p:nvPr/>
        </p:nvSpPr>
        <p:spPr>
          <a:xfrm rot="19577717">
            <a:off x="4513485" y="198333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89FCE4AE-C78B-4FCB-A962-DC26F5D9190D}"/>
              </a:ext>
            </a:extLst>
          </p:cNvPr>
          <p:cNvSpPr/>
          <p:nvPr/>
        </p:nvSpPr>
        <p:spPr>
          <a:xfrm rot="19577717">
            <a:off x="4751582" y="26694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032C42D8-A898-47DA-B37A-23AA3C0CD5B7}"/>
              </a:ext>
            </a:extLst>
          </p:cNvPr>
          <p:cNvSpPr/>
          <p:nvPr/>
        </p:nvSpPr>
        <p:spPr>
          <a:xfrm rot="19577717">
            <a:off x="6858677" y="27938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070AAFBE-3FD6-44A2-A781-B055C1801238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1BDD0741-7C7A-44AA-ABCD-C7BF01A1BEE5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3A94D4D0-9CFB-416A-9983-A9B5291B5304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143B3C5A-89EC-4874-B71E-188E6844364C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94DB7E78-0A0C-4795-A7F9-0002B935741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259F6E44-C640-4262-9288-4352EA1AF6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411F665B-E36C-4238-BDDD-84BE72CC7A5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F127D9DB-8CD0-4089-BAFE-E100776A2FF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B5165F27-9E6A-4AF2-8C8C-CCD0102CCD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C1D05D85-69DB-47C1-B89C-EF87CAFC3ED8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D8B3C826-CCB5-4D6B-87B0-6D66416067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1CC24E64-A796-474D-8258-D87DE17E967C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7" name="Csoportba foglalás 16">
            <a:extLst>
              <a:ext uri="{FF2B5EF4-FFF2-40B4-BE49-F238E27FC236}">
                <a16:creationId xmlns:a16="http://schemas.microsoft.com/office/drawing/2014/main" id="{B31C03AD-693E-4293-A3B3-97E14EEE4C1A}"/>
              </a:ext>
            </a:extLst>
          </p:cNvPr>
          <p:cNvGrpSpPr/>
          <p:nvPr/>
        </p:nvGrpSpPr>
        <p:grpSpPr>
          <a:xfrm flipH="1">
            <a:off x="6231971" y="4048182"/>
            <a:ext cx="167010" cy="267276"/>
            <a:chOff x="3714334" y="2820709"/>
            <a:chExt cx="313655" cy="597856"/>
          </a:xfrm>
        </p:grpSpPr>
        <p:grpSp>
          <p:nvGrpSpPr>
            <p:cNvPr id="18" name="Csoportba foglalás 17">
              <a:extLst>
                <a:ext uri="{FF2B5EF4-FFF2-40B4-BE49-F238E27FC236}">
                  <a16:creationId xmlns:a16="http://schemas.microsoft.com/office/drawing/2014/main" id="{25F030BB-AEC3-4C29-B3ED-79449EFE899A}"/>
                </a:ext>
              </a:extLst>
            </p:cNvPr>
            <p:cNvGrpSpPr/>
            <p:nvPr/>
          </p:nvGrpSpPr>
          <p:grpSpPr>
            <a:xfrm>
              <a:off x="3714334" y="2853226"/>
              <a:ext cx="313655" cy="565339"/>
              <a:chOff x="3714334" y="2853226"/>
              <a:chExt cx="313655" cy="565339"/>
            </a:xfrm>
          </p:grpSpPr>
          <p:sp>
            <p:nvSpPr>
              <p:cNvPr id="21" name="Henger 20">
                <a:extLst>
                  <a:ext uri="{FF2B5EF4-FFF2-40B4-BE49-F238E27FC236}">
                    <a16:creationId xmlns:a16="http://schemas.microsoft.com/office/drawing/2014/main" id="{370EE8CA-04E1-49BB-A8FC-DB33E0523705}"/>
                  </a:ext>
                </a:extLst>
              </p:cNvPr>
              <p:cNvSpPr/>
              <p:nvPr/>
            </p:nvSpPr>
            <p:spPr>
              <a:xfrm>
                <a:off x="3801877" y="3100552"/>
                <a:ext cx="168667" cy="318013"/>
              </a:xfrm>
              <a:prstGeom prst="can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" name="Ellipszis 21">
                <a:extLst>
                  <a:ext uri="{FF2B5EF4-FFF2-40B4-BE49-F238E27FC236}">
                    <a16:creationId xmlns:a16="http://schemas.microsoft.com/office/drawing/2014/main" id="{8EFFAA0D-1735-4149-8854-079A7EF34594}"/>
                  </a:ext>
                </a:extLst>
              </p:cNvPr>
              <p:cNvSpPr/>
              <p:nvPr/>
            </p:nvSpPr>
            <p:spPr>
              <a:xfrm>
                <a:off x="3750784" y="2894580"/>
                <a:ext cx="277205" cy="259975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3" name="Téglalap 22">
                <a:extLst>
                  <a:ext uri="{FF2B5EF4-FFF2-40B4-BE49-F238E27FC236}">
                    <a16:creationId xmlns:a16="http://schemas.microsoft.com/office/drawing/2014/main" id="{FAAC3321-0F8E-4620-B750-5D7E804414B7}"/>
                  </a:ext>
                </a:extLst>
              </p:cNvPr>
              <p:cNvSpPr/>
              <p:nvPr/>
            </p:nvSpPr>
            <p:spPr>
              <a:xfrm>
                <a:off x="3714334" y="3198596"/>
                <a:ext cx="203998" cy="4571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4" name="Ellipszis 23">
                <a:extLst>
                  <a:ext uri="{FF2B5EF4-FFF2-40B4-BE49-F238E27FC236}">
                    <a16:creationId xmlns:a16="http://schemas.microsoft.com/office/drawing/2014/main" id="{7716F346-BB35-4297-847C-B5C54161E850}"/>
                  </a:ext>
                </a:extLst>
              </p:cNvPr>
              <p:cNvSpPr/>
              <p:nvPr/>
            </p:nvSpPr>
            <p:spPr>
              <a:xfrm flipV="1">
                <a:off x="3806413" y="2971632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80ABF08A-7A0C-44B7-B0A3-0AE31515C4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8471" y="2853226"/>
                <a:ext cx="137726" cy="579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6F9D39FE-7484-4FEB-B3B3-1AA8D751A50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47834" y="2881632"/>
                <a:ext cx="112873" cy="36246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7" name="Egyenes összekötő 26">
                <a:extLst>
                  <a:ext uri="{FF2B5EF4-FFF2-40B4-BE49-F238E27FC236}">
                    <a16:creationId xmlns:a16="http://schemas.microsoft.com/office/drawing/2014/main" id="{6DDFE8BA-43D6-4071-AACD-FDFD8F1CD0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41138" y="2858786"/>
                <a:ext cx="239926" cy="75558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2CF7BF8C-45F6-4076-BBC3-37B3D893416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24707" y="3063476"/>
                <a:ext cx="123006" cy="30602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31BED294-56F3-4558-BB90-92CDC8A257F5}"/>
                  </a:ext>
                </a:extLst>
              </p:cNvPr>
              <p:cNvSpPr/>
              <p:nvPr/>
            </p:nvSpPr>
            <p:spPr>
              <a:xfrm flipV="1">
                <a:off x="3908203" y="297453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19" name="Egyenes összekötő 18">
              <a:extLst>
                <a:ext uri="{FF2B5EF4-FFF2-40B4-BE49-F238E27FC236}">
                  <a16:creationId xmlns:a16="http://schemas.microsoft.com/office/drawing/2014/main" id="{B93F8D73-CC6F-402F-B971-43E47ABFCE1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67256" y="2844505"/>
              <a:ext cx="43345" cy="89839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0" name="Egyenes összekötő 19">
              <a:extLst>
                <a:ext uri="{FF2B5EF4-FFF2-40B4-BE49-F238E27FC236}">
                  <a16:creationId xmlns:a16="http://schemas.microsoft.com/office/drawing/2014/main" id="{07C001F3-237C-49F7-8648-694754F4CB2F}"/>
                </a:ext>
              </a:extLst>
            </p:cNvPr>
            <p:cNvCxnSpPr>
              <a:cxnSpLocks/>
            </p:cNvCxnSpPr>
            <p:nvPr/>
          </p:nvCxnSpPr>
          <p:spPr>
            <a:xfrm>
              <a:off x="3857983" y="2820709"/>
              <a:ext cx="120698" cy="124437"/>
            </a:xfrm>
            <a:prstGeom prst="line">
              <a:avLst/>
            </a:prstGeom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30" name="Csoportba foglalás 29">
            <a:extLst>
              <a:ext uri="{FF2B5EF4-FFF2-40B4-BE49-F238E27FC236}">
                <a16:creationId xmlns:a16="http://schemas.microsoft.com/office/drawing/2014/main" id="{85AF9C0D-4256-4D56-A52D-32AEB4551251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ED567272-5927-400B-8872-F9D4E8E3F312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3" name="Csoportba foglalás 72">
                <a:extLst>
                  <a:ext uri="{FF2B5EF4-FFF2-40B4-BE49-F238E27FC236}">
                    <a16:creationId xmlns:a16="http://schemas.microsoft.com/office/drawing/2014/main" id="{BE1259BB-EC21-4069-AF22-67B347D4E84E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6" name="Derékszögű háromszög 75">
                  <a:extLst>
                    <a:ext uri="{FF2B5EF4-FFF2-40B4-BE49-F238E27FC236}">
                      <a16:creationId xmlns:a16="http://schemas.microsoft.com/office/drawing/2014/main" id="{E6C8E1DF-E180-4782-B2EF-AD7DAD3F34E1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F352FB7C-6E00-4838-8211-2F3561A62DB4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Téglalap 15">
                  <a:extLst>
                    <a:ext uri="{FF2B5EF4-FFF2-40B4-BE49-F238E27FC236}">
                      <a16:creationId xmlns:a16="http://schemas.microsoft.com/office/drawing/2014/main" id="{B2B3A9C9-EF44-4BDB-B3F4-92FCC43FAD0D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9" name="Folyamatábra: Tárolt adat 17">
                  <a:extLst>
                    <a:ext uri="{FF2B5EF4-FFF2-40B4-BE49-F238E27FC236}">
                      <a16:creationId xmlns:a16="http://schemas.microsoft.com/office/drawing/2014/main" id="{1F2C1B99-5418-48B1-9822-A3334A739A4B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Derékszögű háromszög 79">
                  <a:extLst>
                    <a:ext uri="{FF2B5EF4-FFF2-40B4-BE49-F238E27FC236}">
                      <a16:creationId xmlns:a16="http://schemas.microsoft.com/office/drawing/2014/main" id="{614C81E6-D01D-4AFB-8A68-30BA7EB35EBF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Romboid 80">
                  <a:extLst>
                    <a:ext uri="{FF2B5EF4-FFF2-40B4-BE49-F238E27FC236}">
                      <a16:creationId xmlns:a16="http://schemas.microsoft.com/office/drawing/2014/main" id="{A5CD2B2E-E4BB-4362-81B9-14AE70D33B75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 81">
                  <a:extLst>
                    <a:ext uri="{FF2B5EF4-FFF2-40B4-BE49-F238E27FC236}">
                      <a16:creationId xmlns:a16="http://schemas.microsoft.com/office/drawing/2014/main" id="{0DABA51A-9EBD-4242-B143-EF43D1F887AD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5E726A3B-3B14-4FE7-AA34-389D19684BC1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B5C74BD3-D441-49BB-8E77-BE16FCF8170B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B362935D-2783-4B09-AC88-C998DFA6044F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5FF37844-1098-49E1-8BD4-50243C975203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Téglalap: lekerekített 86">
                  <a:extLst>
                    <a:ext uri="{FF2B5EF4-FFF2-40B4-BE49-F238E27FC236}">
                      <a16:creationId xmlns:a16="http://schemas.microsoft.com/office/drawing/2014/main" id="{BD8F467A-963A-4AD9-A203-CB512BBEB3C4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Téglalap: lekerekített 87">
                  <a:extLst>
                    <a:ext uri="{FF2B5EF4-FFF2-40B4-BE49-F238E27FC236}">
                      <a16:creationId xmlns:a16="http://schemas.microsoft.com/office/drawing/2014/main" id="{FA0B028B-B296-4D37-9C80-3C1384AE2340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4" name="Picture 2" descr="Forráskép megtekintése">
                <a:extLst>
                  <a:ext uri="{FF2B5EF4-FFF2-40B4-BE49-F238E27FC236}">
                    <a16:creationId xmlns:a16="http://schemas.microsoft.com/office/drawing/2014/main" id="{B008EA3D-58FF-4A5F-93BB-139F5E3E2E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5" name="Picture 6" descr="Forráskép megtekintése">
                <a:extLst>
                  <a:ext uri="{FF2B5EF4-FFF2-40B4-BE49-F238E27FC236}">
                    <a16:creationId xmlns:a16="http://schemas.microsoft.com/office/drawing/2014/main" id="{A5F10D22-903C-40C4-890B-D92FDDA44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9298AAAB-4418-4D75-A140-ACAC2C9EA148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61" name="Csoportba foglalás 60">
                <a:extLst>
                  <a:ext uri="{FF2B5EF4-FFF2-40B4-BE49-F238E27FC236}">
                    <a16:creationId xmlns:a16="http://schemas.microsoft.com/office/drawing/2014/main" id="{204B9848-13A9-44D3-B113-097F7BD7B9EF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4" name="Henger 63">
                  <a:extLst>
                    <a:ext uri="{FF2B5EF4-FFF2-40B4-BE49-F238E27FC236}">
                      <a16:creationId xmlns:a16="http://schemas.microsoft.com/office/drawing/2014/main" id="{366E72E4-A6D4-42CD-8CDC-204F72D50BB5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DFEC1EFF-2CCA-4B4E-A27B-2260B1C9E8F2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14975EF9-CFA6-4A31-80AC-228E6C3A5A5A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Ellipszis 66">
                  <a:extLst>
                    <a:ext uri="{FF2B5EF4-FFF2-40B4-BE49-F238E27FC236}">
                      <a16:creationId xmlns:a16="http://schemas.microsoft.com/office/drawing/2014/main" id="{B4494A67-FDE0-4C2D-AED0-3495FC1CA3A0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7E216242-E990-44B8-98DC-2E05B328511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114F2A20-25FE-4059-B026-8855766435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7B2D0A55-56CC-456A-A330-FC0FDC6457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5E5ECC69-CF52-436E-BA8E-322C7D7569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2" name="Ellipszis 71">
                  <a:extLst>
                    <a:ext uri="{FF2B5EF4-FFF2-40B4-BE49-F238E27FC236}">
                      <a16:creationId xmlns:a16="http://schemas.microsoft.com/office/drawing/2014/main" id="{65A28E7B-8567-4080-8BF5-158C50C91949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2" name="Egyenes összekötő 61">
                <a:extLst>
                  <a:ext uri="{FF2B5EF4-FFF2-40B4-BE49-F238E27FC236}">
                    <a16:creationId xmlns:a16="http://schemas.microsoft.com/office/drawing/2014/main" id="{9E957AB4-B328-4201-BED3-A7660F7B776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EF1B9098-D58A-43EE-A2A9-3DCAB97722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6863E607-6C58-45C2-9BC9-317034EBD7BE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51" name="Henger 50">
                <a:extLst>
                  <a:ext uri="{FF2B5EF4-FFF2-40B4-BE49-F238E27FC236}">
                    <a16:creationId xmlns:a16="http://schemas.microsoft.com/office/drawing/2014/main" id="{EFC266B5-C868-40D5-A789-7495112B4B07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2" name="Csoportba foglalás 51">
                <a:extLst>
                  <a:ext uri="{FF2B5EF4-FFF2-40B4-BE49-F238E27FC236}">
                    <a16:creationId xmlns:a16="http://schemas.microsoft.com/office/drawing/2014/main" id="{225DB851-463C-46ED-A202-CEB09B13D0D8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B7848961-5955-493F-BDDF-ACD3C2091A78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5" name="Ellipszis 54">
                  <a:extLst>
                    <a:ext uri="{FF2B5EF4-FFF2-40B4-BE49-F238E27FC236}">
                      <a16:creationId xmlns:a16="http://schemas.microsoft.com/office/drawing/2014/main" id="{F084990E-62EB-4218-AA6E-64AFED85D7A7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EDE6277F-7F15-4923-A276-E92C46B7D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D2BE29D1-8F36-4804-B9F7-39A1EEA4DC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AC31E423-F5ED-4782-BF08-414D3A9699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Egyenes összekötő 58">
                  <a:extLst>
                    <a:ext uri="{FF2B5EF4-FFF2-40B4-BE49-F238E27FC236}">
                      <a16:creationId xmlns:a16="http://schemas.microsoft.com/office/drawing/2014/main" id="{F3A3E905-447F-4909-B6F0-6DE2D82C95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0" name="Ellipszis 59">
                  <a:extLst>
                    <a:ext uri="{FF2B5EF4-FFF2-40B4-BE49-F238E27FC236}">
                      <a16:creationId xmlns:a16="http://schemas.microsoft.com/office/drawing/2014/main" id="{C64BE365-64EB-4172-B511-8B3826C5D756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3" name="Téglalap 52">
                <a:extLst>
                  <a:ext uri="{FF2B5EF4-FFF2-40B4-BE49-F238E27FC236}">
                    <a16:creationId xmlns:a16="http://schemas.microsoft.com/office/drawing/2014/main" id="{BCE4E5E9-76B7-4EE4-8229-613A2ECED4F5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4" name="Csoportba foglalás 33">
              <a:extLst>
                <a:ext uri="{FF2B5EF4-FFF2-40B4-BE49-F238E27FC236}">
                  <a16:creationId xmlns:a16="http://schemas.microsoft.com/office/drawing/2014/main" id="{F381DD64-4C5D-464A-BFED-ED0FA38D7110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5" name="Csoportba foglalás 34">
                <a:extLst>
                  <a:ext uri="{FF2B5EF4-FFF2-40B4-BE49-F238E27FC236}">
                    <a16:creationId xmlns:a16="http://schemas.microsoft.com/office/drawing/2014/main" id="{38F1442E-1EBE-4B11-A10F-2DFF585E5FE3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3" name="Henger 42">
                  <a:extLst>
                    <a:ext uri="{FF2B5EF4-FFF2-40B4-BE49-F238E27FC236}">
                      <a16:creationId xmlns:a16="http://schemas.microsoft.com/office/drawing/2014/main" id="{6EF8BE49-326B-4AB2-808E-D6977BF53601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4" name="Ellipszis 43">
                  <a:extLst>
                    <a:ext uri="{FF2B5EF4-FFF2-40B4-BE49-F238E27FC236}">
                      <a16:creationId xmlns:a16="http://schemas.microsoft.com/office/drawing/2014/main" id="{C6416739-B10C-47CC-98FC-B09CED918C58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Ív 44">
                  <a:extLst>
                    <a:ext uri="{FF2B5EF4-FFF2-40B4-BE49-F238E27FC236}">
                      <a16:creationId xmlns:a16="http://schemas.microsoft.com/office/drawing/2014/main" id="{C0451ACB-8955-446A-BAFC-73CD0D90D86C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6" name="Picture 2" descr="Forráskép megtekintése">
                  <a:extLst>
                    <a:ext uri="{FF2B5EF4-FFF2-40B4-BE49-F238E27FC236}">
                      <a16:creationId xmlns:a16="http://schemas.microsoft.com/office/drawing/2014/main" id="{2DDB210D-65C7-442C-B393-0D7CD2B2042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7" name="Téglalap 46">
                  <a:extLst>
                    <a:ext uri="{FF2B5EF4-FFF2-40B4-BE49-F238E27FC236}">
                      <a16:creationId xmlns:a16="http://schemas.microsoft.com/office/drawing/2014/main" id="{B8B30233-A5BB-4E6F-9CE8-8AF8A9043E62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8" name="Csillag: 4 ágú 47">
                  <a:extLst>
                    <a:ext uri="{FF2B5EF4-FFF2-40B4-BE49-F238E27FC236}">
                      <a16:creationId xmlns:a16="http://schemas.microsoft.com/office/drawing/2014/main" id="{424C15B0-CF9A-4956-B0FE-6825DC2B54E3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9" name="Szabadkézi sokszög: alakzat 48">
                  <a:extLst>
                    <a:ext uri="{FF2B5EF4-FFF2-40B4-BE49-F238E27FC236}">
                      <a16:creationId xmlns:a16="http://schemas.microsoft.com/office/drawing/2014/main" id="{B77BE402-B570-4711-BCB0-182DAC647FDC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Ellipszis 49">
                  <a:extLst>
                    <a:ext uri="{FF2B5EF4-FFF2-40B4-BE49-F238E27FC236}">
                      <a16:creationId xmlns:a16="http://schemas.microsoft.com/office/drawing/2014/main" id="{3A17E614-7DCD-4071-ACBB-0CA913F93D27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B1002BB8-9260-4188-BD9B-EB844188D56F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903F698A-276B-4D0C-AF87-256608275215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8" name="Egyenes összekötő 37">
                <a:extLst>
                  <a:ext uri="{FF2B5EF4-FFF2-40B4-BE49-F238E27FC236}">
                    <a16:creationId xmlns:a16="http://schemas.microsoft.com/office/drawing/2014/main" id="{BDAA8181-3CCF-4D1C-8D0F-16B1DB5CB9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B6977B37-6530-489B-B269-0470A12F33A2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Ellipszis 39">
                <a:extLst>
                  <a:ext uri="{FF2B5EF4-FFF2-40B4-BE49-F238E27FC236}">
                    <a16:creationId xmlns:a16="http://schemas.microsoft.com/office/drawing/2014/main" id="{B286EC3D-D57B-4D51-8E96-4149E6B93CA5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41" name="Kép 40">
                <a:extLst>
                  <a:ext uri="{FF2B5EF4-FFF2-40B4-BE49-F238E27FC236}">
                    <a16:creationId xmlns:a16="http://schemas.microsoft.com/office/drawing/2014/main" id="{647A87AA-16CA-406D-BDF9-78028A3948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0815B726-43D2-42C3-ABDE-4A7B9F3EF4F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Könnycsepp 88">
            <a:extLst>
              <a:ext uri="{FF2B5EF4-FFF2-40B4-BE49-F238E27FC236}">
                <a16:creationId xmlns:a16="http://schemas.microsoft.com/office/drawing/2014/main" id="{A9E9862B-B800-4886-9211-80AF158B32C3}"/>
              </a:ext>
            </a:extLst>
          </p:cNvPr>
          <p:cNvSpPr/>
          <p:nvPr/>
        </p:nvSpPr>
        <p:spPr>
          <a:xfrm rot="19577717">
            <a:off x="2787434" y="22019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9FC89D5D-8A5A-435B-84A3-CFB8AFB583AE}"/>
              </a:ext>
            </a:extLst>
          </p:cNvPr>
          <p:cNvSpPr/>
          <p:nvPr/>
        </p:nvSpPr>
        <p:spPr>
          <a:xfrm rot="19577717">
            <a:off x="5359616" y="15411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4BD05C4C-6D99-464E-8D2C-F02600870BF1}"/>
              </a:ext>
            </a:extLst>
          </p:cNvPr>
          <p:cNvSpPr/>
          <p:nvPr/>
        </p:nvSpPr>
        <p:spPr>
          <a:xfrm rot="19577717">
            <a:off x="2662671" y="38125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D27A0435-0DDA-4D11-B84F-531E036A65BC}"/>
              </a:ext>
            </a:extLst>
          </p:cNvPr>
          <p:cNvSpPr/>
          <p:nvPr/>
        </p:nvSpPr>
        <p:spPr>
          <a:xfrm rot="19577717">
            <a:off x="6458521" y="20165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2BAC0386-8221-46E5-BE93-D1D3120B0F1E}"/>
              </a:ext>
            </a:extLst>
          </p:cNvPr>
          <p:cNvSpPr/>
          <p:nvPr/>
        </p:nvSpPr>
        <p:spPr>
          <a:xfrm rot="19577717">
            <a:off x="1973477" y="14856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1D7D0601-0ACC-4D90-BD04-F8EDCF283337}"/>
              </a:ext>
            </a:extLst>
          </p:cNvPr>
          <p:cNvSpPr/>
          <p:nvPr/>
        </p:nvSpPr>
        <p:spPr>
          <a:xfrm rot="19577717">
            <a:off x="1702040" y="35421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A658041C-C043-47ED-8996-8AD861445887}"/>
              </a:ext>
            </a:extLst>
          </p:cNvPr>
          <p:cNvSpPr/>
          <p:nvPr/>
        </p:nvSpPr>
        <p:spPr>
          <a:xfrm rot="19577717">
            <a:off x="7328352" y="480315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86215428-C613-453A-B8C6-851FCEF1C14B}"/>
              </a:ext>
            </a:extLst>
          </p:cNvPr>
          <p:cNvSpPr/>
          <p:nvPr/>
        </p:nvSpPr>
        <p:spPr>
          <a:xfrm rot="19577717">
            <a:off x="9675655" y="42786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78430925-5E08-461F-ABF2-2509E437FCB2}"/>
              </a:ext>
            </a:extLst>
          </p:cNvPr>
          <p:cNvSpPr/>
          <p:nvPr/>
        </p:nvSpPr>
        <p:spPr>
          <a:xfrm rot="18333733">
            <a:off x="1940583" y="47522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AA59605B-E08D-4335-9FB1-35C7ADAE35D3}"/>
              </a:ext>
            </a:extLst>
          </p:cNvPr>
          <p:cNvSpPr/>
          <p:nvPr/>
        </p:nvSpPr>
        <p:spPr>
          <a:xfrm rot="19577717">
            <a:off x="8110361" y="449961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44471B83-D987-4462-985F-4CFBF26A6BBC}"/>
              </a:ext>
            </a:extLst>
          </p:cNvPr>
          <p:cNvSpPr/>
          <p:nvPr/>
        </p:nvSpPr>
        <p:spPr>
          <a:xfrm rot="19577717">
            <a:off x="3304113" y="430202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Felhő 99">
            <a:extLst>
              <a:ext uri="{FF2B5EF4-FFF2-40B4-BE49-F238E27FC236}">
                <a16:creationId xmlns:a16="http://schemas.microsoft.com/office/drawing/2014/main" id="{BFA23C59-9278-4BBB-886D-80F7BF032718}"/>
              </a:ext>
            </a:extLst>
          </p:cNvPr>
          <p:cNvSpPr/>
          <p:nvPr/>
        </p:nvSpPr>
        <p:spPr>
          <a:xfrm>
            <a:off x="1970426" y="537890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B4D8EFD3-D1FC-4480-9DC6-A0C2F16D5885}"/>
              </a:ext>
            </a:extLst>
          </p:cNvPr>
          <p:cNvSpPr/>
          <p:nvPr/>
        </p:nvSpPr>
        <p:spPr>
          <a:xfrm rot="19577717">
            <a:off x="2156350" y="333192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73145A5A-B73F-4EE1-BF52-13A90184BA7C}"/>
              </a:ext>
            </a:extLst>
          </p:cNvPr>
          <p:cNvSpPr/>
          <p:nvPr/>
        </p:nvSpPr>
        <p:spPr>
          <a:xfrm rot="19577717">
            <a:off x="8872123" y="482990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E28D0332-10AE-41FE-85F6-3B02F72A72AA}"/>
              </a:ext>
            </a:extLst>
          </p:cNvPr>
          <p:cNvSpPr/>
          <p:nvPr/>
        </p:nvSpPr>
        <p:spPr>
          <a:xfrm rot="19577717">
            <a:off x="1526134" y="176874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C4F042D4-DA6F-45CB-A969-F97E95E825C9}"/>
              </a:ext>
            </a:extLst>
          </p:cNvPr>
          <p:cNvSpPr/>
          <p:nvPr/>
        </p:nvSpPr>
        <p:spPr>
          <a:xfrm rot="19577717">
            <a:off x="3247714" y="20348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8CC5C46C-8CE4-4B58-92EB-334EC8ED7F06}"/>
              </a:ext>
            </a:extLst>
          </p:cNvPr>
          <p:cNvSpPr/>
          <p:nvPr/>
        </p:nvSpPr>
        <p:spPr>
          <a:xfrm rot="19577717">
            <a:off x="6060666" y="17165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1B7954FC-1F4E-41B1-A952-A7C41BB8E96B}"/>
              </a:ext>
            </a:extLst>
          </p:cNvPr>
          <p:cNvSpPr/>
          <p:nvPr/>
        </p:nvSpPr>
        <p:spPr>
          <a:xfrm rot="19577717">
            <a:off x="3659116" y="17164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6E6A8398-C5A3-464B-9141-12A65750B898}"/>
              </a:ext>
            </a:extLst>
          </p:cNvPr>
          <p:cNvSpPr/>
          <p:nvPr/>
        </p:nvSpPr>
        <p:spPr>
          <a:xfrm rot="19577717">
            <a:off x="4055481" y="16915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EFE1ED90-458B-46A7-8948-85B1023AFE36}"/>
              </a:ext>
            </a:extLst>
          </p:cNvPr>
          <p:cNvSpPr/>
          <p:nvPr/>
        </p:nvSpPr>
        <p:spPr>
          <a:xfrm rot="19577717">
            <a:off x="2566692" y="169004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83A74C79-94F2-458B-8D78-07A398AE5D90}"/>
              </a:ext>
            </a:extLst>
          </p:cNvPr>
          <p:cNvSpPr/>
          <p:nvPr/>
        </p:nvSpPr>
        <p:spPr>
          <a:xfrm rot="19577717">
            <a:off x="4783295" y="17055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E72F62D8-598F-44BC-AFB6-14CAA7FA39A6}"/>
              </a:ext>
            </a:extLst>
          </p:cNvPr>
          <p:cNvSpPr/>
          <p:nvPr/>
        </p:nvSpPr>
        <p:spPr>
          <a:xfrm rot="19577717">
            <a:off x="4312197" y="15481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340AC930-07ED-4E60-96EA-D79CDD86AB63}"/>
              </a:ext>
            </a:extLst>
          </p:cNvPr>
          <p:cNvSpPr/>
          <p:nvPr/>
        </p:nvSpPr>
        <p:spPr>
          <a:xfrm rot="19577717">
            <a:off x="10892643" y="432538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BA39A02F-345A-4C3F-BA77-5FC59C1CFBC2}"/>
              </a:ext>
            </a:extLst>
          </p:cNvPr>
          <p:cNvSpPr/>
          <p:nvPr/>
        </p:nvSpPr>
        <p:spPr>
          <a:xfrm rot="19577717">
            <a:off x="2019453" y="23025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33127BF8-A807-4D07-B848-A714B0F58BC3}"/>
              </a:ext>
            </a:extLst>
          </p:cNvPr>
          <p:cNvSpPr/>
          <p:nvPr/>
        </p:nvSpPr>
        <p:spPr>
          <a:xfrm rot="19577717">
            <a:off x="3086843" y="253525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81F5CA15-8408-45B9-B874-5CB451E27AAE}"/>
              </a:ext>
            </a:extLst>
          </p:cNvPr>
          <p:cNvSpPr/>
          <p:nvPr/>
        </p:nvSpPr>
        <p:spPr>
          <a:xfrm rot="19577717">
            <a:off x="2574243" y="29612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C3FD0304-D9A9-475E-8A9D-3E0C937BE151}"/>
              </a:ext>
            </a:extLst>
          </p:cNvPr>
          <p:cNvSpPr/>
          <p:nvPr/>
        </p:nvSpPr>
        <p:spPr>
          <a:xfrm rot="19577717">
            <a:off x="2711716" y="43388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F9974646-E3ED-42EE-BE25-8D9ED2F67A96}"/>
              </a:ext>
            </a:extLst>
          </p:cNvPr>
          <p:cNvSpPr/>
          <p:nvPr/>
        </p:nvSpPr>
        <p:spPr>
          <a:xfrm rot="2022283" flipH="1">
            <a:off x="3738214" y="47238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4A8828AA-9C72-40A9-AC03-A1D1AF1650CB}"/>
              </a:ext>
            </a:extLst>
          </p:cNvPr>
          <p:cNvSpPr/>
          <p:nvPr/>
        </p:nvSpPr>
        <p:spPr>
          <a:xfrm rot="2022283" flipH="1">
            <a:off x="4438778" y="31629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FF7DC98D-55DE-4DBC-ADD2-10F814965697}"/>
              </a:ext>
            </a:extLst>
          </p:cNvPr>
          <p:cNvSpPr/>
          <p:nvPr/>
        </p:nvSpPr>
        <p:spPr>
          <a:xfrm rot="2022283" flipH="1">
            <a:off x="4371335" y="37096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F7E756BA-BB17-417E-86D7-2B268E1054AC}"/>
              </a:ext>
            </a:extLst>
          </p:cNvPr>
          <p:cNvSpPr/>
          <p:nvPr/>
        </p:nvSpPr>
        <p:spPr>
          <a:xfrm rot="2022283" flipH="1">
            <a:off x="3496374" y="34057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Felhő 119">
            <a:extLst>
              <a:ext uri="{FF2B5EF4-FFF2-40B4-BE49-F238E27FC236}">
                <a16:creationId xmlns:a16="http://schemas.microsoft.com/office/drawing/2014/main" id="{9ECD6855-E112-43CA-A6FF-38FAC795A96A}"/>
              </a:ext>
            </a:extLst>
          </p:cNvPr>
          <p:cNvSpPr/>
          <p:nvPr/>
        </p:nvSpPr>
        <p:spPr>
          <a:xfrm>
            <a:off x="6296269" y="641767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1DE093BB-6405-4921-97D6-6D5047A94E37}"/>
              </a:ext>
            </a:extLst>
          </p:cNvPr>
          <p:cNvSpPr/>
          <p:nvPr/>
        </p:nvSpPr>
        <p:spPr>
          <a:xfrm>
            <a:off x="9301835" y="567144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EE314B02-0F70-4D83-896B-3C4A265E72C5}"/>
              </a:ext>
            </a:extLst>
          </p:cNvPr>
          <p:cNvSpPr/>
          <p:nvPr/>
        </p:nvSpPr>
        <p:spPr>
          <a:xfrm rot="19577717">
            <a:off x="4736707" y="18706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3FE67597-E4D2-4F5A-B85B-9B93BDF186DD}"/>
              </a:ext>
            </a:extLst>
          </p:cNvPr>
          <p:cNvSpPr/>
          <p:nvPr/>
        </p:nvSpPr>
        <p:spPr>
          <a:xfrm rot="19577717">
            <a:off x="7632690" y="27583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CDAAD67D-C9F7-47A5-B7E0-C1A54D284BD5}"/>
              </a:ext>
            </a:extLst>
          </p:cNvPr>
          <p:cNvSpPr/>
          <p:nvPr/>
        </p:nvSpPr>
        <p:spPr>
          <a:xfrm rot="19577717">
            <a:off x="6415218" y="32416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B75B8FC8-CB41-497D-8B70-A0741DEB11EA}"/>
              </a:ext>
            </a:extLst>
          </p:cNvPr>
          <p:cNvSpPr/>
          <p:nvPr/>
        </p:nvSpPr>
        <p:spPr>
          <a:xfrm rot="19577717">
            <a:off x="8797604" y="17329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875ADBF2-ADBE-46F9-A69F-02EBD5F331BD}"/>
              </a:ext>
            </a:extLst>
          </p:cNvPr>
          <p:cNvSpPr/>
          <p:nvPr/>
        </p:nvSpPr>
        <p:spPr>
          <a:xfrm rot="19577717">
            <a:off x="4698979" y="252802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8B99FA26-84F0-4415-87F8-B18D556C7942}"/>
              </a:ext>
            </a:extLst>
          </p:cNvPr>
          <p:cNvSpPr/>
          <p:nvPr/>
        </p:nvSpPr>
        <p:spPr>
          <a:xfrm rot="19577717">
            <a:off x="8319462" y="294968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FB4E3219-76C1-4ECF-8F70-B5C5B47DCF24}"/>
              </a:ext>
            </a:extLst>
          </p:cNvPr>
          <p:cNvSpPr/>
          <p:nvPr/>
        </p:nvSpPr>
        <p:spPr>
          <a:xfrm rot="19577717">
            <a:off x="8118855" y="22101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176F8CB5-F776-4389-A9D8-3911230F4510}"/>
              </a:ext>
            </a:extLst>
          </p:cNvPr>
          <p:cNvSpPr/>
          <p:nvPr/>
        </p:nvSpPr>
        <p:spPr>
          <a:xfrm rot="19577717">
            <a:off x="10692035" y="22726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93B3EB8D-4590-4C46-9B2B-56D80C41BFDA}"/>
              </a:ext>
            </a:extLst>
          </p:cNvPr>
          <p:cNvSpPr/>
          <p:nvPr/>
        </p:nvSpPr>
        <p:spPr>
          <a:xfrm rot="19577717">
            <a:off x="8562867" y="20521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DACF64EC-339C-4702-98EE-5D59C974214C}"/>
              </a:ext>
            </a:extLst>
          </p:cNvPr>
          <p:cNvSpPr/>
          <p:nvPr/>
        </p:nvSpPr>
        <p:spPr>
          <a:xfrm rot="19577717">
            <a:off x="7176761" y="24267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2371065D-24DB-4AA4-80A6-344A8AD723AE}"/>
              </a:ext>
            </a:extLst>
          </p:cNvPr>
          <p:cNvSpPr/>
          <p:nvPr/>
        </p:nvSpPr>
        <p:spPr>
          <a:xfrm rot="19577717">
            <a:off x="9249865" y="27526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419EDFF3-5B7E-45A3-B382-76A0F1F31FB8}"/>
              </a:ext>
            </a:extLst>
          </p:cNvPr>
          <p:cNvSpPr/>
          <p:nvPr/>
        </p:nvSpPr>
        <p:spPr>
          <a:xfrm rot="19577717">
            <a:off x="7829397" y="192481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5C871D30-F8D3-4386-B00D-1155C6CA57B5}"/>
              </a:ext>
            </a:extLst>
          </p:cNvPr>
          <p:cNvSpPr/>
          <p:nvPr/>
        </p:nvSpPr>
        <p:spPr>
          <a:xfrm rot="19577717">
            <a:off x="5512929" y="20838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5087EC3E-5625-4EEE-9385-B09E52AB7E65}"/>
              </a:ext>
            </a:extLst>
          </p:cNvPr>
          <p:cNvSpPr/>
          <p:nvPr/>
        </p:nvSpPr>
        <p:spPr>
          <a:xfrm rot="19577717">
            <a:off x="3693997" y="25031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CBFB0644-FB14-4200-8CB2-714921A27C6A}"/>
              </a:ext>
            </a:extLst>
          </p:cNvPr>
          <p:cNvSpPr/>
          <p:nvPr/>
        </p:nvSpPr>
        <p:spPr>
          <a:xfrm rot="19577717">
            <a:off x="1833054" y="26773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0527E709-359D-4FAF-BF5D-7017530ADA67}"/>
              </a:ext>
            </a:extLst>
          </p:cNvPr>
          <p:cNvSpPr/>
          <p:nvPr/>
        </p:nvSpPr>
        <p:spPr>
          <a:xfrm rot="19577717">
            <a:off x="4878557" y="47750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7505CB9A-1732-4496-94E8-6D5456A121E8}"/>
              </a:ext>
            </a:extLst>
          </p:cNvPr>
          <p:cNvSpPr/>
          <p:nvPr/>
        </p:nvSpPr>
        <p:spPr>
          <a:xfrm rot="19577717">
            <a:off x="2078484" y="409825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81732E88-A047-4F04-8D1E-29163BEAC0AB}"/>
              </a:ext>
            </a:extLst>
          </p:cNvPr>
          <p:cNvSpPr/>
          <p:nvPr/>
        </p:nvSpPr>
        <p:spPr>
          <a:xfrm rot="19577717">
            <a:off x="8548911" y="24562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A698CB5C-3330-4620-9214-21C7417CC5D6}"/>
              </a:ext>
            </a:extLst>
          </p:cNvPr>
          <p:cNvSpPr/>
          <p:nvPr/>
        </p:nvSpPr>
        <p:spPr>
          <a:xfrm rot="19577717">
            <a:off x="9235909" y="31567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A83606D0-8455-4DA1-A149-62E36664D158}"/>
              </a:ext>
            </a:extLst>
          </p:cNvPr>
          <p:cNvSpPr/>
          <p:nvPr/>
        </p:nvSpPr>
        <p:spPr>
          <a:xfrm rot="19577717">
            <a:off x="10417141" y="20257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F26DE8D3-9B12-475A-AAFC-DBBEFD928BEE}"/>
              </a:ext>
            </a:extLst>
          </p:cNvPr>
          <p:cNvSpPr/>
          <p:nvPr/>
        </p:nvSpPr>
        <p:spPr>
          <a:xfrm rot="19577717">
            <a:off x="9016732" y="20959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Könnycsepp 142">
            <a:extLst>
              <a:ext uri="{FF2B5EF4-FFF2-40B4-BE49-F238E27FC236}">
                <a16:creationId xmlns:a16="http://schemas.microsoft.com/office/drawing/2014/main" id="{965E5E1D-D6F6-4571-97CC-771A17B6537F}"/>
              </a:ext>
            </a:extLst>
          </p:cNvPr>
          <p:cNvSpPr/>
          <p:nvPr/>
        </p:nvSpPr>
        <p:spPr>
          <a:xfrm rot="19577717">
            <a:off x="10639739" y="31502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13946940-5944-4308-BD34-1D9C4E665F0C}"/>
              </a:ext>
            </a:extLst>
          </p:cNvPr>
          <p:cNvSpPr/>
          <p:nvPr/>
        </p:nvSpPr>
        <p:spPr>
          <a:xfrm rot="19577717">
            <a:off x="8841039" y="54625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6D044BCF-6687-4FC5-AC18-30CD31BF84CD}"/>
              </a:ext>
            </a:extLst>
          </p:cNvPr>
          <p:cNvSpPr/>
          <p:nvPr/>
        </p:nvSpPr>
        <p:spPr>
          <a:xfrm rot="2022283" flipH="1">
            <a:off x="7499354" y="56011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6018AD13-D437-4A4E-BD16-C44B1E3FC73E}"/>
              </a:ext>
            </a:extLst>
          </p:cNvPr>
          <p:cNvSpPr/>
          <p:nvPr/>
        </p:nvSpPr>
        <p:spPr>
          <a:xfrm rot="2022283" flipH="1">
            <a:off x="10985347" y="39439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Könnycsepp 146">
            <a:extLst>
              <a:ext uri="{FF2B5EF4-FFF2-40B4-BE49-F238E27FC236}">
                <a16:creationId xmlns:a16="http://schemas.microsoft.com/office/drawing/2014/main" id="{C43BD1FA-4CAA-4A26-B6C3-FA69E72A8510}"/>
              </a:ext>
            </a:extLst>
          </p:cNvPr>
          <p:cNvSpPr/>
          <p:nvPr/>
        </p:nvSpPr>
        <p:spPr>
          <a:xfrm rot="2022283" flipH="1">
            <a:off x="8170196" y="58246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534BD38A-81CE-4510-A78D-8EC6771D4BB4}"/>
              </a:ext>
            </a:extLst>
          </p:cNvPr>
          <p:cNvSpPr/>
          <p:nvPr/>
        </p:nvSpPr>
        <p:spPr>
          <a:xfrm rot="19577717">
            <a:off x="8245542" y="50379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E531724E-4F59-4A20-9F0C-E316E98B1F02}"/>
              </a:ext>
            </a:extLst>
          </p:cNvPr>
          <p:cNvSpPr/>
          <p:nvPr/>
        </p:nvSpPr>
        <p:spPr>
          <a:xfrm rot="2022283" flipH="1">
            <a:off x="5640318" y="460122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6AF62C11-0DA9-4646-A686-BCB3924BE278}"/>
              </a:ext>
            </a:extLst>
          </p:cNvPr>
          <p:cNvSpPr/>
          <p:nvPr/>
        </p:nvSpPr>
        <p:spPr>
          <a:xfrm rot="19577717">
            <a:off x="5623994" y="340771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A3027AEF-A361-4A12-AE56-79CC9BE8B891}"/>
              </a:ext>
            </a:extLst>
          </p:cNvPr>
          <p:cNvSpPr/>
          <p:nvPr/>
        </p:nvSpPr>
        <p:spPr>
          <a:xfrm rot="2022283" flipH="1">
            <a:off x="9436517" y="48911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77122146-38E1-48FA-BE8E-EF0DA48CE784}"/>
              </a:ext>
            </a:extLst>
          </p:cNvPr>
          <p:cNvSpPr/>
          <p:nvPr/>
        </p:nvSpPr>
        <p:spPr>
          <a:xfrm rot="2022283" flipH="1">
            <a:off x="3767717" y="56673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51353E81-99EA-40A4-B2BF-4797073B4A46}"/>
              </a:ext>
            </a:extLst>
          </p:cNvPr>
          <p:cNvSpPr/>
          <p:nvPr/>
        </p:nvSpPr>
        <p:spPr>
          <a:xfrm rot="2022283" flipH="1">
            <a:off x="5901782" y="57056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Könnycsepp 153">
            <a:extLst>
              <a:ext uri="{FF2B5EF4-FFF2-40B4-BE49-F238E27FC236}">
                <a16:creationId xmlns:a16="http://schemas.microsoft.com/office/drawing/2014/main" id="{400A26AC-579D-4FBE-8832-DB35E7D7F390}"/>
              </a:ext>
            </a:extLst>
          </p:cNvPr>
          <p:cNvSpPr/>
          <p:nvPr/>
        </p:nvSpPr>
        <p:spPr>
          <a:xfrm rot="18333733">
            <a:off x="3140119" y="62207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5" name="Könnycsepp 154">
            <a:extLst>
              <a:ext uri="{FF2B5EF4-FFF2-40B4-BE49-F238E27FC236}">
                <a16:creationId xmlns:a16="http://schemas.microsoft.com/office/drawing/2014/main" id="{4EF03DD8-0B63-4A88-8FA3-CEEA9D6FDD77}"/>
              </a:ext>
            </a:extLst>
          </p:cNvPr>
          <p:cNvSpPr/>
          <p:nvPr/>
        </p:nvSpPr>
        <p:spPr>
          <a:xfrm rot="2022283" flipH="1">
            <a:off x="4839994" y="53774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6" name="Könnycsepp 155">
            <a:extLst>
              <a:ext uri="{FF2B5EF4-FFF2-40B4-BE49-F238E27FC236}">
                <a16:creationId xmlns:a16="http://schemas.microsoft.com/office/drawing/2014/main" id="{B9A92B7E-23C5-4E45-BD30-9E8EDCE80B89}"/>
              </a:ext>
            </a:extLst>
          </p:cNvPr>
          <p:cNvSpPr/>
          <p:nvPr/>
        </p:nvSpPr>
        <p:spPr>
          <a:xfrm rot="18333733">
            <a:off x="2260261" y="61278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7" name="Könnycsepp 156">
            <a:extLst>
              <a:ext uri="{FF2B5EF4-FFF2-40B4-BE49-F238E27FC236}">
                <a16:creationId xmlns:a16="http://schemas.microsoft.com/office/drawing/2014/main" id="{278312AB-ACB6-4376-8596-6F06253F5810}"/>
              </a:ext>
            </a:extLst>
          </p:cNvPr>
          <p:cNvSpPr/>
          <p:nvPr/>
        </p:nvSpPr>
        <p:spPr>
          <a:xfrm rot="2022283" flipH="1">
            <a:off x="4524190" y="58640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8" name="Könnycsepp 157">
            <a:extLst>
              <a:ext uri="{FF2B5EF4-FFF2-40B4-BE49-F238E27FC236}">
                <a16:creationId xmlns:a16="http://schemas.microsoft.com/office/drawing/2014/main" id="{951F9E6B-4383-41F2-B902-3BB5CF19D28A}"/>
              </a:ext>
            </a:extLst>
          </p:cNvPr>
          <p:cNvSpPr/>
          <p:nvPr/>
        </p:nvSpPr>
        <p:spPr>
          <a:xfrm rot="19577717">
            <a:off x="3413839" y="51736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62" name="Csoportba foglalás 161">
            <a:extLst>
              <a:ext uri="{FF2B5EF4-FFF2-40B4-BE49-F238E27FC236}">
                <a16:creationId xmlns:a16="http://schemas.microsoft.com/office/drawing/2014/main" id="{C5D217C7-3769-4154-8253-C6D96B2906BC}"/>
              </a:ext>
            </a:extLst>
          </p:cNvPr>
          <p:cNvGrpSpPr/>
          <p:nvPr/>
        </p:nvGrpSpPr>
        <p:grpSpPr>
          <a:xfrm>
            <a:off x="630902" y="6131272"/>
            <a:ext cx="11165913" cy="936521"/>
            <a:chOff x="630902" y="6131272"/>
            <a:chExt cx="11165913" cy="936521"/>
          </a:xfrm>
        </p:grpSpPr>
        <p:sp>
          <p:nvSpPr>
            <p:cNvPr id="163" name="Folyamatábra: Egyesítés 162">
              <a:extLst>
                <a:ext uri="{FF2B5EF4-FFF2-40B4-BE49-F238E27FC236}">
                  <a16:creationId xmlns:a16="http://schemas.microsoft.com/office/drawing/2014/main" id="{497796E0-19DD-46C4-A81C-F197320D3152}"/>
                </a:ext>
              </a:extLst>
            </p:cNvPr>
            <p:cNvSpPr/>
            <p:nvPr/>
          </p:nvSpPr>
          <p:spPr>
            <a:xfrm rot="19540295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4" name="Folyamatábra: Egyesítés 163">
              <a:extLst>
                <a:ext uri="{FF2B5EF4-FFF2-40B4-BE49-F238E27FC236}">
                  <a16:creationId xmlns:a16="http://schemas.microsoft.com/office/drawing/2014/main" id="{74F38798-6A43-4258-92AD-AE40B75FEE03}"/>
                </a:ext>
              </a:extLst>
            </p:cNvPr>
            <p:cNvSpPr/>
            <p:nvPr/>
          </p:nvSpPr>
          <p:spPr>
            <a:xfrm rot="15371539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5" name="Folyamatábra: Egyesítés 164">
              <a:extLst>
                <a:ext uri="{FF2B5EF4-FFF2-40B4-BE49-F238E27FC236}">
                  <a16:creationId xmlns:a16="http://schemas.microsoft.com/office/drawing/2014/main" id="{89883FF2-F4B9-4DB5-AF95-C11DA656CB7A}"/>
                </a:ext>
              </a:extLst>
            </p:cNvPr>
            <p:cNvSpPr/>
            <p:nvPr/>
          </p:nvSpPr>
          <p:spPr>
            <a:xfrm rot="16012609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6" name="Folyamatábra: Egyesítés 165">
              <a:extLst>
                <a:ext uri="{FF2B5EF4-FFF2-40B4-BE49-F238E27FC236}">
                  <a16:creationId xmlns:a16="http://schemas.microsoft.com/office/drawing/2014/main" id="{343F3A7F-2D0A-4EF6-8263-22EBD1CBC82A}"/>
                </a:ext>
              </a:extLst>
            </p:cNvPr>
            <p:cNvSpPr/>
            <p:nvPr/>
          </p:nvSpPr>
          <p:spPr>
            <a:xfrm rot="17981680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7" name="Folyamatábra: Egyesítés 166">
              <a:extLst>
                <a:ext uri="{FF2B5EF4-FFF2-40B4-BE49-F238E27FC236}">
                  <a16:creationId xmlns:a16="http://schemas.microsoft.com/office/drawing/2014/main" id="{2427404C-FDD9-4E42-9FB0-5229CA2BFAF6}"/>
                </a:ext>
              </a:extLst>
            </p:cNvPr>
            <p:cNvSpPr/>
            <p:nvPr/>
          </p:nvSpPr>
          <p:spPr>
            <a:xfrm rot="18550753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8" name="Folyamatábra: Egyesítés 167">
              <a:extLst>
                <a:ext uri="{FF2B5EF4-FFF2-40B4-BE49-F238E27FC236}">
                  <a16:creationId xmlns:a16="http://schemas.microsoft.com/office/drawing/2014/main" id="{51868F4E-B234-440B-B3DD-C860E6EC4A86}"/>
                </a:ext>
              </a:extLst>
            </p:cNvPr>
            <p:cNvSpPr/>
            <p:nvPr/>
          </p:nvSpPr>
          <p:spPr>
            <a:xfrm rot="15690043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Folyamatábra: Egyesítés 168">
              <a:extLst>
                <a:ext uri="{FF2B5EF4-FFF2-40B4-BE49-F238E27FC236}">
                  <a16:creationId xmlns:a16="http://schemas.microsoft.com/office/drawing/2014/main" id="{34407FD8-1EDB-404B-A7F0-C29FF73CAB22}"/>
                </a:ext>
              </a:extLst>
            </p:cNvPr>
            <p:cNvSpPr/>
            <p:nvPr/>
          </p:nvSpPr>
          <p:spPr>
            <a:xfrm rot="16386338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0" name="Folyamatábra: Egyesítés 169">
              <a:extLst>
                <a:ext uri="{FF2B5EF4-FFF2-40B4-BE49-F238E27FC236}">
                  <a16:creationId xmlns:a16="http://schemas.microsoft.com/office/drawing/2014/main" id="{12DF6F18-33DE-45E2-9D8C-4C7FDC92B658}"/>
                </a:ext>
              </a:extLst>
            </p:cNvPr>
            <p:cNvSpPr/>
            <p:nvPr/>
          </p:nvSpPr>
          <p:spPr>
            <a:xfrm rot="17562491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1" name="Folyamatábra: Egyesítés 170">
              <a:extLst>
                <a:ext uri="{FF2B5EF4-FFF2-40B4-BE49-F238E27FC236}">
                  <a16:creationId xmlns:a16="http://schemas.microsoft.com/office/drawing/2014/main" id="{603CF7E5-1DD4-4F28-907E-D9FC26F981D5}"/>
                </a:ext>
              </a:extLst>
            </p:cNvPr>
            <p:cNvSpPr/>
            <p:nvPr/>
          </p:nvSpPr>
          <p:spPr>
            <a:xfrm rot="18486075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2" name="Folyamatábra: Egyesítés 171">
              <a:extLst>
                <a:ext uri="{FF2B5EF4-FFF2-40B4-BE49-F238E27FC236}">
                  <a16:creationId xmlns:a16="http://schemas.microsoft.com/office/drawing/2014/main" id="{C7D58AA0-7DC8-457C-B049-3CCA9E553DBE}"/>
                </a:ext>
              </a:extLst>
            </p:cNvPr>
            <p:cNvSpPr/>
            <p:nvPr/>
          </p:nvSpPr>
          <p:spPr>
            <a:xfrm rot="17472268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3" name="Folyamatábra: Egyesítés 172">
              <a:extLst>
                <a:ext uri="{FF2B5EF4-FFF2-40B4-BE49-F238E27FC236}">
                  <a16:creationId xmlns:a16="http://schemas.microsoft.com/office/drawing/2014/main" id="{A2E8304B-2676-4710-B685-4A4043AF98F0}"/>
                </a:ext>
              </a:extLst>
            </p:cNvPr>
            <p:cNvSpPr/>
            <p:nvPr/>
          </p:nvSpPr>
          <p:spPr>
            <a:xfrm rot="17118618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4" name="Folyamatábra: Egyesítés 173">
              <a:extLst>
                <a:ext uri="{FF2B5EF4-FFF2-40B4-BE49-F238E27FC236}">
                  <a16:creationId xmlns:a16="http://schemas.microsoft.com/office/drawing/2014/main" id="{EC7287EA-86D6-49BF-9EB0-D3011A2D3595}"/>
                </a:ext>
              </a:extLst>
            </p:cNvPr>
            <p:cNvSpPr/>
            <p:nvPr/>
          </p:nvSpPr>
          <p:spPr>
            <a:xfrm rot="16717687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Folyamatábra: Egyesítés 174">
              <a:extLst>
                <a:ext uri="{FF2B5EF4-FFF2-40B4-BE49-F238E27FC236}">
                  <a16:creationId xmlns:a16="http://schemas.microsoft.com/office/drawing/2014/main" id="{AF282D90-3381-4ECB-AD6D-BA6923078D52}"/>
                </a:ext>
              </a:extLst>
            </p:cNvPr>
            <p:cNvSpPr/>
            <p:nvPr/>
          </p:nvSpPr>
          <p:spPr>
            <a:xfrm rot="15249003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99597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" name="Csoportba foglalás 186">
            <a:extLst>
              <a:ext uri="{FF2B5EF4-FFF2-40B4-BE49-F238E27FC236}">
                <a16:creationId xmlns:a16="http://schemas.microsoft.com/office/drawing/2014/main" id="{F4A01EC8-7A7B-41E2-9600-07A37B2BEC98}"/>
              </a:ext>
            </a:extLst>
          </p:cNvPr>
          <p:cNvGrpSpPr/>
          <p:nvPr/>
        </p:nvGrpSpPr>
        <p:grpSpPr>
          <a:xfrm>
            <a:off x="553674" y="5271705"/>
            <a:ext cx="2225019" cy="1474687"/>
            <a:chOff x="-1940302" y="5316774"/>
            <a:chExt cx="2225019" cy="1474687"/>
          </a:xfrm>
        </p:grpSpPr>
        <p:sp>
          <p:nvSpPr>
            <p:cNvPr id="188" name="Téglalap 187">
              <a:extLst>
                <a:ext uri="{FF2B5EF4-FFF2-40B4-BE49-F238E27FC236}">
                  <a16:creationId xmlns:a16="http://schemas.microsoft.com/office/drawing/2014/main" id="{AAE34719-4F2B-443B-BEBB-9A5604D8A68B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Folyamatábra: Kézi művelet 188">
              <a:extLst>
                <a:ext uri="{FF2B5EF4-FFF2-40B4-BE49-F238E27FC236}">
                  <a16:creationId xmlns:a16="http://schemas.microsoft.com/office/drawing/2014/main" id="{47707F6A-235B-44AD-8850-2EA226729B8C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Háromszög 189">
              <a:extLst>
                <a:ext uri="{FF2B5EF4-FFF2-40B4-BE49-F238E27FC236}">
                  <a16:creationId xmlns:a16="http://schemas.microsoft.com/office/drawing/2014/main" id="{651A8C52-F427-4185-9237-1AB0C3BDE0C6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91" name="Picture 2" descr="Forráskép megtekintése">
              <a:extLst>
                <a:ext uri="{FF2B5EF4-FFF2-40B4-BE49-F238E27FC236}">
                  <a16:creationId xmlns:a16="http://schemas.microsoft.com/office/drawing/2014/main" id="{F05DE7D8-C4EF-4F3C-9E38-1487FE43E1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Könnycsepp 15">
            <a:extLst>
              <a:ext uri="{FF2B5EF4-FFF2-40B4-BE49-F238E27FC236}">
                <a16:creationId xmlns:a16="http://schemas.microsoft.com/office/drawing/2014/main" id="{FF5C0305-ED2D-45A1-BDBF-010B0031E9B0}"/>
              </a:ext>
            </a:extLst>
          </p:cNvPr>
          <p:cNvSpPr/>
          <p:nvPr/>
        </p:nvSpPr>
        <p:spPr>
          <a:xfrm rot="19577717">
            <a:off x="5612735" y="260789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" name="Könnycsepp 16">
            <a:extLst>
              <a:ext uri="{FF2B5EF4-FFF2-40B4-BE49-F238E27FC236}">
                <a16:creationId xmlns:a16="http://schemas.microsoft.com/office/drawing/2014/main" id="{DB7449E9-69FC-4560-8ECE-8A1E45FFEFA3}"/>
              </a:ext>
            </a:extLst>
          </p:cNvPr>
          <p:cNvSpPr/>
          <p:nvPr/>
        </p:nvSpPr>
        <p:spPr>
          <a:xfrm rot="19577717">
            <a:off x="6348595" y="287252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8" name="Könnycsepp 17">
            <a:extLst>
              <a:ext uri="{FF2B5EF4-FFF2-40B4-BE49-F238E27FC236}">
                <a16:creationId xmlns:a16="http://schemas.microsoft.com/office/drawing/2014/main" id="{FB9E7065-351E-4426-875A-16EC743981A1}"/>
              </a:ext>
            </a:extLst>
          </p:cNvPr>
          <p:cNvSpPr/>
          <p:nvPr/>
        </p:nvSpPr>
        <p:spPr>
          <a:xfrm rot="19577717">
            <a:off x="7560431" y="286791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9" name="Csoportba foglalás 18">
            <a:extLst>
              <a:ext uri="{FF2B5EF4-FFF2-40B4-BE49-F238E27FC236}">
                <a16:creationId xmlns:a16="http://schemas.microsoft.com/office/drawing/2014/main" id="{88084555-BB5F-4E78-BC1D-B007664AE6C3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20" name="Csoportba foglalás 19">
              <a:extLst>
                <a:ext uri="{FF2B5EF4-FFF2-40B4-BE49-F238E27FC236}">
                  <a16:creationId xmlns:a16="http://schemas.microsoft.com/office/drawing/2014/main" id="{A8AD398C-4406-4A38-8BC8-E8C483F5FB66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24" name="Ellipszis 23">
                <a:extLst>
                  <a:ext uri="{FF2B5EF4-FFF2-40B4-BE49-F238E27FC236}">
                    <a16:creationId xmlns:a16="http://schemas.microsoft.com/office/drawing/2014/main" id="{8525F8CF-9C13-40C3-81FD-FA7097449C12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F688F817-A5FB-4FF8-AE5B-D70777218F7F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26" name="Egyenes összekötő 25">
                <a:extLst>
                  <a:ext uri="{FF2B5EF4-FFF2-40B4-BE49-F238E27FC236}">
                    <a16:creationId xmlns:a16="http://schemas.microsoft.com/office/drawing/2014/main" id="{47F445AB-E4B7-43F5-8BF4-754B605247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27" name="Egyenes összekötő 26">
                <a:extLst>
                  <a:ext uri="{FF2B5EF4-FFF2-40B4-BE49-F238E27FC236}">
                    <a16:creationId xmlns:a16="http://schemas.microsoft.com/office/drawing/2014/main" id="{2B6ACAF4-DEE4-47A6-89AC-299118DBF7C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28" name="Egyenes összekötő 27">
                <a:extLst>
                  <a:ext uri="{FF2B5EF4-FFF2-40B4-BE49-F238E27FC236}">
                    <a16:creationId xmlns:a16="http://schemas.microsoft.com/office/drawing/2014/main" id="{BFA60229-B8FD-460F-9214-BEE985D05C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1E865755-E637-46CD-B944-B73BABB92EE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21" name="Egyenes összekötő 20">
              <a:extLst>
                <a:ext uri="{FF2B5EF4-FFF2-40B4-BE49-F238E27FC236}">
                  <a16:creationId xmlns:a16="http://schemas.microsoft.com/office/drawing/2014/main" id="{B5CFA541-CB38-4679-8F0E-40A96C16C94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22" name="Egyenes összekötő 21">
              <a:extLst>
                <a:ext uri="{FF2B5EF4-FFF2-40B4-BE49-F238E27FC236}">
                  <a16:creationId xmlns:a16="http://schemas.microsoft.com/office/drawing/2014/main" id="{8D074F8C-4E4E-441F-A6BD-AD9E3BCEB30B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23" name="Egyenes összekötő 22">
              <a:extLst>
                <a:ext uri="{FF2B5EF4-FFF2-40B4-BE49-F238E27FC236}">
                  <a16:creationId xmlns:a16="http://schemas.microsoft.com/office/drawing/2014/main" id="{5C220801-A726-4EB3-8518-D60CBF17B08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30" name="Téglalap 29">
            <a:extLst>
              <a:ext uri="{FF2B5EF4-FFF2-40B4-BE49-F238E27FC236}">
                <a16:creationId xmlns:a16="http://schemas.microsoft.com/office/drawing/2014/main" id="{C2ECB0E0-41F2-4DE7-B183-7648E3697C90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44" name="Csoportba foglalás 43">
            <a:extLst>
              <a:ext uri="{FF2B5EF4-FFF2-40B4-BE49-F238E27FC236}">
                <a16:creationId xmlns:a16="http://schemas.microsoft.com/office/drawing/2014/main" id="{17DCD99B-DEDF-48D9-B4C0-A7945C99C28E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45" name="Csoportba foglalás 44">
              <a:extLst>
                <a:ext uri="{FF2B5EF4-FFF2-40B4-BE49-F238E27FC236}">
                  <a16:creationId xmlns:a16="http://schemas.microsoft.com/office/drawing/2014/main" id="{9D005C63-9A5C-4D9A-8B40-0B5FE11307A2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87" name="Csoportba foglalás 86">
                <a:extLst>
                  <a:ext uri="{FF2B5EF4-FFF2-40B4-BE49-F238E27FC236}">
                    <a16:creationId xmlns:a16="http://schemas.microsoft.com/office/drawing/2014/main" id="{B4AB1EF7-DCB0-4333-BEED-20F1AF95F3A1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90" name="Derékszögű háromszög 89">
                  <a:extLst>
                    <a:ext uri="{FF2B5EF4-FFF2-40B4-BE49-F238E27FC236}">
                      <a16:creationId xmlns:a16="http://schemas.microsoft.com/office/drawing/2014/main" id="{4814DC9F-EB3A-4D4F-AA87-AABF9FFEA9A7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1" name="Derékszögű háromszög 90">
                  <a:extLst>
                    <a:ext uri="{FF2B5EF4-FFF2-40B4-BE49-F238E27FC236}">
                      <a16:creationId xmlns:a16="http://schemas.microsoft.com/office/drawing/2014/main" id="{F98D9EE6-8355-4811-9D6D-1B96C1CAC15A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2" name="Téglalap 15">
                  <a:extLst>
                    <a:ext uri="{FF2B5EF4-FFF2-40B4-BE49-F238E27FC236}">
                      <a16:creationId xmlns:a16="http://schemas.microsoft.com/office/drawing/2014/main" id="{AE9FD4A9-5411-4244-ADA2-385D23ED4BB1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93" name="Folyamatábra: Tárolt adat 17">
                  <a:extLst>
                    <a:ext uri="{FF2B5EF4-FFF2-40B4-BE49-F238E27FC236}">
                      <a16:creationId xmlns:a16="http://schemas.microsoft.com/office/drawing/2014/main" id="{4ED6A310-1344-486C-8123-09E3D8114673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4" name="Derékszögű háromszög 93">
                  <a:extLst>
                    <a:ext uri="{FF2B5EF4-FFF2-40B4-BE49-F238E27FC236}">
                      <a16:creationId xmlns:a16="http://schemas.microsoft.com/office/drawing/2014/main" id="{27E687BD-6279-4990-A813-975368B81965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5" name="Romboid 94">
                  <a:extLst>
                    <a:ext uri="{FF2B5EF4-FFF2-40B4-BE49-F238E27FC236}">
                      <a16:creationId xmlns:a16="http://schemas.microsoft.com/office/drawing/2014/main" id="{A07A37E1-9959-41C3-B669-DD9A3DD156E9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6" name="Téglalap 95">
                  <a:extLst>
                    <a:ext uri="{FF2B5EF4-FFF2-40B4-BE49-F238E27FC236}">
                      <a16:creationId xmlns:a16="http://schemas.microsoft.com/office/drawing/2014/main" id="{55EDCB11-E77B-49FB-83C0-773B9AC21FD9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7" name="Téglalap: lekerekített 96">
                  <a:extLst>
                    <a:ext uri="{FF2B5EF4-FFF2-40B4-BE49-F238E27FC236}">
                      <a16:creationId xmlns:a16="http://schemas.microsoft.com/office/drawing/2014/main" id="{FD163D74-02C7-409B-9295-AF836A9A0385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8" name="Téglalap: lekerekített 97">
                  <a:extLst>
                    <a:ext uri="{FF2B5EF4-FFF2-40B4-BE49-F238E27FC236}">
                      <a16:creationId xmlns:a16="http://schemas.microsoft.com/office/drawing/2014/main" id="{7D7EF95B-C612-4537-B82A-9C495AC5093A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99" name="Téglalap: lekerekített 98">
                  <a:extLst>
                    <a:ext uri="{FF2B5EF4-FFF2-40B4-BE49-F238E27FC236}">
                      <a16:creationId xmlns:a16="http://schemas.microsoft.com/office/drawing/2014/main" id="{206EB8E7-6861-4854-8A44-72C9EFE3C36D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0" name="Téglalap: lekerekített 99">
                  <a:extLst>
                    <a:ext uri="{FF2B5EF4-FFF2-40B4-BE49-F238E27FC236}">
                      <a16:creationId xmlns:a16="http://schemas.microsoft.com/office/drawing/2014/main" id="{AB49043D-D628-47EC-B01C-D246F2CDD609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1" name="Téglalap: lekerekített 100">
                  <a:extLst>
                    <a:ext uri="{FF2B5EF4-FFF2-40B4-BE49-F238E27FC236}">
                      <a16:creationId xmlns:a16="http://schemas.microsoft.com/office/drawing/2014/main" id="{2F33819B-B446-4A2B-9A82-978E516A4931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02" name="Téglalap: lekerekített 101">
                  <a:extLst>
                    <a:ext uri="{FF2B5EF4-FFF2-40B4-BE49-F238E27FC236}">
                      <a16:creationId xmlns:a16="http://schemas.microsoft.com/office/drawing/2014/main" id="{F8CABFBC-5A92-405F-9709-CD556C12E1AA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88" name="Picture 2" descr="Forráskép megtekintése">
                <a:extLst>
                  <a:ext uri="{FF2B5EF4-FFF2-40B4-BE49-F238E27FC236}">
                    <a16:creationId xmlns:a16="http://schemas.microsoft.com/office/drawing/2014/main" id="{B0BA2505-44B6-48B9-8D29-63BF8F4AC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89" name="Picture 6" descr="Forráskép megtekintése">
                <a:extLst>
                  <a:ext uri="{FF2B5EF4-FFF2-40B4-BE49-F238E27FC236}">
                    <a16:creationId xmlns:a16="http://schemas.microsoft.com/office/drawing/2014/main" id="{536F326D-90A6-4E4F-8344-3CBCC753A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46" name="Csoportba foglalás 45">
              <a:extLst>
                <a:ext uri="{FF2B5EF4-FFF2-40B4-BE49-F238E27FC236}">
                  <a16:creationId xmlns:a16="http://schemas.microsoft.com/office/drawing/2014/main" id="{BABFF57C-93B1-4E1D-BDC0-8789B6FF33C4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75" name="Csoportba foglalás 74">
                <a:extLst>
                  <a:ext uri="{FF2B5EF4-FFF2-40B4-BE49-F238E27FC236}">
                    <a16:creationId xmlns:a16="http://schemas.microsoft.com/office/drawing/2014/main" id="{B3603966-D60E-4E1B-AEA2-95CB68E7385F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78" name="Henger 77">
                  <a:extLst>
                    <a:ext uri="{FF2B5EF4-FFF2-40B4-BE49-F238E27FC236}">
                      <a16:creationId xmlns:a16="http://schemas.microsoft.com/office/drawing/2014/main" id="{92AB7102-93EA-4F3F-A61E-1BC3584ADAE3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9" name="Ellipszis 78">
                  <a:extLst>
                    <a:ext uri="{FF2B5EF4-FFF2-40B4-BE49-F238E27FC236}">
                      <a16:creationId xmlns:a16="http://schemas.microsoft.com/office/drawing/2014/main" id="{2FD95902-378C-4FDF-92CD-695CE0DFD7C0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0" name="Téglalap 79">
                  <a:extLst>
                    <a:ext uri="{FF2B5EF4-FFF2-40B4-BE49-F238E27FC236}">
                      <a16:creationId xmlns:a16="http://schemas.microsoft.com/office/drawing/2014/main" id="{386F6550-947C-42E6-AB0B-3A5841E6EAD5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81" name="Ellipszis 80">
                  <a:extLst>
                    <a:ext uri="{FF2B5EF4-FFF2-40B4-BE49-F238E27FC236}">
                      <a16:creationId xmlns:a16="http://schemas.microsoft.com/office/drawing/2014/main" id="{3A13DF99-79ED-444F-A365-4C3194FF921E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82" name="Egyenes összekötő 81">
                  <a:extLst>
                    <a:ext uri="{FF2B5EF4-FFF2-40B4-BE49-F238E27FC236}">
                      <a16:creationId xmlns:a16="http://schemas.microsoft.com/office/drawing/2014/main" id="{232235CF-4A5B-4EAE-A6BA-EFC1AE11C8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Egyenes összekötő 82">
                  <a:extLst>
                    <a:ext uri="{FF2B5EF4-FFF2-40B4-BE49-F238E27FC236}">
                      <a16:creationId xmlns:a16="http://schemas.microsoft.com/office/drawing/2014/main" id="{A753A1E3-E213-4E14-A2BD-541BE9D9AA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Egyenes összekötő 83">
                  <a:extLst>
                    <a:ext uri="{FF2B5EF4-FFF2-40B4-BE49-F238E27FC236}">
                      <a16:creationId xmlns:a16="http://schemas.microsoft.com/office/drawing/2014/main" id="{11430B9A-FDF0-46BF-9CE6-632A1C8C82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Egyenes összekötő 84">
                  <a:extLst>
                    <a:ext uri="{FF2B5EF4-FFF2-40B4-BE49-F238E27FC236}">
                      <a16:creationId xmlns:a16="http://schemas.microsoft.com/office/drawing/2014/main" id="{C98E15BA-D044-4B93-9A02-86296D101E3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86" name="Ellipszis 85">
                  <a:extLst>
                    <a:ext uri="{FF2B5EF4-FFF2-40B4-BE49-F238E27FC236}">
                      <a16:creationId xmlns:a16="http://schemas.microsoft.com/office/drawing/2014/main" id="{F76FEC30-8D62-4532-A8FD-2D16973FEA9C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76" name="Egyenes összekötő 75">
                <a:extLst>
                  <a:ext uri="{FF2B5EF4-FFF2-40B4-BE49-F238E27FC236}">
                    <a16:creationId xmlns:a16="http://schemas.microsoft.com/office/drawing/2014/main" id="{D6A35E3C-F8AF-4B90-9435-56A4995883B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7" name="Egyenes összekötő 76">
                <a:extLst>
                  <a:ext uri="{FF2B5EF4-FFF2-40B4-BE49-F238E27FC236}">
                    <a16:creationId xmlns:a16="http://schemas.microsoft.com/office/drawing/2014/main" id="{8C8DD6F4-BD9C-4BF2-8337-70D7ABDF49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47" name="Csoportba foglalás 46">
              <a:extLst>
                <a:ext uri="{FF2B5EF4-FFF2-40B4-BE49-F238E27FC236}">
                  <a16:creationId xmlns:a16="http://schemas.microsoft.com/office/drawing/2014/main" id="{27CCCCFA-79BC-4388-9780-7D2C80EDB70A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65" name="Henger 64">
                <a:extLst>
                  <a:ext uri="{FF2B5EF4-FFF2-40B4-BE49-F238E27FC236}">
                    <a16:creationId xmlns:a16="http://schemas.microsoft.com/office/drawing/2014/main" id="{8EC41D8E-E8CE-43F2-8902-4F759F157A3A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6" name="Csoportba foglalás 65">
                <a:extLst>
                  <a:ext uri="{FF2B5EF4-FFF2-40B4-BE49-F238E27FC236}">
                    <a16:creationId xmlns:a16="http://schemas.microsoft.com/office/drawing/2014/main" id="{6434C694-C9FB-46C6-97FF-983D856CF70A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68" name="Ellipszis 67">
                  <a:extLst>
                    <a:ext uri="{FF2B5EF4-FFF2-40B4-BE49-F238E27FC236}">
                      <a16:creationId xmlns:a16="http://schemas.microsoft.com/office/drawing/2014/main" id="{0EAEDA1E-8CAE-4C25-AADA-D2C841F917CB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Ellipszis 68">
                  <a:extLst>
                    <a:ext uri="{FF2B5EF4-FFF2-40B4-BE49-F238E27FC236}">
                      <a16:creationId xmlns:a16="http://schemas.microsoft.com/office/drawing/2014/main" id="{7C532E9D-D3DA-438A-976D-F1283D910452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339C3D34-D7AD-4F11-BC51-9816D892C7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196BA274-9D59-4F6E-BEF3-9A61B92B299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Egyenes összekötő 71">
                  <a:extLst>
                    <a:ext uri="{FF2B5EF4-FFF2-40B4-BE49-F238E27FC236}">
                      <a16:creationId xmlns:a16="http://schemas.microsoft.com/office/drawing/2014/main" id="{92D55079-DA54-48F4-AD1B-AF68FE2BDC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Egyenes összekötő 72">
                  <a:extLst>
                    <a:ext uri="{FF2B5EF4-FFF2-40B4-BE49-F238E27FC236}">
                      <a16:creationId xmlns:a16="http://schemas.microsoft.com/office/drawing/2014/main" id="{C566A584-2316-4704-AFA1-3C5BAD2ECB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4" name="Ellipszis 73">
                  <a:extLst>
                    <a:ext uri="{FF2B5EF4-FFF2-40B4-BE49-F238E27FC236}">
                      <a16:creationId xmlns:a16="http://schemas.microsoft.com/office/drawing/2014/main" id="{09FF376F-27D6-4EA3-AF27-F38A5A16BCB7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67" name="Téglalap 66">
                <a:extLst>
                  <a:ext uri="{FF2B5EF4-FFF2-40B4-BE49-F238E27FC236}">
                    <a16:creationId xmlns:a16="http://schemas.microsoft.com/office/drawing/2014/main" id="{1AF7DD30-8863-45D4-8C3C-F738B2504C0F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48" name="Csoportba foglalás 47">
              <a:extLst>
                <a:ext uri="{FF2B5EF4-FFF2-40B4-BE49-F238E27FC236}">
                  <a16:creationId xmlns:a16="http://schemas.microsoft.com/office/drawing/2014/main" id="{A3E37398-5F4E-4D12-9906-4E51AE836D2A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49" name="Csoportba foglalás 48">
                <a:extLst>
                  <a:ext uri="{FF2B5EF4-FFF2-40B4-BE49-F238E27FC236}">
                    <a16:creationId xmlns:a16="http://schemas.microsoft.com/office/drawing/2014/main" id="{BFF4CB34-F43B-41A0-B45F-98E3D064829D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57" name="Henger 56">
                  <a:extLst>
                    <a:ext uri="{FF2B5EF4-FFF2-40B4-BE49-F238E27FC236}">
                      <a16:creationId xmlns:a16="http://schemas.microsoft.com/office/drawing/2014/main" id="{45BFE137-7269-4481-8CC2-382735116B63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8" name="Ellipszis 57">
                  <a:extLst>
                    <a:ext uri="{FF2B5EF4-FFF2-40B4-BE49-F238E27FC236}">
                      <a16:creationId xmlns:a16="http://schemas.microsoft.com/office/drawing/2014/main" id="{4BCBAFD2-7B4E-4A1D-B183-DAD1B90A2BCE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9" name="Ív 58">
                  <a:extLst>
                    <a:ext uri="{FF2B5EF4-FFF2-40B4-BE49-F238E27FC236}">
                      <a16:creationId xmlns:a16="http://schemas.microsoft.com/office/drawing/2014/main" id="{46601259-151E-446F-B131-0DA4640721BB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60" name="Picture 2" descr="Forráskép megtekintése">
                  <a:extLst>
                    <a:ext uri="{FF2B5EF4-FFF2-40B4-BE49-F238E27FC236}">
                      <a16:creationId xmlns:a16="http://schemas.microsoft.com/office/drawing/2014/main" id="{A040C892-58D8-4D18-B2F8-2037564ACBC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61" name="Téglalap 60">
                  <a:extLst>
                    <a:ext uri="{FF2B5EF4-FFF2-40B4-BE49-F238E27FC236}">
                      <a16:creationId xmlns:a16="http://schemas.microsoft.com/office/drawing/2014/main" id="{731157E4-B877-4158-80ED-932A690B7784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2" name="Csillag: 4 ágú 61">
                  <a:extLst>
                    <a:ext uri="{FF2B5EF4-FFF2-40B4-BE49-F238E27FC236}">
                      <a16:creationId xmlns:a16="http://schemas.microsoft.com/office/drawing/2014/main" id="{786D1DA7-B48B-44E1-BA80-BFD0AE432BF9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3" name="Szabadkézi sokszög: alakzat 62">
                  <a:extLst>
                    <a:ext uri="{FF2B5EF4-FFF2-40B4-BE49-F238E27FC236}">
                      <a16:creationId xmlns:a16="http://schemas.microsoft.com/office/drawing/2014/main" id="{33C410FA-6C8B-4D68-B9E8-7DF9083CF2FE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4" name="Ellipszis 63">
                  <a:extLst>
                    <a:ext uri="{FF2B5EF4-FFF2-40B4-BE49-F238E27FC236}">
                      <a16:creationId xmlns:a16="http://schemas.microsoft.com/office/drawing/2014/main" id="{C0E59AF1-CDA9-48BE-A7C9-1E8DF31C49B2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0" name="Ellipszis 49">
                <a:extLst>
                  <a:ext uri="{FF2B5EF4-FFF2-40B4-BE49-F238E27FC236}">
                    <a16:creationId xmlns:a16="http://schemas.microsoft.com/office/drawing/2014/main" id="{C94CF083-D101-48A5-8847-40FA26A235BF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1" name="Ellipszis 50">
                <a:extLst>
                  <a:ext uri="{FF2B5EF4-FFF2-40B4-BE49-F238E27FC236}">
                    <a16:creationId xmlns:a16="http://schemas.microsoft.com/office/drawing/2014/main" id="{E94A9596-9147-4AFC-A267-8FA1FD093C48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52" name="Egyenes összekötő 51">
                <a:extLst>
                  <a:ext uri="{FF2B5EF4-FFF2-40B4-BE49-F238E27FC236}">
                    <a16:creationId xmlns:a16="http://schemas.microsoft.com/office/drawing/2014/main" id="{48834F4B-C57B-4D46-946E-C17321EA581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53" name="Ellipszis 52">
                <a:extLst>
                  <a:ext uri="{FF2B5EF4-FFF2-40B4-BE49-F238E27FC236}">
                    <a16:creationId xmlns:a16="http://schemas.microsoft.com/office/drawing/2014/main" id="{0567C081-B550-41B3-940B-59BA27A1289B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54" name="Ellipszis 53">
                <a:extLst>
                  <a:ext uri="{FF2B5EF4-FFF2-40B4-BE49-F238E27FC236}">
                    <a16:creationId xmlns:a16="http://schemas.microsoft.com/office/drawing/2014/main" id="{83AD78CD-8078-46ED-BB50-30C872804904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55" name="Kép 54">
                <a:extLst>
                  <a:ext uri="{FF2B5EF4-FFF2-40B4-BE49-F238E27FC236}">
                    <a16:creationId xmlns:a16="http://schemas.microsoft.com/office/drawing/2014/main" id="{F901FDEC-34BF-4EAE-87F0-9EF78C6C9A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56" name="Egyenes összekötő 55">
                <a:extLst>
                  <a:ext uri="{FF2B5EF4-FFF2-40B4-BE49-F238E27FC236}">
                    <a16:creationId xmlns:a16="http://schemas.microsoft.com/office/drawing/2014/main" id="{8D28141D-5EFB-42E8-90B3-B02AFC4B67D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C0093750-4D64-4DE9-A1D1-FDCB99526DE0}"/>
              </a:ext>
            </a:extLst>
          </p:cNvPr>
          <p:cNvSpPr/>
          <p:nvPr/>
        </p:nvSpPr>
        <p:spPr>
          <a:xfrm rot="19577717">
            <a:off x="3682693" y="23309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A2233603-E677-4DD3-844A-209C15AC2066}"/>
              </a:ext>
            </a:extLst>
          </p:cNvPr>
          <p:cNvSpPr/>
          <p:nvPr/>
        </p:nvSpPr>
        <p:spPr>
          <a:xfrm rot="19577717">
            <a:off x="6956629" y="174422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3E12A17A-1354-4B83-975C-49B47B326DF9}"/>
              </a:ext>
            </a:extLst>
          </p:cNvPr>
          <p:cNvSpPr/>
          <p:nvPr/>
        </p:nvSpPr>
        <p:spPr>
          <a:xfrm rot="19577717">
            <a:off x="3557930" y="394155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E5B8D95B-2E26-44C0-A8D4-1C569608C5A0}"/>
              </a:ext>
            </a:extLst>
          </p:cNvPr>
          <p:cNvSpPr/>
          <p:nvPr/>
        </p:nvSpPr>
        <p:spPr>
          <a:xfrm rot="19577717">
            <a:off x="7160275" y="209061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C4B28C63-CD27-4242-B701-6B6FC97AA5C1}"/>
              </a:ext>
            </a:extLst>
          </p:cNvPr>
          <p:cNvSpPr/>
          <p:nvPr/>
        </p:nvSpPr>
        <p:spPr>
          <a:xfrm rot="19577717">
            <a:off x="2868736" y="16146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9EAF611F-ECFB-4E9E-A98C-B775FD459BE3}"/>
              </a:ext>
            </a:extLst>
          </p:cNvPr>
          <p:cNvSpPr/>
          <p:nvPr/>
        </p:nvSpPr>
        <p:spPr>
          <a:xfrm rot="19577717">
            <a:off x="2597299" y="36711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E1A04DF6-8D19-43C7-B24E-B4977749A4C6}"/>
              </a:ext>
            </a:extLst>
          </p:cNvPr>
          <p:cNvSpPr/>
          <p:nvPr/>
        </p:nvSpPr>
        <p:spPr>
          <a:xfrm rot="19577717">
            <a:off x="8030106" y="48772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CB75BC57-24A3-4567-A86F-7E45D47C7C44}"/>
              </a:ext>
            </a:extLst>
          </p:cNvPr>
          <p:cNvSpPr/>
          <p:nvPr/>
        </p:nvSpPr>
        <p:spPr>
          <a:xfrm rot="19577717">
            <a:off x="10377409" y="435274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C5FA8050-5C70-4058-906E-5BEE00678189}"/>
              </a:ext>
            </a:extLst>
          </p:cNvPr>
          <p:cNvSpPr/>
          <p:nvPr/>
        </p:nvSpPr>
        <p:spPr>
          <a:xfrm rot="18333733">
            <a:off x="2835842" y="488120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FD75A70B-F41A-4412-9090-3C7783194253}"/>
              </a:ext>
            </a:extLst>
          </p:cNvPr>
          <p:cNvSpPr/>
          <p:nvPr/>
        </p:nvSpPr>
        <p:spPr>
          <a:xfrm rot="19577717">
            <a:off x="8812115" y="457369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454320CB-FFCC-4265-8E93-2BAA6742C0E4}"/>
              </a:ext>
            </a:extLst>
          </p:cNvPr>
          <p:cNvSpPr/>
          <p:nvPr/>
        </p:nvSpPr>
        <p:spPr>
          <a:xfrm rot="19577717">
            <a:off x="4199372" y="44309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Felhő 113">
            <a:extLst>
              <a:ext uri="{FF2B5EF4-FFF2-40B4-BE49-F238E27FC236}">
                <a16:creationId xmlns:a16="http://schemas.microsoft.com/office/drawing/2014/main" id="{31990461-A577-4EED-8470-708D8F96FBE3}"/>
              </a:ext>
            </a:extLst>
          </p:cNvPr>
          <p:cNvSpPr/>
          <p:nvPr/>
        </p:nvSpPr>
        <p:spPr>
          <a:xfrm>
            <a:off x="3419107" y="799361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248C3C51-6495-434A-A536-32E34C58752F}"/>
              </a:ext>
            </a:extLst>
          </p:cNvPr>
          <p:cNvSpPr/>
          <p:nvPr/>
        </p:nvSpPr>
        <p:spPr>
          <a:xfrm rot="19577717">
            <a:off x="3051609" y="34608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00CE32C9-C25D-4B0E-B765-50AD1DC19571}"/>
              </a:ext>
            </a:extLst>
          </p:cNvPr>
          <p:cNvSpPr/>
          <p:nvPr/>
        </p:nvSpPr>
        <p:spPr>
          <a:xfrm rot="19577717">
            <a:off x="9573877" y="490398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07743E53-61ED-4970-973D-D32D5FB42AA3}"/>
              </a:ext>
            </a:extLst>
          </p:cNvPr>
          <p:cNvSpPr/>
          <p:nvPr/>
        </p:nvSpPr>
        <p:spPr>
          <a:xfrm rot="19577717">
            <a:off x="2421393" y="189771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B5AD5518-D48F-4E57-AF97-98C0BCF9D975}"/>
              </a:ext>
            </a:extLst>
          </p:cNvPr>
          <p:cNvSpPr/>
          <p:nvPr/>
        </p:nvSpPr>
        <p:spPr>
          <a:xfrm rot="19577717">
            <a:off x="4142973" y="21638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E2DB9722-56A3-4B94-A927-528CF6F9C4D1}"/>
              </a:ext>
            </a:extLst>
          </p:cNvPr>
          <p:cNvSpPr/>
          <p:nvPr/>
        </p:nvSpPr>
        <p:spPr>
          <a:xfrm rot="19577717">
            <a:off x="6762420" y="17906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Könnycsepp 119">
            <a:extLst>
              <a:ext uri="{FF2B5EF4-FFF2-40B4-BE49-F238E27FC236}">
                <a16:creationId xmlns:a16="http://schemas.microsoft.com/office/drawing/2014/main" id="{045F1CA7-6F18-4ECA-BFD6-F091502277AF}"/>
              </a:ext>
            </a:extLst>
          </p:cNvPr>
          <p:cNvSpPr/>
          <p:nvPr/>
        </p:nvSpPr>
        <p:spPr>
          <a:xfrm rot="19577717">
            <a:off x="4554375" y="18454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Könnycsepp 120">
            <a:extLst>
              <a:ext uri="{FF2B5EF4-FFF2-40B4-BE49-F238E27FC236}">
                <a16:creationId xmlns:a16="http://schemas.microsoft.com/office/drawing/2014/main" id="{53658AE0-F75F-41AB-8833-7D3C40BE9DED}"/>
              </a:ext>
            </a:extLst>
          </p:cNvPr>
          <p:cNvSpPr/>
          <p:nvPr/>
        </p:nvSpPr>
        <p:spPr>
          <a:xfrm rot="19577717">
            <a:off x="5154731" y="23161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BA387818-EE9A-451F-9EAE-84DB480D432F}"/>
              </a:ext>
            </a:extLst>
          </p:cNvPr>
          <p:cNvSpPr/>
          <p:nvPr/>
        </p:nvSpPr>
        <p:spPr>
          <a:xfrm rot="19577717">
            <a:off x="3461951" y="181902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5103DBE4-AA24-46B2-999B-9B28D13BB23F}"/>
              </a:ext>
            </a:extLst>
          </p:cNvPr>
          <p:cNvSpPr/>
          <p:nvPr/>
        </p:nvSpPr>
        <p:spPr>
          <a:xfrm rot="19577717">
            <a:off x="6380308" y="19086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C1DAFC02-FFBB-44EE-900E-F1877D7FEEDD}"/>
              </a:ext>
            </a:extLst>
          </p:cNvPr>
          <p:cNvSpPr/>
          <p:nvPr/>
        </p:nvSpPr>
        <p:spPr>
          <a:xfrm rot="19577717">
            <a:off x="5411447" y="217269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D7BE03A5-D04D-40BF-A46D-10A092EA06E9}"/>
              </a:ext>
            </a:extLst>
          </p:cNvPr>
          <p:cNvSpPr/>
          <p:nvPr/>
        </p:nvSpPr>
        <p:spPr>
          <a:xfrm rot="19577717">
            <a:off x="11594397" y="43994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43E200F8-2298-4A60-B76E-F10D3B6C87E2}"/>
              </a:ext>
            </a:extLst>
          </p:cNvPr>
          <p:cNvSpPr/>
          <p:nvPr/>
        </p:nvSpPr>
        <p:spPr>
          <a:xfrm rot="19577717">
            <a:off x="2914712" y="24315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6573596C-061E-403F-8324-C71C3D456653}"/>
              </a:ext>
            </a:extLst>
          </p:cNvPr>
          <p:cNvSpPr/>
          <p:nvPr/>
        </p:nvSpPr>
        <p:spPr>
          <a:xfrm rot="19577717">
            <a:off x="3982102" y="26642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CE5181DF-29B4-4A46-AFA4-C01DEC848FF1}"/>
              </a:ext>
            </a:extLst>
          </p:cNvPr>
          <p:cNvSpPr/>
          <p:nvPr/>
        </p:nvSpPr>
        <p:spPr>
          <a:xfrm rot="19577717">
            <a:off x="3469502" y="309022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DA229D19-E9AB-468E-9DF1-A47FB7C8F63F}"/>
              </a:ext>
            </a:extLst>
          </p:cNvPr>
          <p:cNvSpPr/>
          <p:nvPr/>
        </p:nvSpPr>
        <p:spPr>
          <a:xfrm rot="19577717">
            <a:off x="3606975" y="44677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548D9D0F-5904-4997-8BBC-EDB632E6DA5A}"/>
              </a:ext>
            </a:extLst>
          </p:cNvPr>
          <p:cNvSpPr/>
          <p:nvPr/>
        </p:nvSpPr>
        <p:spPr>
          <a:xfrm rot="2022283" flipH="1">
            <a:off x="5408973" y="481030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9239ED8C-0EDA-4349-B670-025716929B15}"/>
              </a:ext>
            </a:extLst>
          </p:cNvPr>
          <p:cNvSpPr/>
          <p:nvPr/>
        </p:nvSpPr>
        <p:spPr>
          <a:xfrm rot="2022283" flipH="1">
            <a:off x="5334037" y="329192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01935677-E683-4316-A381-7F43060ADB51}"/>
              </a:ext>
            </a:extLst>
          </p:cNvPr>
          <p:cNvSpPr/>
          <p:nvPr/>
        </p:nvSpPr>
        <p:spPr>
          <a:xfrm rot="2022283" flipH="1">
            <a:off x="5266594" y="383864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8B604587-7C14-4B7F-B9A8-4B4AC65490B5}"/>
              </a:ext>
            </a:extLst>
          </p:cNvPr>
          <p:cNvSpPr/>
          <p:nvPr/>
        </p:nvSpPr>
        <p:spPr>
          <a:xfrm rot="2022283" flipH="1">
            <a:off x="4801698" y="32341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Felhő 133">
            <a:extLst>
              <a:ext uri="{FF2B5EF4-FFF2-40B4-BE49-F238E27FC236}">
                <a16:creationId xmlns:a16="http://schemas.microsoft.com/office/drawing/2014/main" id="{17DFCFB2-6C2B-46E2-B117-A829094C07E7}"/>
              </a:ext>
            </a:extLst>
          </p:cNvPr>
          <p:cNvSpPr/>
          <p:nvPr/>
        </p:nvSpPr>
        <p:spPr>
          <a:xfrm>
            <a:off x="6296269" y="641767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Felhő 134">
            <a:extLst>
              <a:ext uri="{FF2B5EF4-FFF2-40B4-BE49-F238E27FC236}">
                <a16:creationId xmlns:a16="http://schemas.microsoft.com/office/drawing/2014/main" id="{F4C7BEB3-523C-47B2-9A84-D3E93BFE21C7}"/>
              </a:ext>
            </a:extLst>
          </p:cNvPr>
          <p:cNvSpPr/>
          <p:nvPr/>
        </p:nvSpPr>
        <p:spPr>
          <a:xfrm>
            <a:off x="9301835" y="567144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719EE269-FA05-492D-8E5E-2CF2931C7C9F}"/>
              </a:ext>
            </a:extLst>
          </p:cNvPr>
          <p:cNvSpPr/>
          <p:nvPr/>
        </p:nvSpPr>
        <p:spPr>
          <a:xfrm rot="19577717">
            <a:off x="6333720" y="20737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5DD0807E-8293-4C86-88A0-7E6D66647A01}"/>
              </a:ext>
            </a:extLst>
          </p:cNvPr>
          <p:cNvSpPr/>
          <p:nvPr/>
        </p:nvSpPr>
        <p:spPr>
          <a:xfrm rot="19577717">
            <a:off x="8334444" y="283244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A7E73430-778E-420C-8992-3733EFFBC022}"/>
              </a:ext>
            </a:extLst>
          </p:cNvPr>
          <p:cNvSpPr/>
          <p:nvPr/>
        </p:nvSpPr>
        <p:spPr>
          <a:xfrm rot="19577717">
            <a:off x="7116972" y="33157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93622C5C-6A40-4470-9FED-4BB60285F2D4}"/>
              </a:ext>
            </a:extLst>
          </p:cNvPr>
          <p:cNvSpPr/>
          <p:nvPr/>
        </p:nvSpPr>
        <p:spPr>
          <a:xfrm rot="19577717">
            <a:off x="9499358" y="18070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956325F8-F72A-40DC-AA0E-F474A5D2988F}"/>
              </a:ext>
            </a:extLst>
          </p:cNvPr>
          <p:cNvSpPr/>
          <p:nvPr/>
        </p:nvSpPr>
        <p:spPr>
          <a:xfrm rot="19577717">
            <a:off x="6295992" y="27310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B40777D9-3EAC-4E29-97C3-10C2C9E1FD8E}"/>
              </a:ext>
            </a:extLst>
          </p:cNvPr>
          <p:cNvSpPr/>
          <p:nvPr/>
        </p:nvSpPr>
        <p:spPr>
          <a:xfrm rot="19577717">
            <a:off x="9021216" y="30237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C0BBB349-E40C-42D0-8F8D-B7EC23EA73CF}"/>
              </a:ext>
            </a:extLst>
          </p:cNvPr>
          <p:cNvSpPr/>
          <p:nvPr/>
        </p:nvSpPr>
        <p:spPr>
          <a:xfrm rot="19577717">
            <a:off x="8820609" y="22842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Könnycsepp 142">
            <a:extLst>
              <a:ext uri="{FF2B5EF4-FFF2-40B4-BE49-F238E27FC236}">
                <a16:creationId xmlns:a16="http://schemas.microsoft.com/office/drawing/2014/main" id="{255D12E8-DA8C-4F34-8537-B23F88C1ED91}"/>
              </a:ext>
            </a:extLst>
          </p:cNvPr>
          <p:cNvSpPr/>
          <p:nvPr/>
        </p:nvSpPr>
        <p:spPr>
          <a:xfrm rot="19577717">
            <a:off x="11393789" y="23467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E6D84F52-9BE7-49FC-A8BA-516533C655E5}"/>
              </a:ext>
            </a:extLst>
          </p:cNvPr>
          <p:cNvSpPr/>
          <p:nvPr/>
        </p:nvSpPr>
        <p:spPr>
          <a:xfrm rot="19577717">
            <a:off x="9264621" y="21262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E3AD3914-D8B5-4EC4-BF2A-D86A4BE5B4C0}"/>
              </a:ext>
            </a:extLst>
          </p:cNvPr>
          <p:cNvSpPr/>
          <p:nvPr/>
        </p:nvSpPr>
        <p:spPr>
          <a:xfrm rot="19577717">
            <a:off x="7878515" y="25008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49C12A91-1F4A-4E3A-A782-A2BAF841C4EC}"/>
              </a:ext>
            </a:extLst>
          </p:cNvPr>
          <p:cNvSpPr/>
          <p:nvPr/>
        </p:nvSpPr>
        <p:spPr>
          <a:xfrm rot="19577717">
            <a:off x="9951619" y="28267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Könnycsepp 146">
            <a:extLst>
              <a:ext uri="{FF2B5EF4-FFF2-40B4-BE49-F238E27FC236}">
                <a16:creationId xmlns:a16="http://schemas.microsoft.com/office/drawing/2014/main" id="{7914B2A1-6693-477E-8910-8081DBB8ED69}"/>
              </a:ext>
            </a:extLst>
          </p:cNvPr>
          <p:cNvSpPr/>
          <p:nvPr/>
        </p:nvSpPr>
        <p:spPr>
          <a:xfrm rot="19577717">
            <a:off x="8531151" y="19988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8F4E6D0E-893C-4EB3-8817-9C536414B28B}"/>
              </a:ext>
            </a:extLst>
          </p:cNvPr>
          <p:cNvSpPr/>
          <p:nvPr/>
        </p:nvSpPr>
        <p:spPr>
          <a:xfrm rot="19577717">
            <a:off x="6214683" y="21578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013EE85D-A313-4F54-A0EA-0E7735385090}"/>
              </a:ext>
            </a:extLst>
          </p:cNvPr>
          <p:cNvSpPr/>
          <p:nvPr/>
        </p:nvSpPr>
        <p:spPr>
          <a:xfrm rot="19577717">
            <a:off x="4589256" y="263215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A3345351-7991-4C64-A285-56B32D3898C7}"/>
              </a:ext>
            </a:extLst>
          </p:cNvPr>
          <p:cNvSpPr/>
          <p:nvPr/>
        </p:nvSpPr>
        <p:spPr>
          <a:xfrm rot="19577717">
            <a:off x="2728313" y="28063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2335E271-EA56-4D68-B7D6-5E24C65CA807}"/>
              </a:ext>
            </a:extLst>
          </p:cNvPr>
          <p:cNvSpPr/>
          <p:nvPr/>
        </p:nvSpPr>
        <p:spPr>
          <a:xfrm rot="19577717">
            <a:off x="6475570" y="49781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9E8F1DFB-5535-484C-8D58-EDDD0F2F3198}"/>
              </a:ext>
            </a:extLst>
          </p:cNvPr>
          <p:cNvSpPr/>
          <p:nvPr/>
        </p:nvSpPr>
        <p:spPr>
          <a:xfrm rot="19577717">
            <a:off x="2973743" y="42272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162158D8-05F5-4365-8A36-83C860F55079}"/>
              </a:ext>
            </a:extLst>
          </p:cNvPr>
          <p:cNvSpPr/>
          <p:nvPr/>
        </p:nvSpPr>
        <p:spPr>
          <a:xfrm rot="19577717">
            <a:off x="9250665" y="25303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Könnycsepp 153">
            <a:extLst>
              <a:ext uri="{FF2B5EF4-FFF2-40B4-BE49-F238E27FC236}">
                <a16:creationId xmlns:a16="http://schemas.microsoft.com/office/drawing/2014/main" id="{6797D2BC-2789-4FBB-95D9-A5F5492AFB72}"/>
              </a:ext>
            </a:extLst>
          </p:cNvPr>
          <p:cNvSpPr/>
          <p:nvPr/>
        </p:nvSpPr>
        <p:spPr>
          <a:xfrm rot="19577717">
            <a:off x="9937663" y="323084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5" name="Könnycsepp 154">
            <a:extLst>
              <a:ext uri="{FF2B5EF4-FFF2-40B4-BE49-F238E27FC236}">
                <a16:creationId xmlns:a16="http://schemas.microsoft.com/office/drawing/2014/main" id="{6B115D13-28BB-481E-BF1C-0B0B5891C516}"/>
              </a:ext>
            </a:extLst>
          </p:cNvPr>
          <p:cNvSpPr/>
          <p:nvPr/>
        </p:nvSpPr>
        <p:spPr>
          <a:xfrm rot="19577717">
            <a:off x="11118895" y="20998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6" name="Könnycsepp 155">
            <a:extLst>
              <a:ext uri="{FF2B5EF4-FFF2-40B4-BE49-F238E27FC236}">
                <a16:creationId xmlns:a16="http://schemas.microsoft.com/office/drawing/2014/main" id="{F12BF3CA-4F3D-495E-8402-F5709DB99E2F}"/>
              </a:ext>
            </a:extLst>
          </p:cNvPr>
          <p:cNvSpPr/>
          <p:nvPr/>
        </p:nvSpPr>
        <p:spPr>
          <a:xfrm rot="19577717">
            <a:off x="9718486" y="217007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7" name="Könnycsepp 156">
            <a:extLst>
              <a:ext uri="{FF2B5EF4-FFF2-40B4-BE49-F238E27FC236}">
                <a16:creationId xmlns:a16="http://schemas.microsoft.com/office/drawing/2014/main" id="{DA2C1CB0-F256-4361-ABA2-6720D460EB7D}"/>
              </a:ext>
            </a:extLst>
          </p:cNvPr>
          <p:cNvSpPr/>
          <p:nvPr/>
        </p:nvSpPr>
        <p:spPr>
          <a:xfrm rot="19577717">
            <a:off x="11341493" y="322437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8" name="Könnycsepp 157">
            <a:extLst>
              <a:ext uri="{FF2B5EF4-FFF2-40B4-BE49-F238E27FC236}">
                <a16:creationId xmlns:a16="http://schemas.microsoft.com/office/drawing/2014/main" id="{AA4E5C11-C41E-45F2-808B-1E848F0AB136}"/>
              </a:ext>
            </a:extLst>
          </p:cNvPr>
          <p:cNvSpPr/>
          <p:nvPr/>
        </p:nvSpPr>
        <p:spPr>
          <a:xfrm rot="19577717">
            <a:off x="9542793" y="553665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9" name="Könnycsepp 158">
            <a:extLst>
              <a:ext uri="{FF2B5EF4-FFF2-40B4-BE49-F238E27FC236}">
                <a16:creationId xmlns:a16="http://schemas.microsoft.com/office/drawing/2014/main" id="{6C94F221-A50D-4B31-809A-3443EADEBB3B}"/>
              </a:ext>
            </a:extLst>
          </p:cNvPr>
          <p:cNvSpPr/>
          <p:nvPr/>
        </p:nvSpPr>
        <p:spPr>
          <a:xfrm rot="2022283" flipH="1">
            <a:off x="8201108" y="56752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0" name="Könnycsepp 159">
            <a:extLst>
              <a:ext uri="{FF2B5EF4-FFF2-40B4-BE49-F238E27FC236}">
                <a16:creationId xmlns:a16="http://schemas.microsoft.com/office/drawing/2014/main" id="{B506230E-B367-4B48-8B74-42C2102361E6}"/>
              </a:ext>
            </a:extLst>
          </p:cNvPr>
          <p:cNvSpPr/>
          <p:nvPr/>
        </p:nvSpPr>
        <p:spPr>
          <a:xfrm rot="2022283" flipH="1">
            <a:off x="11687101" y="40180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1" name="Könnycsepp 160">
            <a:extLst>
              <a:ext uri="{FF2B5EF4-FFF2-40B4-BE49-F238E27FC236}">
                <a16:creationId xmlns:a16="http://schemas.microsoft.com/office/drawing/2014/main" id="{CF0CE199-0E3B-4C52-8706-439BDADC0408}"/>
              </a:ext>
            </a:extLst>
          </p:cNvPr>
          <p:cNvSpPr/>
          <p:nvPr/>
        </p:nvSpPr>
        <p:spPr>
          <a:xfrm rot="2022283" flipH="1">
            <a:off x="8871950" y="589872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2" name="Könnycsepp 161">
            <a:extLst>
              <a:ext uri="{FF2B5EF4-FFF2-40B4-BE49-F238E27FC236}">
                <a16:creationId xmlns:a16="http://schemas.microsoft.com/office/drawing/2014/main" id="{FF512AD8-40C4-4B36-A059-CC2888E80128}"/>
              </a:ext>
            </a:extLst>
          </p:cNvPr>
          <p:cNvSpPr/>
          <p:nvPr/>
        </p:nvSpPr>
        <p:spPr>
          <a:xfrm rot="19577717">
            <a:off x="8947296" y="51119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3" name="Könnycsepp 162">
            <a:extLst>
              <a:ext uri="{FF2B5EF4-FFF2-40B4-BE49-F238E27FC236}">
                <a16:creationId xmlns:a16="http://schemas.microsoft.com/office/drawing/2014/main" id="{58599320-AD85-46EA-B812-B65F03DD6C74}"/>
              </a:ext>
            </a:extLst>
          </p:cNvPr>
          <p:cNvSpPr/>
          <p:nvPr/>
        </p:nvSpPr>
        <p:spPr>
          <a:xfrm rot="2022283" flipH="1">
            <a:off x="6342072" y="46753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4" name="Könnycsepp 163">
            <a:extLst>
              <a:ext uri="{FF2B5EF4-FFF2-40B4-BE49-F238E27FC236}">
                <a16:creationId xmlns:a16="http://schemas.microsoft.com/office/drawing/2014/main" id="{76E2734C-9CE1-4585-BCEE-9889470E1601}"/>
              </a:ext>
            </a:extLst>
          </p:cNvPr>
          <p:cNvSpPr/>
          <p:nvPr/>
        </p:nvSpPr>
        <p:spPr>
          <a:xfrm rot="19577717">
            <a:off x="6325748" y="34817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5" name="Könnycsepp 164">
            <a:extLst>
              <a:ext uri="{FF2B5EF4-FFF2-40B4-BE49-F238E27FC236}">
                <a16:creationId xmlns:a16="http://schemas.microsoft.com/office/drawing/2014/main" id="{6FFC0E68-6C02-4650-A46A-B1E3C7A31873}"/>
              </a:ext>
            </a:extLst>
          </p:cNvPr>
          <p:cNvSpPr/>
          <p:nvPr/>
        </p:nvSpPr>
        <p:spPr>
          <a:xfrm rot="2022283" flipH="1">
            <a:off x="10138271" y="496525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6" name="Könnycsepp 165">
            <a:extLst>
              <a:ext uri="{FF2B5EF4-FFF2-40B4-BE49-F238E27FC236}">
                <a16:creationId xmlns:a16="http://schemas.microsoft.com/office/drawing/2014/main" id="{764C5221-AD2A-49B3-9516-0BB11B87BD57}"/>
              </a:ext>
            </a:extLst>
          </p:cNvPr>
          <p:cNvSpPr/>
          <p:nvPr/>
        </p:nvSpPr>
        <p:spPr>
          <a:xfrm rot="2022283" flipH="1">
            <a:off x="4718274" y="50679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7" name="Könnycsepp 166">
            <a:extLst>
              <a:ext uri="{FF2B5EF4-FFF2-40B4-BE49-F238E27FC236}">
                <a16:creationId xmlns:a16="http://schemas.microsoft.com/office/drawing/2014/main" id="{D46F1334-FDF0-4396-9ACC-0F46E9201428}"/>
              </a:ext>
            </a:extLst>
          </p:cNvPr>
          <p:cNvSpPr/>
          <p:nvPr/>
        </p:nvSpPr>
        <p:spPr>
          <a:xfrm rot="2022283" flipH="1">
            <a:off x="6603536" y="577971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8" name="Könnycsepp 167">
            <a:extLst>
              <a:ext uri="{FF2B5EF4-FFF2-40B4-BE49-F238E27FC236}">
                <a16:creationId xmlns:a16="http://schemas.microsoft.com/office/drawing/2014/main" id="{9A671D71-BFFD-492D-9494-3889FB6E180C}"/>
              </a:ext>
            </a:extLst>
          </p:cNvPr>
          <p:cNvSpPr/>
          <p:nvPr/>
        </p:nvSpPr>
        <p:spPr>
          <a:xfrm rot="18333733">
            <a:off x="3140119" y="62207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69" name="Könnycsepp 168">
            <a:extLst>
              <a:ext uri="{FF2B5EF4-FFF2-40B4-BE49-F238E27FC236}">
                <a16:creationId xmlns:a16="http://schemas.microsoft.com/office/drawing/2014/main" id="{DCCD47E2-AA10-4F89-868E-7FF60E1DCCA9}"/>
              </a:ext>
            </a:extLst>
          </p:cNvPr>
          <p:cNvSpPr/>
          <p:nvPr/>
        </p:nvSpPr>
        <p:spPr>
          <a:xfrm rot="2022283" flipH="1">
            <a:off x="6437007" y="55804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0" name="Könnycsepp 169">
            <a:extLst>
              <a:ext uri="{FF2B5EF4-FFF2-40B4-BE49-F238E27FC236}">
                <a16:creationId xmlns:a16="http://schemas.microsoft.com/office/drawing/2014/main" id="{4BC78141-ADBD-49EF-915D-BE55424602B0}"/>
              </a:ext>
            </a:extLst>
          </p:cNvPr>
          <p:cNvSpPr/>
          <p:nvPr/>
        </p:nvSpPr>
        <p:spPr>
          <a:xfrm rot="18333733">
            <a:off x="3530296" y="55768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1" name="Könnycsepp 170">
            <a:extLst>
              <a:ext uri="{FF2B5EF4-FFF2-40B4-BE49-F238E27FC236}">
                <a16:creationId xmlns:a16="http://schemas.microsoft.com/office/drawing/2014/main" id="{F535C14F-B424-4E7E-95F7-4859EF4ACFFE}"/>
              </a:ext>
            </a:extLst>
          </p:cNvPr>
          <p:cNvSpPr/>
          <p:nvPr/>
        </p:nvSpPr>
        <p:spPr>
          <a:xfrm rot="2022283" flipH="1">
            <a:off x="4736337" y="55836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72" name="Könnycsepp 171">
            <a:extLst>
              <a:ext uri="{FF2B5EF4-FFF2-40B4-BE49-F238E27FC236}">
                <a16:creationId xmlns:a16="http://schemas.microsoft.com/office/drawing/2014/main" id="{88BB6493-B046-41B6-8BD8-CBCC03BBBF3C}"/>
              </a:ext>
            </a:extLst>
          </p:cNvPr>
          <p:cNvSpPr/>
          <p:nvPr/>
        </p:nvSpPr>
        <p:spPr>
          <a:xfrm rot="19577717">
            <a:off x="5663067" y="57781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73" name="Csoportba foglalás 172">
            <a:extLst>
              <a:ext uri="{FF2B5EF4-FFF2-40B4-BE49-F238E27FC236}">
                <a16:creationId xmlns:a16="http://schemas.microsoft.com/office/drawing/2014/main" id="{188E23CB-017F-4645-9069-9B190647794A}"/>
              </a:ext>
            </a:extLst>
          </p:cNvPr>
          <p:cNvGrpSpPr/>
          <p:nvPr/>
        </p:nvGrpSpPr>
        <p:grpSpPr>
          <a:xfrm>
            <a:off x="695211" y="6131272"/>
            <a:ext cx="11101604" cy="930782"/>
            <a:chOff x="695211" y="6131272"/>
            <a:chExt cx="11101604" cy="930782"/>
          </a:xfrm>
        </p:grpSpPr>
        <p:sp>
          <p:nvSpPr>
            <p:cNvPr id="174" name="Folyamatábra: Egyesítés 173">
              <a:extLst>
                <a:ext uri="{FF2B5EF4-FFF2-40B4-BE49-F238E27FC236}">
                  <a16:creationId xmlns:a16="http://schemas.microsoft.com/office/drawing/2014/main" id="{9A6A9051-EDAC-414A-BCEC-F75F1B1AD398}"/>
                </a:ext>
              </a:extLst>
            </p:cNvPr>
            <p:cNvSpPr/>
            <p:nvPr/>
          </p:nvSpPr>
          <p:spPr>
            <a:xfrm rot="16842120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Folyamatábra: Egyesítés 174">
              <a:extLst>
                <a:ext uri="{FF2B5EF4-FFF2-40B4-BE49-F238E27FC236}">
                  <a16:creationId xmlns:a16="http://schemas.microsoft.com/office/drawing/2014/main" id="{309B9227-DF0D-4F4B-B67B-79BCF9AA773F}"/>
                </a:ext>
              </a:extLst>
            </p:cNvPr>
            <p:cNvSpPr/>
            <p:nvPr/>
          </p:nvSpPr>
          <p:spPr>
            <a:xfrm rot="17782514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Folyamatábra: Egyesítés 175">
              <a:extLst>
                <a:ext uri="{FF2B5EF4-FFF2-40B4-BE49-F238E27FC236}">
                  <a16:creationId xmlns:a16="http://schemas.microsoft.com/office/drawing/2014/main" id="{9655050C-1386-4A9F-87CD-792969E6092F}"/>
                </a:ext>
              </a:extLst>
            </p:cNvPr>
            <p:cNvSpPr/>
            <p:nvPr/>
          </p:nvSpPr>
          <p:spPr>
            <a:xfrm rot="18180370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Folyamatábra: Egyesítés 176">
              <a:extLst>
                <a:ext uri="{FF2B5EF4-FFF2-40B4-BE49-F238E27FC236}">
                  <a16:creationId xmlns:a16="http://schemas.microsoft.com/office/drawing/2014/main" id="{EFBD4502-52C0-4960-99C4-3FE5E8CD0065}"/>
                </a:ext>
              </a:extLst>
            </p:cNvPr>
            <p:cNvSpPr/>
            <p:nvPr/>
          </p:nvSpPr>
          <p:spPr>
            <a:xfrm rot="19444173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Folyamatábra: Egyesítés 177">
              <a:extLst>
                <a:ext uri="{FF2B5EF4-FFF2-40B4-BE49-F238E27FC236}">
                  <a16:creationId xmlns:a16="http://schemas.microsoft.com/office/drawing/2014/main" id="{2C3498A2-D50F-4FF1-B84E-E9A9323C44AF}"/>
                </a:ext>
              </a:extLst>
            </p:cNvPr>
            <p:cNvSpPr/>
            <p:nvPr/>
          </p:nvSpPr>
          <p:spPr>
            <a:xfrm rot="17657316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9" name="Folyamatábra: Egyesítés 178">
              <a:extLst>
                <a:ext uri="{FF2B5EF4-FFF2-40B4-BE49-F238E27FC236}">
                  <a16:creationId xmlns:a16="http://schemas.microsoft.com/office/drawing/2014/main" id="{13262958-EFBA-4DE2-9439-10CE34B5239B}"/>
                </a:ext>
              </a:extLst>
            </p:cNvPr>
            <p:cNvSpPr/>
            <p:nvPr/>
          </p:nvSpPr>
          <p:spPr>
            <a:xfrm rot="14392289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0" name="Folyamatábra: Egyesítés 179">
              <a:extLst>
                <a:ext uri="{FF2B5EF4-FFF2-40B4-BE49-F238E27FC236}">
                  <a16:creationId xmlns:a16="http://schemas.microsoft.com/office/drawing/2014/main" id="{4583055C-B450-473F-B900-613689244CB7}"/>
                </a:ext>
              </a:extLst>
            </p:cNvPr>
            <p:cNvSpPr/>
            <p:nvPr/>
          </p:nvSpPr>
          <p:spPr>
            <a:xfrm rot="17490816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1" name="Folyamatábra: Egyesítés 180">
              <a:extLst>
                <a:ext uri="{FF2B5EF4-FFF2-40B4-BE49-F238E27FC236}">
                  <a16:creationId xmlns:a16="http://schemas.microsoft.com/office/drawing/2014/main" id="{32C0A4B8-3E57-4071-9B06-688EBA9D4A9B}"/>
                </a:ext>
              </a:extLst>
            </p:cNvPr>
            <p:cNvSpPr/>
            <p:nvPr/>
          </p:nvSpPr>
          <p:spPr>
            <a:xfrm rot="16613040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Folyamatábra: Egyesítés 181">
              <a:extLst>
                <a:ext uri="{FF2B5EF4-FFF2-40B4-BE49-F238E27FC236}">
                  <a16:creationId xmlns:a16="http://schemas.microsoft.com/office/drawing/2014/main" id="{C2303569-9179-4BBD-8091-6DD34A59C758}"/>
                </a:ext>
              </a:extLst>
            </p:cNvPr>
            <p:cNvSpPr/>
            <p:nvPr/>
          </p:nvSpPr>
          <p:spPr>
            <a:xfrm rot="17202883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Folyamatábra: Egyesítés 182">
              <a:extLst>
                <a:ext uri="{FF2B5EF4-FFF2-40B4-BE49-F238E27FC236}">
                  <a16:creationId xmlns:a16="http://schemas.microsoft.com/office/drawing/2014/main" id="{28066B85-1CEA-4B2E-BDB4-1416A59328D2}"/>
                </a:ext>
              </a:extLst>
            </p:cNvPr>
            <p:cNvSpPr/>
            <p:nvPr/>
          </p:nvSpPr>
          <p:spPr>
            <a:xfrm rot="16786110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Folyamatábra: Egyesítés 183">
              <a:extLst>
                <a:ext uri="{FF2B5EF4-FFF2-40B4-BE49-F238E27FC236}">
                  <a16:creationId xmlns:a16="http://schemas.microsoft.com/office/drawing/2014/main" id="{198D78C4-899B-4B4D-A9C5-2CF0C0B72445}"/>
                </a:ext>
              </a:extLst>
            </p:cNvPr>
            <p:cNvSpPr/>
            <p:nvPr/>
          </p:nvSpPr>
          <p:spPr>
            <a:xfrm rot="15924044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Folyamatábra: Egyesítés 184">
              <a:extLst>
                <a:ext uri="{FF2B5EF4-FFF2-40B4-BE49-F238E27FC236}">
                  <a16:creationId xmlns:a16="http://schemas.microsoft.com/office/drawing/2014/main" id="{58C80E5C-DFB6-4CB3-8691-C1C87BA63506}"/>
                </a:ext>
              </a:extLst>
            </p:cNvPr>
            <p:cNvSpPr/>
            <p:nvPr/>
          </p:nvSpPr>
          <p:spPr>
            <a:xfrm rot="17644524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Folyamatábra: Egyesítés 185">
              <a:extLst>
                <a:ext uri="{FF2B5EF4-FFF2-40B4-BE49-F238E27FC236}">
                  <a16:creationId xmlns:a16="http://schemas.microsoft.com/office/drawing/2014/main" id="{4401283F-66C6-4200-8C89-E3543CDFBB36}"/>
                </a:ext>
              </a:extLst>
            </p:cNvPr>
            <p:cNvSpPr/>
            <p:nvPr/>
          </p:nvSpPr>
          <p:spPr>
            <a:xfrm rot="17280774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379239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Csoportba foglalás 172">
            <a:extLst>
              <a:ext uri="{FF2B5EF4-FFF2-40B4-BE49-F238E27FC236}">
                <a16:creationId xmlns:a16="http://schemas.microsoft.com/office/drawing/2014/main" id="{6504F4B7-ECB8-421E-9516-96604562E11C}"/>
              </a:ext>
            </a:extLst>
          </p:cNvPr>
          <p:cNvGrpSpPr/>
          <p:nvPr/>
        </p:nvGrpSpPr>
        <p:grpSpPr>
          <a:xfrm>
            <a:off x="926898" y="5215719"/>
            <a:ext cx="2225019" cy="1474687"/>
            <a:chOff x="-1940302" y="5316774"/>
            <a:chExt cx="2225019" cy="1474687"/>
          </a:xfrm>
        </p:grpSpPr>
        <p:sp>
          <p:nvSpPr>
            <p:cNvPr id="174" name="Téglalap 173">
              <a:extLst>
                <a:ext uri="{FF2B5EF4-FFF2-40B4-BE49-F238E27FC236}">
                  <a16:creationId xmlns:a16="http://schemas.microsoft.com/office/drawing/2014/main" id="{D596F18A-0A2E-476D-B1F7-227AA4A4B167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Folyamatábra: Kézi művelet 174">
              <a:extLst>
                <a:ext uri="{FF2B5EF4-FFF2-40B4-BE49-F238E27FC236}">
                  <a16:creationId xmlns:a16="http://schemas.microsoft.com/office/drawing/2014/main" id="{B442A25D-6D9C-4526-B73A-D278D5707AB7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Háromszög 175">
              <a:extLst>
                <a:ext uri="{FF2B5EF4-FFF2-40B4-BE49-F238E27FC236}">
                  <a16:creationId xmlns:a16="http://schemas.microsoft.com/office/drawing/2014/main" id="{5E2A5BDB-FF9C-4F24-AF55-B161BC7C3963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77" name="Picture 2" descr="Forráskép megtekintése">
              <a:extLst>
                <a:ext uri="{FF2B5EF4-FFF2-40B4-BE49-F238E27FC236}">
                  <a16:creationId xmlns:a16="http://schemas.microsoft.com/office/drawing/2014/main" id="{138B6650-2E71-4800-9921-384580D213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3DA492F8-0870-4905-9B05-C3B671C04AC6}"/>
              </a:ext>
            </a:extLst>
          </p:cNvPr>
          <p:cNvSpPr/>
          <p:nvPr/>
        </p:nvSpPr>
        <p:spPr>
          <a:xfrm rot="19577717">
            <a:off x="5612735" y="260789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8DA4BC2B-83CD-425D-86C5-DD620DBBA878}"/>
              </a:ext>
            </a:extLst>
          </p:cNvPr>
          <p:cNvSpPr/>
          <p:nvPr/>
        </p:nvSpPr>
        <p:spPr>
          <a:xfrm rot="19577717">
            <a:off x="7048732" y="291038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E2E122D7-85BB-4A53-949D-CB8449C3A175}"/>
              </a:ext>
            </a:extLst>
          </p:cNvPr>
          <p:cNvSpPr/>
          <p:nvPr/>
        </p:nvSpPr>
        <p:spPr>
          <a:xfrm rot="19577717">
            <a:off x="8260568" y="29057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24C5F00D-415B-4C36-8690-602EDAE21968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78504640-3B08-4550-9862-16984B8A1D8D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7EB91332-1590-4555-AE70-2A36B665370D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7D46A02C-DD9B-49DA-B172-8A905CBF9299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99CE7E1D-EE74-4084-B88C-DF8BE138D58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6D4C1410-7FD0-4767-85FF-9EB2EDAA7C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1733D676-CD0C-4E1E-A962-708F70763E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2609569A-D0D7-4060-8F25-03DD08442C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09E2B077-585F-4D1F-81F4-74DBFBFE5F9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4E80178E-B314-44D4-AA3E-F7E9F0EB0EE3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DFC6C729-FED4-4557-8FA1-0B51DF5C5C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66A7BA20-4818-4B5E-87D8-A247FF91B7C8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0" name="Csoportba foglalás 29">
            <a:extLst>
              <a:ext uri="{FF2B5EF4-FFF2-40B4-BE49-F238E27FC236}">
                <a16:creationId xmlns:a16="http://schemas.microsoft.com/office/drawing/2014/main" id="{3D60379A-460A-4A4C-BC66-344551184628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90F3FA48-9EF3-4BEB-8DD2-E5BFE124A83C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3" name="Csoportba foglalás 72">
                <a:extLst>
                  <a:ext uri="{FF2B5EF4-FFF2-40B4-BE49-F238E27FC236}">
                    <a16:creationId xmlns:a16="http://schemas.microsoft.com/office/drawing/2014/main" id="{7DCF33DB-667C-4072-82CB-BD262A2C7E2A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6" name="Derékszögű háromszög 75">
                  <a:extLst>
                    <a:ext uri="{FF2B5EF4-FFF2-40B4-BE49-F238E27FC236}">
                      <a16:creationId xmlns:a16="http://schemas.microsoft.com/office/drawing/2014/main" id="{45357BEB-B82E-4414-9256-BF04E8799EB6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42F083B8-0D7F-4A39-BF5F-863A1CF8DFF6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Téglalap 15">
                  <a:extLst>
                    <a:ext uri="{FF2B5EF4-FFF2-40B4-BE49-F238E27FC236}">
                      <a16:creationId xmlns:a16="http://schemas.microsoft.com/office/drawing/2014/main" id="{6B5E882F-E29E-49AC-BDB2-FB2766C3065A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9" name="Folyamatábra: Tárolt adat 17">
                  <a:extLst>
                    <a:ext uri="{FF2B5EF4-FFF2-40B4-BE49-F238E27FC236}">
                      <a16:creationId xmlns:a16="http://schemas.microsoft.com/office/drawing/2014/main" id="{606E1F68-0816-43E9-8AAD-40E112EFFD91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Derékszögű háromszög 79">
                  <a:extLst>
                    <a:ext uri="{FF2B5EF4-FFF2-40B4-BE49-F238E27FC236}">
                      <a16:creationId xmlns:a16="http://schemas.microsoft.com/office/drawing/2014/main" id="{C27A60E8-644B-4FDA-A9CD-CA1A504A6600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Romboid 80">
                  <a:extLst>
                    <a:ext uri="{FF2B5EF4-FFF2-40B4-BE49-F238E27FC236}">
                      <a16:creationId xmlns:a16="http://schemas.microsoft.com/office/drawing/2014/main" id="{B30F0E43-28BE-4139-9AFB-48DF8F487275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 81">
                  <a:extLst>
                    <a:ext uri="{FF2B5EF4-FFF2-40B4-BE49-F238E27FC236}">
                      <a16:creationId xmlns:a16="http://schemas.microsoft.com/office/drawing/2014/main" id="{0085C48D-DA52-4A38-A616-D18F4A854DA8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4471DBDC-5F96-4A97-AADB-8193D07FB089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D5F57CB8-6957-47D3-8E77-6CA60698354D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B0D1B60F-E26A-42C9-9EE8-B2871D2B37EC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3B0DDF22-046C-459F-8BB1-32E5A1F67875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Téglalap: lekerekített 86">
                  <a:extLst>
                    <a:ext uri="{FF2B5EF4-FFF2-40B4-BE49-F238E27FC236}">
                      <a16:creationId xmlns:a16="http://schemas.microsoft.com/office/drawing/2014/main" id="{CDA5E75D-569E-4638-90A5-7D9614C8C7DB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Téglalap: lekerekített 87">
                  <a:extLst>
                    <a:ext uri="{FF2B5EF4-FFF2-40B4-BE49-F238E27FC236}">
                      <a16:creationId xmlns:a16="http://schemas.microsoft.com/office/drawing/2014/main" id="{BE090DCD-58A8-481A-9787-9FF6D855C16D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4" name="Picture 2" descr="Forráskép megtekintése">
                <a:extLst>
                  <a:ext uri="{FF2B5EF4-FFF2-40B4-BE49-F238E27FC236}">
                    <a16:creationId xmlns:a16="http://schemas.microsoft.com/office/drawing/2014/main" id="{8C5ADA57-3B33-483A-B1E2-5F0C7424A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5" name="Picture 6" descr="Forráskép megtekintése">
                <a:extLst>
                  <a:ext uri="{FF2B5EF4-FFF2-40B4-BE49-F238E27FC236}">
                    <a16:creationId xmlns:a16="http://schemas.microsoft.com/office/drawing/2014/main" id="{A25260FE-AFCA-481D-8F5A-F9195E719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EF5DBC2B-268D-48B3-B22C-6078A41B2403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61" name="Csoportba foglalás 60">
                <a:extLst>
                  <a:ext uri="{FF2B5EF4-FFF2-40B4-BE49-F238E27FC236}">
                    <a16:creationId xmlns:a16="http://schemas.microsoft.com/office/drawing/2014/main" id="{7BEE3CCB-C319-40EA-ADD9-995A4D70526B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4" name="Henger 63">
                  <a:extLst>
                    <a:ext uri="{FF2B5EF4-FFF2-40B4-BE49-F238E27FC236}">
                      <a16:creationId xmlns:a16="http://schemas.microsoft.com/office/drawing/2014/main" id="{67BA5621-630B-46C9-9E0D-9A147F9942D3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1EF75B19-7111-4D17-8958-D6AB89D921ED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0216E349-470E-476B-BF43-0D7E45A9E600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Ellipszis 66">
                  <a:extLst>
                    <a:ext uri="{FF2B5EF4-FFF2-40B4-BE49-F238E27FC236}">
                      <a16:creationId xmlns:a16="http://schemas.microsoft.com/office/drawing/2014/main" id="{34AFECCC-0A96-4059-9E82-5491877B08C6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6FCE118A-1116-47FD-93B6-32A8BFBDB1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9D8EF3FA-99B4-4F35-8649-D0D154A9F7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48FDC452-9CAC-4812-A2EA-102D577232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95F84E8B-94B4-4106-8690-314353E0BF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2" name="Ellipszis 71">
                  <a:extLst>
                    <a:ext uri="{FF2B5EF4-FFF2-40B4-BE49-F238E27FC236}">
                      <a16:creationId xmlns:a16="http://schemas.microsoft.com/office/drawing/2014/main" id="{9AF54589-30D3-42B4-8582-A0DBC7FA67F8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2" name="Egyenes összekötő 61">
                <a:extLst>
                  <a:ext uri="{FF2B5EF4-FFF2-40B4-BE49-F238E27FC236}">
                    <a16:creationId xmlns:a16="http://schemas.microsoft.com/office/drawing/2014/main" id="{6136FF58-823F-4561-B77F-1963A82A1C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CC35D1EF-7B6E-4157-B79A-87B328C5C7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D971D93C-B5AE-4AA4-AAC9-5B9C9A4878F0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51" name="Henger 50">
                <a:extLst>
                  <a:ext uri="{FF2B5EF4-FFF2-40B4-BE49-F238E27FC236}">
                    <a16:creationId xmlns:a16="http://schemas.microsoft.com/office/drawing/2014/main" id="{029371C2-F706-4A56-84BE-6CB6CE4D0846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2" name="Csoportba foglalás 51">
                <a:extLst>
                  <a:ext uri="{FF2B5EF4-FFF2-40B4-BE49-F238E27FC236}">
                    <a16:creationId xmlns:a16="http://schemas.microsoft.com/office/drawing/2014/main" id="{9C851F8C-5060-4E75-B988-758DA8126FBD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C22C410C-4CC4-48F5-A5D9-23E6A429F931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5" name="Ellipszis 54">
                  <a:extLst>
                    <a:ext uri="{FF2B5EF4-FFF2-40B4-BE49-F238E27FC236}">
                      <a16:creationId xmlns:a16="http://schemas.microsoft.com/office/drawing/2014/main" id="{92DFEF2E-EE69-4D8A-9AC5-C832C70495E2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C1CC711D-BFC7-4BB8-AFDB-2B9BAEE85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9EC8200E-0836-4E7C-9294-F3F13FB994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4666E11D-30EB-443F-9FEB-0D661B06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Egyenes összekötő 58">
                  <a:extLst>
                    <a:ext uri="{FF2B5EF4-FFF2-40B4-BE49-F238E27FC236}">
                      <a16:creationId xmlns:a16="http://schemas.microsoft.com/office/drawing/2014/main" id="{2C2864A2-6246-441D-923D-5522C1677B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0" name="Ellipszis 59">
                  <a:extLst>
                    <a:ext uri="{FF2B5EF4-FFF2-40B4-BE49-F238E27FC236}">
                      <a16:creationId xmlns:a16="http://schemas.microsoft.com/office/drawing/2014/main" id="{C26FF070-39B6-4B5E-8041-3268A32946F1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3" name="Téglalap 52">
                <a:extLst>
                  <a:ext uri="{FF2B5EF4-FFF2-40B4-BE49-F238E27FC236}">
                    <a16:creationId xmlns:a16="http://schemas.microsoft.com/office/drawing/2014/main" id="{7BDC9221-DA74-45DC-9F70-BBA48477D61D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4" name="Csoportba foglalás 33">
              <a:extLst>
                <a:ext uri="{FF2B5EF4-FFF2-40B4-BE49-F238E27FC236}">
                  <a16:creationId xmlns:a16="http://schemas.microsoft.com/office/drawing/2014/main" id="{E41C8BF2-073F-40C2-95E6-B465C03988E0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5" name="Csoportba foglalás 34">
                <a:extLst>
                  <a:ext uri="{FF2B5EF4-FFF2-40B4-BE49-F238E27FC236}">
                    <a16:creationId xmlns:a16="http://schemas.microsoft.com/office/drawing/2014/main" id="{97654666-118C-4737-AAA5-5B95FE80DF9D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3" name="Henger 42">
                  <a:extLst>
                    <a:ext uri="{FF2B5EF4-FFF2-40B4-BE49-F238E27FC236}">
                      <a16:creationId xmlns:a16="http://schemas.microsoft.com/office/drawing/2014/main" id="{43BC0498-B79E-440E-A3D6-1CB2F289349B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4" name="Ellipszis 43">
                  <a:extLst>
                    <a:ext uri="{FF2B5EF4-FFF2-40B4-BE49-F238E27FC236}">
                      <a16:creationId xmlns:a16="http://schemas.microsoft.com/office/drawing/2014/main" id="{B7779058-DFE1-432B-9C6D-7FED4B733E2F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Ív 44">
                  <a:extLst>
                    <a:ext uri="{FF2B5EF4-FFF2-40B4-BE49-F238E27FC236}">
                      <a16:creationId xmlns:a16="http://schemas.microsoft.com/office/drawing/2014/main" id="{BD220D3F-DD8A-42B4-AB57-9D9209CC7850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6" name="Picture 2" descr="Forráskép megtekintése">
                  <a:extLst>
                    <a:ext uri="{FF2B5EF4-FFF2-40B4-BE49-F238E27FC236}">
                      <a16:creationId xmlns:a16="http://schemas.microsoft.com/office/drawing/2014/main" id="{A35AD9CE-B600-4F96-A413-58045290404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7" name="Téglalap 46">
                  <a:extLst>
                    <a:ext uri="{FF2B5EF4-FFF2-40B4-BE49-F238E27FC236}">
                      <a16:creationId xmlns:a16="http://schemas.microsoft.com/office/drawing/2014/main" id="{72A33CC4-1255-4E83-8756-B1DB3A9BFAF5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8" name="Csillag: 4 ágú 47">
                  <a:extLst>
                    <a:ext uri="{FF2B5EF4-FFF2-40B4-BE49-F238E27FC236}">
                      <a16:creationId xmlns:a16="http://schemas.microsoft.com/office/drawing/2014/main" id="{964546B7-DA09-461E-90EB-72720C290287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9" name="Szabadkézi sokszög: alakzat 48">
                  <a:extLst>
                    <a:ext uri="{FF2B5EF4-FFF2-40B4-BE49-F238E27FC236}">
                      <a16:creationId xmlns:a16="http://schemas.microsoft.com/office/drawing/2014/main" id="{53732809-392E-4C91-8E83-120A26C5A534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Ellipszis 49">
                  <a:extLst>
                    <a:ext uri="{FF2B5EF4-FFF2-40B4-BE49-F238E27FC236}">
                      <a16:creationId xmlns:a16="http://schemas.microsoft.com/office/drawing/2014/main" id="{B759A78A-D69E-4370-82EC-5542B6FEFFB3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FC7A4608-BD6F-47B5-B0D7-C7AA6ED588C8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566665C1-6AFD-411E-9240-D7A5BCD11E8A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8" name="Egyenes összekötő 37">
                <a:extLst>
                  <a:ext uri="{FF2B5EF4-FFF2-40B4-BE49-F238E27FC236}">
                    <a16:creationId xmlns:a16="http://schemas.microsoft.com/office/drawing/2014/main" id="{89800BFC-FC59-41C4-82CE-1123F0ECEE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9DC5CF56-3CB7-480F-96FD-F381B8762161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Ellipszis 39">
                <a:extLst>
                  <a:ext uri="{FF2B5EF4-FFF2-40B4-BE49-F238E27FC236}">
                    <a16:creationId xmlns:a16="http://schemas.microsoft.com/office/drawing/2014/main" id="{158EA24B-7BA2-4A55-B840-CB8082A02569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41" name="Kép 40">
                <a:extLst>
                  <a:ext uri="{FF2B5EF4-FFF2-40B4-BE49-F238E27FC236}">
                    <a16:creationId xmlns:a16="http://schemas.microsoft.com/office/drawing/2014/main" id="{3E225189-B8DD-4E6F-83F1-364637EA20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10AF5CD5-17CC-4FD5-8AB3-BFC2939DC8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Könnycsepp 88">
            <a:extLst>
              <a:ext uri="{FF2B5EF4-FFF2-40B4-BE49-F238E27FC236}">
                <a16:creationId xmlns:a16="http://schemas.microsoft.com/office/drawing/2014/main" id="{D65E39A3-BD15-44D8-9A56-B0FBA83D6AB2}"/>
              </a:ext>
            </a:extLst>
          </p:cNvPr>
          <p:cNvSpPr/>
          <p:nvPr/>
        </p:nvSpPr>
        <p:spPr>
          <a:xfrm rot="19577717">
            <a:off x="4054521" y="23311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0BC73647-BC05-4B2D-A1BE-77DF1D4A01AD}"/>
              </a:ext>
            </a:extLst>
          </p:cNvPr>
          <p:cNvSpPr/>
          <p:nvPr/>
        </p:nvSpPr>
        <p:spPr>
          <a:xfrm rot="19577717">
            <a:off x="7330241" y="18378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F6238F0B-1C5D-4F5B-ADAD-F1C38CB25DFA}"/>
              </a:ext>
            </a:extLst>
          </p:cNvPr>
          <p:cNvSpPr/>
          <p:nvPr/>
        </p:nvSpPr>
        <p:spPr>
          <a:xfrm rot="19577717">
            <a:off x="3929758" y="39418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D65D519D-FF02-4403-9B86-3071AD6B0484}"/>
              </a:ext>
            </a:extLst>
          </p:cNvPr>
          <p:cNvSpPr/>
          <p:nvPr/>
        </p:nvSpPr>
        <p:spPr>
          <a:xfrm rot="19577717">
            <a:off x="7860412" y="21284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DC19F1C4-1AF1-4640-940C-249755EFA08C}"/>
              </a:ext>
            </a:extLst>
          </p:cNvPr>
          <p:cNvSpPr/>
          <p:nvPr/>
        </p:nvSpPr>
        <p:spPr>
          <a:xfrm rot="19577717">
            <a:off x="3240564" y="16149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683AF4C9-1823-47EC-9365-625B09FE9528}"/>
              </a:ext>
            </a:extLst>
          </p:cNvPr>
          <p:cNvSpPr/>
          <p:nvPr/>
        </p:nvSpPr>
        <p:spPr>
          <a:xfrm rot="19577717">
            <a:off x="2969127" y="36713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7BB44B8D-1B71-4DA7-82BB-A0D9FBC15C86}"/>
              </a:ext>
            </a:extLst>
          </p:cNvPr>
          <p:cNvSpPr/>
          <p:nvPr/>
        </p:nvSpPr>
        <p:spPr>
          <a:xfrm rot="19577717">
            <a:off x="8730243" y="49150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CC643983-E914-4943-81AC-F3A8EC1B0EEC}"/>
              </a:ext>
            </a:extLst>
          </p:cNvPr>
          <p:cNvSpPr/>
          <p:nvPr/>
        </p:nvSpPr>
        <p:spPr>
          <a:xfrm rot="19577717">
            <a:off x="11077546" y="439060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750A94CC-3397-4E86-8B21-5418DB3B63D8}"/>
              </a:ext>
            </a:extLst>
          </p:cNvPr>
          <p:cNvSpPr/>
          <p:nvPr/>
        </p:nvSpPr>
        <p:spPr>
          <a:xfrm rot="18333733">
            <a:off x="2835842" y="488120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4AB7B4D9-BB01-454E-816B-A0BA7A154856}"/>
              </a:ext>
            </a:extLst>
          </p:cNvPr>
          <p:cNvSpPr/>
          <p:nvPr/>
        </p:nvSpPr>
        <p:spPr>
          <a:xfrm rot="19577717">
            <a:off x="9512252" y="46115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C92094A1-16FD-4C26-99A9-2375F1E2D856}"/>
              </a:ext>
            </a:extLst>
          </p:cNvPr>
          <p:cNvSpPr/>
          <p:nvPr/>
        </p:nvSpPr>
        <p:spPr>
          <a:xfrm rot="19577717">
            <a:off x="4199372" y="44309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Felhő 99">
            <a:extLst>
              <a:ext uri="{FF2B5EF4-FFF2-40B4-BE49-F238E27FC236}">
                <a16:creationId xmlns:a16="http://schemas.microsoft.com/office/drawing/2014/main" id="{1E749200-9249-4B62-A620-73D2897E42A2}"/>
              </a:ext>
            </a:extLst>
          </p:cNvPr>
          <p:cNvSpPr/>
          <p:nvPr/>
        </p:nvSpPr>
        <p:spPr>
          <a:xfrm>
            <a:off x="3419107" y="799361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6FFD796A-1BEC-4654-8D1B-DB3E862C0E4E}"/>
              </a:ext>
            </a:extLst>
          </p:cNvPr>
          <p:cNvSpPr/>
          <p:nvPr/>
        </p:nvSpPr>
        <p:spPr>
          <a:xfrm rot="19577717">
            <a:off x="3423437" y="346115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48CB3C2A-F371-47BF-9C54-8FA2C183FA6F}"/>
              </a:ext>
            </a:extLst>
          </p:cNvPr>
          <p:cNvSpPr/>
          <p:nvPr/>
        </p:nvSpPr>
        <p:spPr>
          <a:xfrm rot="19577717">
            <a:off x="10274014" y="49418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75243CE4-3E01-43B3-BE20-477D17B32E6E}"/>
              </a:ext>
            </a:extLst>
          </p:cNvPr>
          <p:cNvSpPr/>
          <p:nvPr/>
        </p:nvSpPr>
        <p:spPr>
          <a:xfrm rot="19577717">
            <a:off x="2793221" y="18979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5C79FEE5-A8B0-4ED8-9544-336C101DCDC5}"/>
              </a:ext>
            </a:extLst>
          </p:cNvPr>
          <p:cNvSpPr/>
          <p:nvPr/>
        </p:nvSpPr>
        <p:spPr>
          <a:xfrm rot="19577717">
            <a:off x="4514801" y="216409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7B4D0C7F-8221-4475-BD2D-70F9C481C024}"/>
              </a:ext>
            </a:extLst>
          </p:cNvPr>
          <p:cNvSpPr/>
          <p:nvPr/>
        </p:nvSpPr>
        <p:spPr>
          <a:xfrm rot="19577717">
            <a:off x="8171658" y="19028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A1EF5C26-4B99-41D5-B973-8B3EDF98DA23}"/>
              </a:ext>
            </a:extLst>
          </p:cNvPr>
          <p:cNvSpPr/>
          <p:nvPr/>
        </p:nvSpPr>
        <p:spPr>
          <a:xfrm rot="19577717">
            <a:off x="4926203" y="184567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DC2DBB9C-0B21-48F9-ACEE-3A832AB62FA7}"/>
              </a:ext>
            </a:extLst>
          </p:cNvPr>
          <p:cNvSpPr/>
          <p:nvPr/>
        </p:nvSpPr>
        <p:spPr>
          <a:xfrm rot="19577717">
            <a:off x="5526559" y="23163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5F24F64F-54C4-47F5-8FC0-30DC3AF8CFBE}"/>
              </a:ext>
            </a:extLst>
          </p:cNvPr>
          <p:cNvSpPr/>
          <p:nvPr/>
        </p:nvSpPr>
        <p:spPr>
          <a:xfrm rot="19577717">
            <a:off x="3833779" y="18192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1421A62F-39C5-407B-A442-B8941383AD61}"/>
              </a:ext>
            </a:extLst>
          </p:cNvPr>
          <p:cNvSpPr/>
          <p:nvPr/>
        </p:nvSpPr>
        <p:spPr>
          <a:xfrm rot="19577717">
            <a:off x="6380308" y="190861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8F3AEE49-0A22-4097-B7ED-D9BD1E9D9CDE}"/>
              </a:ext>
            </a:extLst>
          </p:cNvPr>
          <p:cNvSpPr/>
          <p:nvPr/>
        </p:nvSpPr>
        <p:spPr>
          <a:xfrm rot="19577717">
            <a:off x="5783275" y="21729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8D33E5CC-BD1D-47E7-9A9A-5B3C56CAF79F}"/>
              </a:ext>
            </a:extLst>
          </p:cNvPr>
          <p:cNvSpPr/>
          <p:nvPr/>
        </p:nvSpPr>
        <p:spPr>
          <a:xfrm rot="19577717">
            <a:off x="11594397" y="43994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39826828-4375-4FA7-BA04-B872E9D58BA0}"/>
              </a:ext>
            </a:extLst>
          </p:cNvPr>
          <p:cNvSpPr/>
          <p:nvPr/>
        </p:nvSpPr>
        <p:spPr>
          <a:xfrm rot="19577717">
            <a:off x="3286540" y="24318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FF39BC38-A270-4CBB-B62A-F0D723DFBD9C}"/>
              </a:ext>
            </a:extLst>
          </p:cNvPr>
          <p:cNvSpPr/>
          <p:nvPr/>
        </p:nvSpPr>
        <p:spPr>
          <a:xfrm rot="19577717">
            <a:off x="4353930" y="266448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7F7654D1-96A6-42A8-9559-8832E54AC2E5}"/>
              </a:ext>
            </a:extLst>
          </p:cNvPr>
          <p:cNvSpPr/>
          <p:nvPr/>
        </p:nvSpPr>
        <p:spPr>
          <a:xfrm rot="19577717">
            <a:off x="3841330" y="309048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B072AC23-0132-47C1-8D58-404803A51C73}"/>
              </a:ext>
            </a:extLst>
          </p:cNvPr>
          <p:cNvSpPr/>
          <p:nvPr/>
        </p:nvSpPr>
        <p:spPr>
          <a:xfrm rot="19577717">
            <a:off x="3606975" y="44677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DBF61930-88B6-4630-9D1B-95A240B11F86}"/>
              </a:ext>
            </a:extLst>
          </p:cNvPr>
          <p:cNvSpPr/>
          <p:nvPr/>
        </p:nvSpPr>
        <p:spPr>
          <a:xfrm rot="2022283" flipH="1">
            <a:off x="5408973" y="481030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7A091DC5-77E2-48F5-97EC-03A5DE3952CB}"/>
              </a:ext>
            </a:extLst>
          </p:cNvPr>
          <p:cNvSpPr/>
          <p:nvPr/>
        </p:nvSpPr>
        <p:spPr>
          <a:xfrm rot="2022283" flipH="1">
            <a:off x="5705865" y="32921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68F0075F-DC1A-4DCA-B9E6-DD7286952D54}"/>
              </a:ext>
            </a:extLst>
          </p:cNvPr>
          <p:cNvSpPr/>
          <p:nvPr/>
        </p:nvSpPr>
        <p:spPr>
          <a:xfrm rot="2022283" flipH="1">
            <a:off x="5638422" y="383890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4368C192-5AB9-4CFE-BF43-329A4F180640}"/>
              </a:ext>
            </a:extLst>
          </p:cNvPr>
          <p:cNvSpPr/>
          <p:nvPr/>
        </p:nvSpPr>
        <p:spPr>
          <a:xfrm rot="2022283" flipH="1">
            <a:off x="5173526" y="32344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Felhő 119">
            <a:extLst>
              <a:ext uri="{FF2B5EF4-FFF2-40B4-BE49-F238E27FC236}">
                <a16:creationId xmlns:a16="http://schemas.microsoft.com/office/drawing/2014/main" id="{92D73CC7-0DDB-4265-AE33-E7BD63AD1016}"/>
              </a:ext>
            </a:extLst>
          </p:cNvPr>
          <p:cNvSpPr/>
          <p:nvPr/>
        </p:nvSpPr>
        <p:spPr>
          <a:xfrm>
            <a:off x="6296269" y="641767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E496A772-AF53-4A72-A4FC-04CCCE0AD168}"/>
              </a:ext>
            </a:extLst>
          </p:cNvPr>
          <p:cNvSpPr/>
          <p:nvPr/>
        </p:nvSpPr>
        <p:spPr>
          <a:xfrm>
            <a:off x="9301835" y="567144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FE843DF0-97C4-4CC1-9E67-2973849EA0C3}"/>
              </a:ext>
            </a:extLst>
          </p:cNvPr>
          <p:cNvSpPr/>
          <p:nvPr/>
        </p:nvSpPr>
        <p:spPr>
          <a:xfrm rot="19577717">
            <a:off x="7033857" y="211157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F1424C04-4E15-42EF-9527-B24E4661B638}"/>
              </a:ext>
            </a:extLst>
          </p:cNvPr>
          <p:cNvSpPr/>
          <p:nvPr/>
        </p:nvSpPr>
        <p:spPr>
          <a:xfrm rot="19577717">
            <a:off x="9034581" y="28703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B98E1101-F5C0-46F7-8489-5638A0693119}"/>
              </a:ext>
            </a:extLst>
          </p:cNvPr>
          <p:cNvSpPr/>
          <p:nvPr/>
        </p:nvSpPr>
        <p:spPr>
          <a:xfrm rot="19577717">
            <a:off x="7817109" y="33535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307CB7BA-F4C6-4765-AFEB-6BAF756A47BE}"/>
              </a:ext>
            </a:extLst>
          </p:cNvPr>
          <p:cNvSpPr/>
          <p:nvPr/>
        </p:nvSpPr>
        <p:spPr>
          <a:xfrm rot="19577717">
            <a:off x="9499358" y="18070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F2277363-4C25-4FD8-9CC0-01C119F9124E}"/>
              </a:ext>
            </a:extLst>
          </p:cNvPr>
          <p:cNvSpPr/>
          <p:nvPr/>
        </p:nvSpPr>
        <p:spPr>
          <a:xfrm rot="19577717">
            <a:off x="6295992" y="27310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CF5A447C-ED1C-48AF-8ABA-F9B8A9012188}"/>
              </a:ext>
            </a:extLst>
          </p:cNvPr>
          <p:cNvSpPr/>
          <p:nvPr/>
        </p:nvSpPr>
        <p:spPr>
          <a:xfrm rot="19577717">
            <a:off x="9721353" y="30616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FFDDC7E6-3A46-41F3-8CE0-EBAA70378AD6}"/>
              </a:ext>
            </a:extLst>
          </p:cNvPr>
          <p:cNvSpPr/>
          <p:nvPr/>
        </p:nvSpPr>
        <p:spPr>
          <a:xfrm rot="19577717">
            <a:off x="9520746" y="232211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7CB567BE-004A-4474-8B8E-92C1AF1EB0DF}"/>
              </a:ext>
            </a:extLst>
          </p:cNvPr>
          <p:cNvSpPr/>
          <p:nvPr/>
        </p:nvSpPr>
        <p:spPr>
          <a:xfrm rot="19577717">
            <a:off x="11393789" y="23467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420DE974-6846-4055-91DF-990EE8948DD8}"/>
              </a:ext>
            </a:extLst>
          </p:cNvPr>
          <p:cNvSpPr/>
          <p:nvPr/>
        </p:nvSpPr>
        <p:spPr>
          <a:xfrm rot="19577717">
            <a:off x="9964758" y="216409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F3D57CB9-17AE-45FE-8E90-000F623DDEA3}"/>
              </a:ext>
            </a:extLst>
          </p:cNvPr>
          <p:cNvSpPr/>
          <p:nvPr/>
        </p:nvSpPr>
        <p:spPr>
          <a:xfrm rot="19577717">
            <a:off x="8578652" y="25387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BD6AE47F-33C1-469A-9474-61D00EB5C20C}"/>
              </a:ext>
            </a:extLst>
          </p:cNvPr>
          <p:cNvSpPr/>
          <p:nvPr/>
        </p:nvSpPr>
        <p:spPr>
          <a:xfrm rot="19577717">
            <a:off x="10651756" y="286457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2623B021-3001-4236-9A8F-607179ECA17A}"/>
              </a:ext>
            </a:extLst>
          </p:cNvPr>
          <p:cNvSpPr/>
          <p:nvPr/>
        </p:nvSpPr>
        <p:spPr>
          <a:xfrm rot="19577717">
            <a:off x="9231288" y="20367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2348A1C0-80D4-4B69-959B-5A9CBCE8FDB7}"/>
              </a:ext>
            </a:extLst>
          </p:cNvPr>
          <p:cNvSpPr/>
          <p:nvPr/>
        </p:nvSpPr>
        <p:spPr>
          <a:xfrm rot="19577717">
            <a:off x="6214683" y="21578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6866D742-FCA4-4737-AB7F-84B3EF3CA3D0}"/>
              </a:ext>
            </a:extLst>
          </p:cNvPr>
          <p:cNvSpPr/>
          <p:nvPr/>
        </p:nvSpPr>
        <p:spPr>
          <a:xfrm rot="19577717">
            <a:off x="4961084" y="26324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72312505-6097-404B-81BE-E3E587922712}"/>
              </a:ext>
            </a:extLst>
          </p:cNvPr>
          <p:cNvSpPr/>
          <p:nvPr/>
        </p:nvSpPr>
        <p:spPr>
          <a:xfrm rot="19577717">
            <a:off x="3100141" y="28066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F6429200-2AFD-411C-B994-B4EACF700B56}"/>
              </a:ext>
            </a:extLst>
          </p:cNvPr>
          <p:cNvSpPr/>
          <p:nvPr/>
        </p:nvSpPr>
        <p:spPr>
          <a:xfrm rot="19577717">
            <a:off x="7175707" y="50159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458BB634-025D-4D5C-9F36-FEFF45554F92}"/>
              </a:ext>
            </a:extLst>
          </p:cNvPr>
          <p:cNvSpPr/>
          <p:nvPr/>
        </p:nvSpPr>
        <p:spPr>
          <a:xfrm rot="19577717">
            <a:off x="3345571" y="42274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677B74F3-BF0F-41E1-BA0A-3C858505B251}"/>
              </a:ext>
            </a:extLst>
          </p:cNvPr>
          <p:cNvSpPr/>
          <p:nvPr/>
        </p:nvSpPr>
        <p:spPr>
          <a:xfrm rot="19577717">
            <a:off x="9950802" y="256822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A83612B0-FF39-4495-A126-2CB2B003EB67}"/>
              </a:ext>
            </a:extLst>
          </p:cNvPr>
          <p:cNvSpPr/>
          <p:nvPr/>
        </p:nvSpPr>
        <p:spPr>
          <a:xfrm rot="19577717">
            <a:off x="10637800" y="326870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F04DF586-879C-47B4-A5AB-8947DD45C9DB}"/>
              </a:ext>
            </a:extLst>
          </p:cNvPr>
          <p:cNvSpPr/>
          <p:nvPr/>
        </p:nvSpPr>
        <p:spPr>
          <a:xfrm rot="19577717">
            <a:off x="11118895" y="20998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BED14D57-A0A8-498D-B567-AAB0B202551A}"/>
              </a:ext>
            </a:extLst>
          </p:cNvPr>
          <p:cNvSpPr/>
          <p:nvPr/>
        </p:nvSpPr>
        <p:spPr>
          <a:xfrm rot="19577717">
            <a:off x="10418623" y="22079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Könnycsepp 142">
            <a:extLst>
              <a:ext uri="{FF2B5EF4-FFF2-40B4-BE49-F238E27FC236}">
                <a16:creationId xmlns:a16="http://schemas.microsoft.com/office/drawing/2014/main" id="{A67B8352-CED9-41AE-BAD3-916D88D6D753}"/>
              </a:ext>
            </a:extLst>
          </p:cNvPr>
          <p:cNvSpPr/>
          <p:nvPr/>
        </p:nvSpPr>
        <p:spPr>
          <a:xfrm rot="19577717">
            <a:off x="11341493" y="322437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34208711-754F-4924-9066-553EDFC92BB8}"/>
              </a:ext>
            </a:extLst>
          </p:cNvPr>
          <p:cNvSpPr/>
          <p:nvPr/>
        </p:nvSpPr>
        <p:spPr>
          <a:xfrm rot="19577717">
            <a:off x="10242930" y="55745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92CE81A5-4A95-4BD8-B399-4773B141A1E1}"/>
              </a:ext>
            </a:extLst>
          </p:cNvPr>
          <p:cNvSpPr/>
          <p:nvPr/>
        </p:nvSpPr>
        <p:spPr>
          <a:xfrm rot="2022283" flipH="1">
            <a:off x="8901245" y="57130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B98E7DB6-CEE1-466B-9A9D-70B72AA2BCD2}"/>
              </a:ext>
            </a:extLst>
          </p:cNvPr>
          <p:cNvSpPr/>
          <p:nvPr/>
        </p:nvSpPr>
        <p:spPr>
          <a:xfrm rot="2022283" flipH="1">
            <a:off x="11687101" y="40180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Könnycsepp 146">
            <a:extLst>
              <a:ext uri="{FF2B5EF4-FFF2-40B4-BE49-F238E27FC236}">
                <a16:creationId xmlns:a16="http://schemas.microsoft.com/office/drawing/2014/main" id="{E51FA604-8C53-4987-94AE-84F7804BFAC3}"/>
              </a:ext>
            </a:extLst>
          </p:cNvPr>
          <p:cNvSpPr/>
          <p:nvPr/>
        </p:nvSpPr>
        <p:spPr>
          <a:xfrm rot="2022283" flipH="1">
            <a:off x="8871950" y="589872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607A271A-1191-4E89-93EF-AF4CA263BBF4}"/>
              </a:ext>
            </a:extLst>
          </p:cNvPr>
          <p:cNvSpPr/>
          <p:nvPr/>
        </p:nvSpPr>
        <p:spPr>
          <a:xfrm rot="19577717">
            <a:off x="9647433" y="51498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F582BB82-A85F-46D3-A04C-52BF38E43BC3}"/>
              </a:ext>
            </a:extLst>
          </p:cNvPr>
          <p:cNvSpPr/>
          <p:nvPr/>
        </p:nvSpPr>
        <p:spPr>
          <a:xfrm rot="2022283" flipH="1">
            <a:off x="7042209" y="47131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10712F72-2D97-440F-A2AC-7A71A9B5B262}"/>
              </a:ext>
            </a:extLst>
          </p:cNvPr>
          <p:cNvSpPr/>
          <p:nvPr/>
        </p:nvSpPr>
        <p:spPr>
          <a:xfrm rot="19577717">
            <a:off x="7025885" y="35196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2860003F-527E-48B5-9A96-969244564E4E}"/>
              </a:ext>
            </a:extLst>
          </p:cNvPr>
          <p:cNvSpPr/>
          <p:nvPr/>
        </p:nvSpPr>
        <p:spPr>
          <a:xfrm rot="2022283" flipH="1">
            <a:off x="10838408" y="50031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4018A815-C4B9-4702-AD25-5D2B19CF6FB6}"/>
              </a:ext>
            </a:extLst>
          </p:cNvPr>
          <p:cNvSpPr/>
          <p:nvPr/>
        </p:nvSpPr>
        <p:spPr>
          <a:xfrm rot="2022283" flipH="1">
            <a:off x="4718274" y="50679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DB409047-9409-480D-8C67-E3814F122664}"/>
              </a:ext>
            </a:extLst>
          </p:cNvPr>
          <p:cNvSpPr/>
          <p:nvPr/>
        </p:nvSpPr>
        <p:spPr>
          <a:xfrm rot="2022283" flipH="1">
            <a:off x="6603536" y="577971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Könnycsepp 153">
            <a:extLst>
              <a:ext uri="{FF2B5EF4-FFF2-40B4-BE49-F238E27FC236}">
                <a16:creationId xmlns:a16="http://schemas.microsoft.com/office/drawing/2014/main" id="{03573441-86D8-478B-9F73-FCC85361A76C}"/>
              </a:ext>
            </a:extLst>
          </p:cNvPr>
          <p:cNvSpPr/>
          <p:nvPr/>
        </p:nvSpPr>
        <p:spPr>
          <a:xfrm rot="18333733">
            <a:off x="3140119" y="62207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5" name="Könnycsepp 154">
            <a:extLst>
              <a:ext uri="{FF2B5EF4-FFF2-40B4-BE49-F238E27FC236}">
                <a16:creationId xmlns:a16="http://schemas.microsoft.com/office/drawing/2014/main" id="{7586DB53-BFC5-4150-9B26-ADEC3D886A92}"/>
              </a:ext>
            </a:extLst>
          </p:cNvPr>
          <p:cNvSpPr/>
          <p:nvPr/>
        </p:nvSpPr>
        <p:spPr>
          <a:xfrm rot="2022283" flipH="1">
            <a:off x="7137144" y="561831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6" name="Könnycsepp 155">
            <a:extLst>
              <a:ext uri="{FF2B5EF4-FFF2-40B4-BE49-F238E27FC236}">
                <a16:creationId xmlns:a16="http://schemas.microsoft.com/office/drawing/2014/main" id="{EDA747A1-D7EF-4823-9BA5-A1B6F0E7945E}"/>
              </a:ext>
            </a:extLst>
          </p:cNvPr>
          <p:cNvSpPr/>
          <p:nvPr/>
        </p:nvSpPr>
        <p:spPr>
          <a:xfrm rot="18333733">
            <a:off x="3530296" y="55768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7" name="Könnycsepp 156">
            <a:extLst>
              <a:ext uri="{FF2B5EF4-FFF2-40B4-BE49-F238E27FC236}">
                <a16:creationId xmlns:a16="http://schemas.microsoft.com/office/drawing/2014/main" id="{928146B1-46D7-480E-B724-25B0812EEEC4}"/>
              </a:ext>
            </a:extLst>
          </p:cNvPr>
          <p:cNvSpPr/>
          <p:nvPr/>
        </p:nvSpPr>
        <p:spPr>
          <a:xfrm rot="2022283" flipH="1">
            <a:off x="4736337" y="55836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8" name="Könnycsepp 157">
            <a:extLst>
              <a:ext uri="{FF2B5EF4-FFF2-40B4-BE49-F238E27FC236}">
                <a16:creationId xmlns:a16="http://schemas.microsoft.com/office/drawing/2014/main" id="{9BD25B88-518F-4AC3-A171-02D3334631EC}"/>
              </a:ext>
            </a:extLst>
          </p:cNvPr>
          <p:cNvSpPr/>
          <p:nvPr/>
        </p:nvSpPr>
        <p:spPr>
          <a:xfrm rot="19577717">
            <a:off x="5663067" y="57781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9" name="Csoportba foglalás 158">
            <a:extLst>
              <a:ext uri="{FF2B5EF4-FFF2-40B4-BE49-F238E27FC236}">
                <a16:creationId xmlns:a16="http://schemas.microsoft.com/office/drawing/2014/main" id="{E7D561D5-4E91-4DE9-A600-6677AFFA7581}"/>
              </a:ext>
            </a:extLst>
          </p:cNvPr>
          <p:cNvGrpSpPr/>
          <p:nvPr/>
        </p:nvGrpSpPr>
        <p:grpSpPr>
          <a:xfrm>
            <a:off x="695211" y="6175456"/>
            <a:ext cx="11101604" cy="892337"/>
            <a:chOff x="695211" y="6175456"/>
            <a:chExt cx="11101604" cy="892337"/>
          </a:xfrm>
        </p:grpSpPr>
        <p:sp>
          <p:nvSpPr>
            <p:cNvPr id="160" name="Folyamatábra: Egyesítés 159">
              <a:extLst>
                <a:ext uri="{FF2B5EF4-FFF2-40B4-BE49-F238E27FC236}">
                  <a16:creationId xmlns:a16="http://schemas.microsoft.com/office/drawing/2014/main" id="{2585B93A-2DDF-43A3-8839-74FFD3750C38}"/>
                </a:ext>
              </a:extLst>
            </p:cNvPr>
            <p:cNvSpPr/>
            <p:nvPr/>
          </p:nvSpPr>
          <p:spPr>
            <a:xfrm rot="18177703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1" name="Folyamatábra: Egyesítés 160">
              <a:extLst>
                <a:ext uri="{FF2B5EF4-FFF2-40B4-BE49-F238E27FC236}">
                  <a16:creationId xmlns:a16="http://schemas.microsoft.com/office/drawing/2014/main" id="{71CCF6AF-3ECB-462D-A572-79E68925DB31}"/>
                </a:ext>
              </a:extLst>
            </p:cNvPr>
            <p:cNvSpPr/>
            <p:nvPr/>
          </p:nvSpPr>
          <p:spPr>
            <a:xfrm rot="16993913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2" name="Folyamatábra: Egyesítés 161">
              <a:extLst>
                <a:ext uri="{FF2B5EF4-FFF2-40B4-BE49-F238E27FC236}">
                  <a16:creationId xmlns:a16="http://schemas.microsoft.com/office/drawing/2014/main" id="{033392F5-CB45-4936-9D69-94D7DCB1997F}"/>
                </a:ext>
              </a:extLst>
            </p:cNvPr>
            <p:cNvSpPr/>
            <p:nvPr/>
          </p:nvSpPr>
          <p:spPr>
            <a:xfrm rot="17099467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3" name="Folyamatábra: Egyesítés 162">
              <a:extLst>
                <a:ext uri="{FF2B5EF4-FFF2-40B4-BE49-F238E27FC236}">
                  <a16:creationId xmlns:a16="http://schemas.microsoft.com/office/drawing/2014/main" id="{D1220528-1DE9-4B91-8A7A-1D803274CDE6}"/>
                </a:ext>
              </a:extLst>
            </p:cNvPr>
            <p:cNvSpPr/>
            <p:nvPr/>
          </p:nvSpPr>
          <p:spPr>
            <a:xfrm rot="18578059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4" name="Folyamatábra: Egyesítés 163">
              <a:extLst>
                <a:ext uri="{FF2B5EF4-FFF2-40B4-BE49-F238E27FC236}">
                  <a16:creationId xmlns:a16="http://schemas.microsoft.com/office/drawing/2014/main" id="{BDCAE08F-7ED9-4E97-8378-E4ACF67A0EE8}"/>
                </a:ext>
              </a:extLst>
            </p:cNvPr>
            <p:cNvSpPr/>
            <p:nvPr/>
          </p:nvSpPr>
          <p:spPr>
            <a:xfrm rot="16498748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5" name="Folyamatábra: Egyesítés 164">
              <a:extLst>
                <a:ext uri="{FF2B5EF4-FFF2-40B4-BE49-F238E27FC236}">
                  <a16:creationId xmlns:a16="http://schemas.microsoft.com/office/drawing/2014/main" id="{30EA8FA6-8871-4044-866F-119EDE6CB11F}"/>
                </a:ext>
              </a:extLst>
            </p:cNvPr>
            <p:cNvSpPr/>
            <p:nvPr/>
          </p:nvSpPr>
          <p:spPr>
            <a:xfrm rot="11722203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6" name="Folyamatábra: Egyesítés 165">
              <a:extLst>
                <a:ext uri="{FF2B5EF4-FFF2-40B4-BE49-F238E27FC236}">
                  <a16:creationId xmlns:a16="http://schemas.microsoft.com/office/drawing/2014/main" id="{CD6700AD-F6E5-41DB-8F1A-167B910377F4}"/>
                </a:ext>
              </a:extLst>
            </p:cNvPr>
            <p:cNvSpPr/>
            <p:nvPr/>
          </p:nvSpPr>
          <p:spPr>
            <a:xfrm rot="19307238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7" name="Folyamatábra: Egyesítés 166">
              <a:extLst>
                <a:ext uri="{FF2B5EF4-FFF2-40B4-BE49-F238E27FC236}">
                  <a16:creationId xmlns:a16="http://schemas.microsoft.com/office/drawing/2014/main" id="{027F7098-3607-44CC-A414-D9D545ED7CEC}"/>
                </a:ext>
              </a:extLst>
            </p:cNvPr>
            <p:cNvSpPr/>
            <p:nvPr/>
          </p:nvSpPr>
          <p:spPr>
            <a:xfrm rot="19012167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8" name="Folyamatábra: Egyesítés 167">
              <a:extLst>
                <a:ext uri="{FF2B5EF4-FFF2-40B4-BE49-F238E27FC236}">
                  <a16:creationId xmlns:a16="http://schemas.microsoft.com/office/drawing/2014/main" id="{2A508B7B-6004-44FC-8903-4746C7047E59}"/>
                </a:ext>
              </a:extLst>
            </p:cNvPr>
            <p:cNvSpPr/>
            <p:nvPr/>
          </p:nvSpPr>
          <p:spPr>
            <a:xfrm rot="15315116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Folyamatábra: Egyesítés 168">
              <a:extLst>
                <a:ext uri="{FF2B5EF4-FFF2-40B4-BE49-F238E27FC236}">
                  <a16:creationId xmlns:a16="http://schemas.microsoft.com/office/drawing/2014/main" id="{667B1F67-BFF5-4AE4-99F2-8FFCF6E6BA57}"/>
                </a:ext>
              </a:extLst>
            </p:cNvPr>
            <p:cNvSpPr/>
            <p:nvPr/>
          </p:nvSpPr>
          <p:spPr>
            <a:xfrm rot="19418224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0" name="Folyamatábra: Egyesítés 169">
              <a:extLst>
                <a:ext uri="{FF2B5EF4-FFF2-40B4-BE49-F238E27FC236}">
                  <a16:creationId xmlns:a16="http://schemas.microsoft.com/office/drawing/2014/main" id="{0F77675F-F48F-48BB-B7A4-B8FE8727B7B5}"/>
                </a:ext>
              </a:extLst>
            </p:cNvPr>
            <p:cNvSpPr/>
            <p:nvPr/>
          </p:nvSpPr>
          <p:spPr>
            <a:xfrm rot="15239631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1" name="Folyamatábra: Egyesítés 170">
              <a:extLst>
                <a:ext uri="{FF2B5EF4-FFF2-40B4-BE49-F238E27FC236}">
                  <a16:creationId xmlns:a16="http://schemas.microsoft.com/office/drawing/2014/main" id="{ACEA76F4-A46B-4952-AB5D-84C423740D85}"/>
                </a:ext>
              </a:extLst>
            </p:cNvPr>
            <p:cNvSpPr/>
            <p:nvPr/>
          </p:nvSpPr>
          <p:spPr>
            <a:xfrm rot="19850056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2" name="Folyamatábra: Egyesítés 171">
              <a:extLst>
                <a:ext uri="{FF2B5EF4-FFF2-40B4-BE49-F238E27FC236}">
                  <a16:creationId xmlns:a16="http://schemas.microsoft.com/office/drawing/2014/main" id="{012C285F-F1BB-4362-B6B3-8BCE21FB4A68}"/>
                </a:ext>
              </a:extLst>
            </p:cNvPr>
            <p:cNvSpPr/>
            <p:nvPr/>
          </p:nvSpPr>
          <p:spPr>
            <a:xfrm rot="18214541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63537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Csoportba foglalás 172">
            <a:extLst>
              <a:ext uri="{FF2B5EF4-FFF2-40B4-BE49-F238E27FC236}">
                <a16:creationId xmlns:a16="http://schemas.microsoft.com/office/drawing/2014/main" id="{5B74A744-CC4B-4F67-9699-6F7BDC24B5A4}"/>
              </a:ext>
            </a:extLst>
          </p:cNvPr>
          <p:cNvGrpSpPr/>
          <p:nvPr/>
        </p:nvGrpSpPr>
        <p:grpSpPr>
          <a:xfrm>
            <a:off x="1290799" y="5318360"/>
            <a:ext cx="2225019" cy="1474687"/>
            <a:chOff x="-1940302" y="5316774"/>
            <a:chExt cx="2225019" cy="1474687"/>
          </a:xfrm>
        </p:grpSpPr>
        <p:sp>
          <p:nvSpPr>
            <p:cNvPr id="174" name="Téglalap 173">
              <a:extLst>
                <a:ext uri="{FF2B5EF4-FFF2-40B4-BE49-F238E27FC236}">
                  <a16:creationId xmlns:a16="http://schemas.microsoft.com/office/drawing/2014/main" id="{B3448FD2-9623-4019-A035-6A3A0D171080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Folyamatábra: Kézi művelet 174">
              <a:extLst>
                <a:ext uri="{FF2B5EF4-FFF2-40B4-BE49-F238E27FC236}">
                  <a16:creationId xmlns:a16="http://schemas.microsoft.com/office/drawing/2014/main" id="{09415BF9-9831-4472-9808-C7803A3116E4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Háromszög 175">
              <a:extLst>
                <a:ext uri="{FF2B5EF4-FFF2-40B4-BE49-F238E27FC236}">
                  <a16:creationId xmlns:a16="http://schemas.microsoft.com/office/drawing/2014/main" id="{E2441339-D49C-497D-8FA7-1CF6CFF99278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77" name="Picture 2" descr="Forráskép megtekintése">
              <a:extLst>
                <a:ext uri="{FF2B5EF4-FFF2-40B4-BE49-F238E27FC236}">
                  <a16:creationId xmlns:a16="http://schemas.microsoft.com/office/drawing/2014/main" id="{5C614551-7B34-4EF9-A8C8-4FA1FAE7B2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143DFF9A-9BB7-4C61-9799-FC2EF846D600}"/>
              </a:ext>
            </a:extLst>
          </p:cNvPr>
          <p:cNvSpPr/>
          <p:nvPr/>
        </p:nvSpPr>
        <p:spPr>
          <a:xfrm rot="19577717">
            <a:off x="7086966" y="264280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2AA7869E-B085-4B59-A50A-284E361838A9}"/>
              </a:ext>
            </a:extLst>
          </p:cNvPr>
          <p:cNvSpPr/>
          <p:nvPr/>
        </p:nvSpPr>
        <p:spPr>
          <a:xfrm rot="19577717">
            <a:off x="7907148" y="29166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A6E2F0AE-48C9-4D5D-9C18-3024E61E3E56}"/>
              </a:ext>
            </a:extLst>
          </p:cNvPr>
          <p:cNvSpPr/>
          <p:nvPr/>
        </p:nvSpPr>
        <p:spPr>
          <a:xfrm rot="19577717">
            <a:off x="8260568" y="29057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36F4579F-2E37-40CF-BB89-F5696FB4CF87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6C256954-D85D-46F5-8FD5-F021D545DAD2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23ECD813-7809-40EF-9BFD-F37245B7860A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D38235A5-0104-45DB-BF2A-7FE0CA63268F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747AB175-DB2F-4A87-8EBC-D0C00403A5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14E056C5-C940-4EAB-A1A0-6C0909BBE5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9AA8FDEF-18B0-4551-A016-893F434267E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51AF1533-8435-44E1-97E2-D12B0B9B7B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04A7D3D4-440B-4899-BC5E-CF038B72CB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99EECB67-9F4B-453F-8C07-AA4812E7684C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5BEDABDF-9627-4AEA-9179-49A695C8A7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B323EF18-8BD7-49A3-BA74-B32B804617C3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0" name="Csoportba foglalás 29">
            <a:extLst>
              <a:ext uri="{FF2B5EF4-FFF2-40B4-BE49-F238E27FC236}">
                <a16:creationId xmlns:a16="http://schemas.microsoft.com/office/drawing/2014/main" id="{010DA988-0460-4FF1-9216-33637A8D1BA9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F40236EF-54E4-4847-82D1-D64A3BBAF0BB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3" name="Csoportba foglalás 72">
                <a:extLst>
                  <a:ext uri="{FF2B5EF4-FFF2-40B4-BE49-F238E27FC236}">
                    <a16:creationId xmlns:a16="http://schemas.microsoft.com/office/drawing/2014/main" id="{8F97498B-172E-4ADB-998D-DBCF9DB94AAF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6" name="Derékszögű háromszög 75">
                  <a:extLst>
                    <a:ext uri="{FF2B5EF4-FFF2-40B4-BE49-F238E27FC236}">
                      <a16:creationId xmlns:a16="http://schemas.microsoft.com/office/drawing/2014/main" id="{0581EA38-4F88-41BE-B1AD-88E6DEB359B6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C5BE7764-665D-459D-9F2C-ED59A84D6D3A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Téglalap 15">
                  <a:extLst>
                    <a:ext uri="{FF2B5EF4-FFF2-40B4-BE49-F238E27FC236}">
                      <a16:creationId xmlns:a16="http://schemas.microsoft.com/office/drawing/2014/main" id="{D60F5696-DF10-46F7-9A64-637E3012E45A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9" name="Folyamatábra: Tárolt adat 17">
                  <a:extLst>
                    <a:ext uri="{FF2B5EF4-FFF2-40B4-BE49-F238E27FC236}">
                      <a16:creationId xmlns:a16="http://schemas.microsoft.com/office/drawing/2014/main" id="{DD5563DA-0CAA-43EB-8B80-7B239BB8C1CA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Derékszögű háromszög 79">
                  <a:extLst>
                    <a:ext uri="{FF2B5EF4-FFF2-40B4-BE49-F238E27FC236}">
                      <a16:creationId xmlns:a16="http://schemas.microsoft.com/office/drawing/2014/main" id="{86175030-880F-4D07-9862-390536CF1270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Romboid 80">
                  <a:extLst>
                    <a:ext uri="{FF2B5EF4-FFF2-40B4-BE49-F238E27FC236}">
                      <a16:creationId xmlns:a16="http://schemas.microsoft.com/office/drawing/2014/main" id="{02B70CC4-A787-4293-AF5A-E8A6B68BD2B4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 81">
                  <a:extLst>
                    <a:ext uri="{FF2B5EF4-FFF2-40B4-BE49-F238E27FC236}">
                      <a16:creationId xmlns:a16="http://schemas.microsoft.com/office/drawing/2014/main" id="{E58D96BC-C08C-4699-AD6B-F640F249F42C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CBB46985-66A6-40EC-B911-75679CF0121B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D249A3F0-8E52-4123-8673-64E5E13A1671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A0E8C511-D54D-46FE-81A3-D3E0A3D3180A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8FB3EA7A-8182-4025-82AE-014B6F10E8EF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Téglalap: lekerekített 86">
                  <a:extLst>
                    <a:ext uri="{FF2B5EF4-FFF2-40B4-BE49-F238E27FC236}">
                      <a16:creationId xmlns:a16="http://schemas.microsoft.com/office/drawing/2014/main" id="{E15AF9C0-8E4C-4599-9D18-E09AD5FC675D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Téglalap: lekerekített 87">
                  <a:extLst>
                    <a:ext uri="{FF2B5EF4-FFF2-40B4-BE49-F238E27FC236}">
                      <a16:creationId xmlns:a16="http://schemas.microsoft.com/office/drawing/2014/main" id="{88C73B91-F946-4EE7-AAA4-AF21FCCB73DB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4" name="Picture 2" descr="Forráskép megtekintése">
                <a:extLst>
                  <a:ext uri="{FF2B5EF4-FFF2-40B4-BE49-F238E27FC236}">
                    <a16:creationId xmlns:a16="http://schemas.microsoft.com/office/drawing/2014/main" id="{EED8D604-05A2-4833-B4B4-825615ACD6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5" name="Picture 6" descr="Forráskép megtekintése">
                <a:extLst>
                  <a:ext uri="{FF2B5EF4-FFF2-40B4-BE49-F238E27FC236}">
                    <a16:creationId xmlns:a16="http://schemas.microsoft.com/office/drawing/2014/main" id="{D46755FD-7201-49F3-A58F-D80C0EBF7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8759E102-A42B-4406-BC02-C879047C2451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61" name="Csoportba foglalás 60">
                <a:extLst>
                  <a:ext uri="{FF2B5EF4-FFF2-40B4-BE49-F238E27FC236}">
                    <a16:creationId xmlns:a16="http://schemas.microsoft.com/office/drawing/2014/main" id="{BF929EA9-7DD5-4B7C-82B7-E863D8C2401C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4" name="Henger 63">
                  <a:extLst>
                    <a:ext uri="{FF2B5EF4-FFF2-40B4-BE49-F238E27FC236}">
                      <a16:creationId xmlns:a16="http://schemas.microsoft.com/office/drawing/2014/main" id="{0D4799EB-8907-4F15-AC8F-FC0025E87040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1AF1A981-DBC4-44A3-86F9-4CC7EF42180F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81ECCA28-FA22-4B55-9C12-1656C065E73D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Ellipszis 66">
                  <a:extLst>
                    <a:ext uri="{FF2B5EF4-FFF2-40B4-BE49-F238E27FC236}">
                      <a16:creationId xmlns:a16="http://schemas.microsoft.com/office/drawing/2014/main" id="{57F19944-BB90-4E9B-B0AE-6CEA3D46F511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1D310F04-D587-4612-AA1B-A979E14C2C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15F6C4AD-514A-40D4-9EC6-A16C2AA8C0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5B96F48B-4FF5-4C2E-930E-5D22A80C71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01579D45-A7A2-4918-9B46-7F7BDF04B3C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2" name="Ellipszis 71">
                  <a:extLst>
                    <a:ext uri="{FF2B5EF4-FFF2-40B4-BE49-F238E27FC236}">
                      <a16:creationId xmlns:a16="http://schemas.microsoft.com/office/drawing/2014/main" id="{E3509748-2451-432D-9CC8-4B1EE9013A46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2" name="Egyenes összekötő 61">
                <a:extLst>
                  <a:ext uri="{FF2B5EF4-FFF2-40B4-BE49-F238E27FC236}">
                    <a16:creationId xmlns:a16="http://schemas.microsoft.com/office/drawing/2014/main" id="{481DC851-4B90-4E3F-BD0B-06326CE8C0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00E784E9-8979-4854-974E-A6A334B09F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3A05D6CB-36DF-4EDF-9F43-6F33235BE132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51" name="Henger 50">
                <a:extLst>
                  <a:ext uri="{FF2B5EF4-FFF2-40B4-BE49-F238E27FC236}">
                    <a16:creationId xmlns:a16="http://schemas.microsoft.com/office/drawing/2014/main" id="{A587003E-9334-4874-890B-FD2D4CC09C36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2" name="Csoportba foglalás 51">
                <a:extLst>
                  <a:ext uri="{FF2B5EF4-FFF2-40B4-BE49-F238E27FC236}">
                    <a16:creationId xmlns:a16="http://schemas.microsoft.com/office/drawing/2014/main" id="{2B1ECA36-BC10-426D-B60F-57D4E7F11539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5DA36B19-04D1-48BA-B423-C9E5CAF42D4A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5" name="Ellipszis 54">
                  <a:extLst>
                    <a:ext uri="{FF2B5EF4-FFF2-40B4-BE49-F238E27FC236}">
                      <a16:creationId xmlns:a16="http://schemas.microsoft.com/office/drawing/2014/main" id="{D1C09E66-3B01-4DA4-89C9-F33B7B4CFCAD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35EE4869-48D0-475A-AD07-15504C76E0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720948DB-A7E2-465F-BFCB-69F316EA3F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4200CA37-D496-4B67-96BE-6BF6C89903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Egyenes összekötő 58">
                  <a:extLst>
                    <a:ext uri="{FF2B5EF4-FFF2-40B4-BE49-F238E27FC236}">
                      <a16:creationId xmlns:a16="http://schemas.microsoft.com/office/drawing/2014/main" id="{E997210C-6A95-4DCB-A533-3EC144FBE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0" name="Ellipszis 59">
                  <a:extLst>
                    <a:ext uri="{FF2B5EF4-FFF2-40B4-BE49-F238E27FC236}">
                      <a16:creationId xmlns:a16="http://schemas.microsoft.com/office/drawing/2014/main" id="{36249176-4D86-457B-9191-C88F2E1DA5F9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3" name="Téglalap 52">
                <a:extLst>
                  <a:ext uri="{FF2B5EF4-FFF2-40B4-BE49-F238E27FC236}">
                    <a16:creationId xmlns:a16="http://schemas.microsoft.com/office/drawing/2014/main" id="{105B029B-CE36-45D9-B6A9-D2A4BD411BCD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4" name="Csoportba foglalás 33">
              <a:extLst>
                <a:ext uri="{FF2B5EF4-FFF2-40B4-BE49-F238E27FC236}">
                  <a16:creationId xmlns:a16="http://schemas.microsoft.com/office/drawing/2014/main" id="{A86B2B84-032D-49B0-9896-1996E78A1946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5" name="Csoportba foglalás 34">
                <a:extLst>
                  <a:ext uri="{FF2B5EF4-FFF2-40B4-BE49-F238E27FC236}">
                    <a16:creationId xmlns:a16="http://schemas.microsoft.com/office/drawing/2014/main" id="{863079FC-A639-442F-B881-930128E207B7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3" name="Henger 42">
                  <a:extLst>
                    <a:ext uri="{FF2B5EF4-FFF2-40B4-BE49-F238E27FC236}">
                      <a16:creationId xmlns:a16="http://schemas.microsoft.com/office/drawing/2014/main" id="{A5F40275-8AB1-4786-9538-74EA2D6C016A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4" name="Ellipszis 43">
                  <a:extLst>
                    <a:ext uri="{FF2B5EF4-FFF2-40B4-BE49-F238E27FC236}">
                      <a16:creationId xmlns:a16="http://schemas.microsoft.com/office/drawing/2014/main" id="{557802BF-A0B1-4530-A498-FEF376372D5D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Ív 44">
                  <a:extLst>
                    <a:ext uri="{FF2B5EF4-FFF2-40B4-BE49-F238E27FC236}">
                      <a16:creationId xmlns:a16="http://schemas.microsoft.com/office/drawing/2014/main" id="{D91A66B3-2ABE-4790-91FF-3C6F73F85797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6" name="Picture 2" descr="Forráskép megtekintése">
                  <a:extLst>
                    <a:ext uri="{FF2B5EF4-FFF2-40B4-BE49-F238E27FC236}">
                      <a16:creationId xmlns:a16="http://schemas.microsoft.com/office/drawing/2014/main" id="{CB762EF4-39D6-4675-B1C2-FECB20CD7ED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7" name="Téglalap 46">
                  <a:extLst>
                    <a:ext uri="{FF2B5EF4-FFF2-40B4-BE49-F238E27FC236}">
                      <a16:creationId xmlns:a16="http://schemas.microsoft.com/office/drawing/2014/main" id="{84A0E219-CBFF-45F2-94E3-2F50F511ADF2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8" name="Csillag: 4 ágú 47">
                  <a:extLst>
                    <a:ext uri="{FF2B5EF4-FFF2-40B4-BE49-F238E27FC236}">
                      <a16:creationId xmlns:a16="http://schemas.microsoft.com/office/drawing/2014/main" id="{532D6278-3C6F-420D-89D5-34A23C71DC50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9" name="Szabadkézi sokszög: alakzat 48">
                  <a:extLst>
                    <a:ext uri="{FF2B5EF4-FFF2-40B4-BE49-F238E27FC236}">
                      <a16:creationId xmlns:a16="http://schemas.microsoft.com/office/drawing/2014/main" id="{EF40EF86-E85E-4FC7-9E1F-7FC662EADF64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Ellipszis 49">
                  <a:extLst>
                    <a:ext uri="{FF2B5EF4-FFF2-40B4-BE49-F238E27FC236}">
                      <a16:creationId xmlns:a16="http://schemas.microsoft.com/office/drawing/2014/main" id="{BD96EFF4-FCDC-4870-BFCF-F4C70E004685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F64728C0-D500-4031-8369-EF264E378D1A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320CA956-7389-4949-A054-25DEE613AACD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8" name="Egyenes összekötő 37">
                <a:extLst>
                  <a:ext uri="{FF2B5EF4-FFF2-40B4-BE49-F238E27FC236}">
                    <a16:creationId xmlns:a16="http://schemas.microsoft.com/office/drawing/2014/main" id="{C959949F-3157-48FC-8E20-8B4E74FDEA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4ED8AE5C-3B41-495E-8A20-C03D6ADBE981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Ellipszis 39">
                <a:extLst>
                  <a:ext uri="{FF2B5EF4-FFF2-40B4-BE49-F238E27FC236}">
                    <a16:creationId xmlns:a16="http://schemas.microsoft.com/office/drawing/2014/main" id="{F81F3E13-2C35-4D78-A2F3-C7B92F9D19A9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41" name="Kép 40">
                <a:extLst>
                  <a:ext uri="{FF2B5EF4-FFF2-40B4-BE49-F238E27FC236}">
                    <a16:creationId xmlns:a16="http://schemas.microsoft.com/office/drawing/2014/main" id="{051FF56C-ECD9-4E76-A7B2-562BF40044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31EF0611-3347-4111-A854-B8A213D0814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Könnycsepp 88">
            <a:extLst>
              <a:ext uri="{FF2B5EF4-FFF2-40B4-BE49-F238E27FC236}">
                <a16:creationId xmlns:a16="http://schemas.microsoft.com/office/drawing/2014/main" id="{AE21E42B-F053-4309-AF8E-0A2FF30CAA3E}"/>
              </a:ext>
            </a:extLst>
          </p:cNvPr>
          <p:cNvSpPr/>
          <p:nvPr/>
        </p:nvSpPr>
        <p:spPr>
          <a:xfrm rot="19577717">
            <a:off x="5528752" y="236608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69A535D0-5DD9-4D3F-B1DB-3E81631FE358}"/>
              </a:ext>
            </a:extLst>
          </p:cNvPr>
          <p:cNvSpPr/>
          <p:nvPr/>
        </p:nvSpPr>
        <p:spPr>
          <a:xfrm rot="19577717">
            <a:off x="8188657" y="184412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36667076-AE89-49B1-9442-34DE0F364C2C}"/>
              </a:ext>
            </a:extLst>
          </p:cNvPr>
          <p:cNvSpPr/>
          <p:nvPr/>
        </p:nvSpPr>
        <p:spPr>
          <a:xfrm rot="19577717">
            <a:off x="5403989" y="39767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9E51D405-8A72-4DE3-9167-C20585CBDA87}"/>
              </a:ext>
            </a:extLst>
          </p:cNvPr>
          <p:cNvSpPr/>
          <p:nvPr/>
        </p:nvSpPr>
        <p:spPr>
          <a:xfrm rot="19577717">
            <a:off x="7860412" y="212847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D5427769-3306-4C75-9497-B06AF88366F4}"/>
              </a:ext>
            </a:extLst>
          </p:cNvPr>
          <p:cNvSpPr/>
          <p:nvPr/>
        </p:nvSpPr>
        <p:spPr>
          <a:xfrm rot="19577717">
            <a:off x="4936737" y="19506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CB74C7F9-5E7D-442A-9C87-BBF45DAF7075}"/>
              </a:ext>
            </a:extLst>
          </p:cNvPr>
          <p:cNvSpPr/>
          <p:nvPr/>
        </p:nvSpPr>
        <p:spPr>
          <a:xfrm rot="19577717">
            <a:off x="4443358" y="37062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23EE3F28-BB34-4473-85B6-0FCB569422BA}"/>
              </a:ext>
            </a:extLst>
          </p:cNvPr>
          <p:cNvSpPr/>
          <p:nvPr/>
        </p:nvSpPr>
        <p:spPr>
          <a:xfrm rot="19577717">
            <a:off x="8962322" y="51374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8D93D034-ACE4-40A0-85FE-512733711B5D}"/>
              </a:ext>
            </a:extLst>
          </p:cNvPr>
          <p:cNvSpPr/>
          <p:nvPr/>
        </p:nvSpPr>
        <p:spPr>
          <a:xfrm rot="19577717">
            <a:off x="11077546" y="439060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E91882B4-FC7A-4586-85B3-51934382A997}"/>
              </a:ext>
            </a:extLst>
          </p:cNvPr>
          <p:cNvSpPr/>
          <p:nvPr/>
        </p:nvSpPr>
        <p:spPr>
          <a:xfrm rot="18333733">
            <a:off x="4310073" y="491611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89C0B59E-3D0F-47A9-8041-C9DDB09667EA}"/>
              </a:ext>
            </a:extLst>
          </p:cNvPr>
          <p:cNvSpPr/>
          <p:nvPr/>
        </p:nvSpPr>
        <p:spPr>
          <a:xfrm rot="19577717">
            <a:off x="9512252" y="46115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F74D0F3E-552F-4FBB-B89D-31370A06835A}"/>
              </a:ext>
            </a:extLst>
          </p:cNvPr>
          <p:cNvSpPr/>
          <p:nvPr/>
        </p:nvSpPr>
        <p:spPr>
          <a:xfrm rot="19577717">
            <a:off x="5673603" y="44659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Felhő 99">
            <a:extLst>
              <a:ext uri="{FF2B5EF4-FFF2-40B4-BE49-F238E27FC236}">
                <a16:creationId xmlns:a16="http://schemas.microsoft.com/office/drawing/2014/main" id="{C40FAD15-F659-4C3C-BD1E-4272C060C99F}"/>
              </a:ext>
            </a:extLst>
          </p:cNvPr>
          <p:cNvSpPr/>
          <p:nvPr/>
        </p:nvSpPr>
        <p:spPr>
          <a:xfrm>
            <a:off x="5313242" y="86451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D3DAA28E-9D63-4876-9415-970CAE2D5908}"/>
              </a:ext>
            </a:extLst>
          </p:cNvPr>
          <p:cNvSpPr/>
          <p:nvPr/>
        </p:nvSpPr>
        <p:spPr>
          <a:xfrm rot="19577717">
            <a:off x="4897668" y="34960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489E0C03-E1AF-48A8-B86E-257954F0E736}"/>
              </a:ext>
            </a:extLst>
          </p:cNvPr>
          <p:cNvSpPr/>
          <p:nvPr/>
        </p:nvSpPr>
        <p:spPr>
          <a:xfrm rot="19577717">
            <a:off x="10274014" y="49418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48F0E1A3-531D-47CC-A808-5ABF884F47B4}"/>
              </a:ext>
            </a:extLst>
          </p:cNvPr>
          <p:cNvSpPr/>
          <p:nvPr/>
        </p:nvSpPr>
        <p:spPr>
          <a:xfrm rot="19577717">
            <a:off x="4267452" y="193288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5EA22A07-6B80-4D34-A9B2-D8F506575C89}"/>
              </a:ext>
            </a:extLst>
          </p:cNvPr>
          <p:cNvSpPr/>
          <p:nvPr/>
        </p:nvSpPr>
        <p:spPr>
          <a:xfrm rot="19577717">
            <a:off x="5989032" y="21990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71F7C110-F1F4-408F-81F4-D42F985C9C8C}"/>
              </a:ext>
            </a:extLst>
          </p:cNvPr>
          <p:cNvSpPr/>
          <p:nvPr/>
        </p:nvSpPr>
        <p:spPr>
          <a:xfrm rot="19577717">
            <a:off x="8171658" y="19028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8EEE6DC0-5780-4C8A-929F-4FE47980EE12}"/>
              </a:ext>
            </a:extLst>
          </p:cNvPr>
          <p:cNvSpPr/>
          <p:nvPr/>
        </p:nvSpPr>
        <p:spPr>
          <a:xfrm rot="19577717">
            <a:off x="6400434" y="18805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4111997A-2923-49B7-9E9C-FC0BCCF90832}"/>
              </a:ext>
            </a:extLst>
          </p:cNvPr>
          <p:cNvSpPr/>
          <p:nvPr/>
        </p:nvSpPr>
        <p:spPr>
          <a:xfrm rot="19577717">
            <a:off x="7000790" y="23512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8315E2C0-CE04-4685-8783-9C80933702FB}"/>
              </a:ext>
            </a:extLst>
          </p:cNvPr>
          <p:cNvSpPr/>
          <p:nvPr/>
        </p:nvSpPr>
        <p:spPr>
          <a:xfrm rot="19577717">
            <a:off x="5308010" y="18541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228B671F-6B3D-4BDE-9131-B857DDF3F752}"/>
              </a:ext>
            </a:extLst>
          </p:cNvPr>
          <p:cNvSpPr/>
          <p:nvPr/>
        </p:nvSpPr>
        <p:spPr>
          <a:xfrm rot="19577717">
            <a:off x="7238724" y="19149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E224D45A-077A-41FD-8125-45A72C6E5221}"/>
              </a:ext>
            </a:extLst>
          </p:cNvPr>
          <p:cNvSpPr/>
          <p:nvPr/>
        </p:nvSpPr>
        <p:spPr>
          <a:xfrm rot="19577717">
            <a:off x="6641691" y="21792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360B94BB-E72B-48AA-887D-2E56AE642405}"/>
              </a:ext>
            </a:extLst>
          </p:cNvPr>
          <p:cNvSpPr/>
          <p:nvPr/>
        </p:nvSpPr>
        <p:spPr>
          <a:xfrm rot="19577717">
            <a:off x="11594397" y="43994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B345B7C2-E8B2-4148-8AE5-8D32AC26668B}"/>
              </a:ext>
            </a:extLst>
          </p:cNvPr>
          <p:cNvSpPr/>
          <p:nvPr/>
        </p:nvSpPr>
        <p:spPr>
          <a:xfrm rot="19577717">
            <a:off x="4760771" y="24667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4F59C62F-211E-4725-AE46-6A8C78E82CD0}"/>
              </a:ext>
            </a:extLst>
          </p:cNvPr>
          <p:cNvSpPr/>
          <p:nvPr/>
        </p:nvSpPr>
        <p:spPr>
          <a:xfrm rot="19577717">
            <a:off x="5828161" y="26993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38B24A6B-9363-4965-B5AE-E81F12FCBAA9}"/>
              </a:ext>
            </a:extLst>
          </p:cNvPr>
          <p:cNvSpPr/>
          <p:nvPr/>
        </p:nvSpPr>
        <p:spPr>
          <a:xfrm rot="19577717">
            <a:off x="5315561" y="312539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4083EC6F-2F8B-4A28-8EAC-E28341DA1C32}"/>
              </a:ext>
            </a:extLst>
          </p:cNvPr>
          <p:cNvSpPr/>
          <p:nvPr/>
        </p:nvSpPr>
        <p:spPr>
          <a:xfrm rot="19577717">
            <a:off x="5081206" y="450269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F81E0AC5-E334-4F51-91B7-4989A968AB64}"/>
              </a:ext>
            </a:extLst>
          </p:cNvPr>
          <p:cNvSpPr/>
          <p:nvPr/>
        </p:nvSpPr>
        <p:spPr>
          <a:xfrm rot="2022283" flipH="1">
            <a:off x="6883204" y="484521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7EE68F4C-26F7-4A3C-804A-CA7CEC6ED50C}"/>
              </a:ext>
            </a:extLst>
          </p:cNvPr>
          <p:cNvSpPr/>
          <p:nvPr/>
        </p:nvSpPr>
        <p:spPr>
          <a:xfrm rot="2022283" flipH="1">
            <a:off x="6564281" y="32984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8B98176E-4B4C-4AF5-AE8B-83CEFE3393A6}"/>
              </a:ext>
            </a:extLst>
          </p:cNvPr>
          <p:cNvSpPr/>
          <p:nvPr/>
        </p:nvSpPr>
        <p:spPr>
          <a:xfrm rot="2022283" flipH="1">
            <a:off x="7112653" y="387381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C4387F3C-0F25-4FEB-991D-7B98B4051A52}"/>
              </a:ext>
            </a:extLst>
          </p:cNvPr>
          <p:cNvSpPr/>
          <p:nvPr/>
        </p:nvSpPr>
        <p:spPr>
          <a:xfrm rot="2022283" flipH="1">
            <a:off x="6647757" y="326932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Felhő 119">
            <a:extLst>
              <a:ext uri="{FF2B5EF4-FFF2-40B4-BE49-F238E27FC236}">
                <a16:creationId xmlns:a16="http://schemas.microsoft.com/office/drawing/2014/main" id="{EBA2E16A-5697-4FA9-BAD8-E42D028FCD3C}"/>
              </a:ext>
            </a:extLst>
          </p:cNvPr>
          <p:cNvSpPr/>
          <p:nvPr/>
        </p:nvSpPr>
        <p:spPr>
          <a:xfrm>
            <a:off x="8460374" y="801301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98F39793-AA01-4B5D-9EFA-FEB00F5CBE19}"/>
              </a:ext>
            </a:extLst>
          </p:cNvPr>
          <p:cNvSpPr/>
          <p:nvPr/>
        </p:nvSpPr>
        <p:spPr>
          <a:xfrm>
            <a:off x="10563276" y="742568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8B9A60D4-38EC-4785-A18B-37ADC3673F73}"/>
              </a:ext>
            </a:extLst>
          </p:cNvPr>
          <p:cNvSpPr/>
          <p:nvPr/>
        </p:nvSpPr>
        <p:spPr>
          <a:xfrm rot="19577717">
            <a:off x="7892273" y="211787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9FAEE863-EBD9-475A-8957-61612D75AB79}"/>
              </a:ext>
            </a:extLst>
          </p:cNvPr>
          <p:cNvSpPr/>
          <p:nvPr/>
        </p:nvSpPr>
        <p:spPr>
          <a:xfrm rot="19577717">
            <a:off x="9034581" y="28703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DB8BC143-FDD5-42D2-A1D5-2BDAF3C03449}"/>
              </a:ext>
            </a:extLst>
          </p:cNvPr>
          <p:cNvSpPr/>
          <p:nvPr/>
        </p:nvSpPr>
        <p:spPr>
          <a:xfrm rot="19577717">
            <a:off x="7817109" y="33535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F355839F-65F4-4153-9A0F-7D3FCE44A474}"/>
              </a:ext>
            </a:extLst>
          </p:cNvPr>
          <p:cNvSpPr/>
          <p:nvPr/>
        </p:nvSpPr>
        <p:spPr>
          <a:xfrm rot="19577717">
            <a:off x="9499358" y="18070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0010F4A3-9294-4ACE-B6AA-EE02374981ED}"/>
              </a:ext>
            </a:extLst>
          </p:cNvPr>
          <p:cNvSpPr/>
          <p:nvPr/>
        </p:nvSpPr>
        <p:spPr>
          <a:xfrm rot="19577717">
            <a:off x="7154408" y="273737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0C48D97C-98C0-4326-8730-6CEBB84CD1A2}"/>
              </a:ext>
            </a:extLst>
          </p:cNvPr>
          <p:cNvSpPr/>
          <p:nvPr/>
        </p:nvSpPr>
        <p:spPr>
          <a:xfrm rot="19577717">
            <a:off x="9721353" y="30616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D7A26DEF-2CF4-42B4-B026-EE655A257E68}"/>
              </a:ext>
            </a:extLst>
          </p:cNvPr>
          <p:cNvSpPr/>
          <p:nvPr/>
        </p:nvSpPr>
        <p:spPr>
          <a:xfrm rot="19577717">
            <a:off x="9520746" y="232211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FBB58359-EB9E-42B0-B42F-C1162B0F6A2C}"/>
              </a:ext>
            </a:extLst>
          </p:cNvPr>
          <p:cNvSpPr/>
          <p:nvPr/>
        </p:nvSpPr>
        <p:spPr>
          <a:xfrm rot="19577717">
            <a:off x="11393789" y="23467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35635541-F61D-4581-83BD-0BCB9935AC9C}"/>
              </a:ext>
            </a:extLst>
          </p:cNvPr>
          <p:cNvSpPr/>
          <p:nvPr/>
        </p:nvSpPr>
        <p:spPr>
          <a:xfrm rot="19577717">
            <a:off x="9964758" y="216409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DAD5F66E-8611-444C-80DD-FB46EDEA4115}"/>
              </a:ext>
            </a:extLst>
          </p:cNvPr>
          <p:cNvSpPr/>
          <p:nvPr/>
        </p:nvSpPr>
        <p:spPr>
          <a:xfrm rot="19577717">
            <a:off x="8578652" y="25387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190BF39D-8612-41E4-AEB4-9D5D86447AD5}"/>
              </a:ext>
            </a:extLst>
          </p:cNvPr>
          <p:cNvSpPr/>
          <p:nvPr/>
        </p:nvSpPr>
        <p:spPr>
          <a:xfrm rot="19577717">
            <a:off x="10651756" y="286457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311DF0FC-626D-4459-B7E9-314589889F45}"/>
              </a:ext>
            </a:extLst>
          </p:cNvPr>
          <p:cNvSpPr/>
          <p:nvPr/>
        </p:nvSpPr>
        <p:spPr>
          <a:xfrm rot="19577717">
            <a:off x="9231288" y="20367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68C9CA58-7590-4354-B7D2-E869FEC5AC62}"/>
              </a:ext>
            </a:extLst>
          </p:cNvPr>
          <p:cNvSpPr/>
          <p:nvPr/>
        </p:nvSpPr>
        <p:spPr>
          <a:xfrm rot="19577717">
            <a:off x="7073099" y="21641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60A465FD-138F-4B25-BF45-E5306CD2D463}"/>
              </a:ext>
            </a:extLst>
          </p:cNvPr>
          <p:cNvSpPr/>
          <p:nvPr/>
        </p:nvSpPr>
        <p:spPr>
          <a:xfrm rot="19577717">
            <a:off x="6435315" y="266732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81E7D0A9-E598-42C1-BBEE-AC8F036C08A4}"/>
              </a:ext>
            </a:extLst>
          </p:cNvPr>
          <p:cNvSpPr/>
          <p:nvPr/>
        </p:nvSpPr>
        <p:spPr>
          <a:xfrm rot="19577717">
            <a:off x="4574372" y="284152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50DB4E22-4C14-4B60-806D-CA298BFD109C}"/>
              </a:ext>
            </a:extLst>
          </p:cNvPr>
          <p:cNvSpPr/>
          <p:nvPr/>
        </p:nvSpPr>
        <p:spPr>
          <a:xfrm rot="19577717">
            <a:off x="8034123" y="50222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96AEC66D-E9FC-43B7-9784-F57C00AF8A7A}"/>
              </a:ext>
            </a:extLst>
          </p:cNvPr>
          <p:cNvSpPr/>
          <p:nvPr/>
        </p:nvSpPr>
        <p:spPr>
          <a:xfrm rot="19577717">
            <a:off x="4819802" y="42623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5D423082-FE95-46D9-837F-E20CB4991300}"/>
              </a:ext>
            </a:extLst>
          </p:cNvPr>
          <p:cNvSpPr/>
          <p:nvPr/>
        </p:nvSpPr>
        <p:spPr>
          <a:xfrm rot="19577717">
            <a:off x="9950802" y="256822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1CC14F24-5197-4528-AD88-5A523779A928}"/>
              </a:ext>
            </a:extLst>
          </p:cNvPr>
          <p:cNvSpPr/>
          <p:nvPr/>
        </p:nvSpPr>
        <p:spPr>
          <a:xfrm rot="19577717">
            <a:off x="10480286" y="40824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F6ECACEA-AFF6-461B-AA14-C2B6CB7FDED6}"/>
              </a:ext>
            </a:extLst>
          </p:cNvPr>
          <p:cNvSpPr/>
          <p:nvPr/>
        </p:nvSpPr>
        <p:spPr>
          <a:xfrm rot="19577717">
            <a:off x="11118895" y="20998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66A81ECC-7803-4B94-B0F7-A00D8B3BFABF}"/>
              </a:ext>
            </a:extLst>
          </p:cNvPr>
          <p:cNvSpPr/>
          <p:nvPr/>
        </p:nvSpPr>
        <p:spPr>
          <a:xfrm rot="19577717">
            <a:off x="10418623" y="22079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Könnycsepp 142">
            <a:extLst>
              <a:ext uri="{FF2B5EF4-FFF2-40B4-BE49-F238E27FC236}">
                <a16:creationId xmlns:a16="http://schemas.microsoft.com/office/drawing/2014/main" id="{7AC6DF3A-3F54-482F-9ED2-958F1D316D48}"/>
              </a:ext>
            </a:extLst>
          </p:cNvPr>
          <p:cNvSpPr/>
          <p:nvPr/>
        </p:nvSpPr>
        <p:spPr>
          <a:xfrm rot="19577717">
            <a:off x="11341493" y="322437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7595D7B2-7EE4-4122-8E2C-1C7E69E45E96}"/>
              </a:ext>
            </a:extLst>
          </p:cNvPr>
          <p:cNvSpPr/>
          <p:nvPr/>
        </p:nvSpPr>
        <p:spPr>
          <a:xfrm rot="19577717">
            <a:off x="10242930" y="55745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479E0D79-822E-4E3B-9B5C-BEA7AE901517}"/>
              </a:ext>
            </a:extLst>
          </p:cNvPr>
          <p:cNvSpPr/>
          <p:nvPr/>
        </p:nvSpPr>
        <p:spPr>
          <a:xfrm rot="2022283" flipH="1">
            <a:off x="10756679" y="33985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40B4FA9C-3DF0-4BA2-AF30-DA0B70B18B53}"/>
              </a:ext>
            </a:extLst>
          </p:cNvPr>
          <p:cNvSpPr/>
          <p:nvPr/>
        </p:nvSpPr>
        <p:spPr>
          <a:xfrm rot="2022283" flipH="1">
            <a:off x="11687101" y="401805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Könnycsepp 146">
            <a:extLst>
              <a:ext uri="{FF2B5EF4-FFF2-40B4-BE49-F238E27FC236}">
                <a16:creationId xmlns:a16="http://schemas.microsoft.com/office/drawing/2014/main" id="{F3848422-1E93-4F7B-8838-FE2254284814}"/>
              </a:ext>
            </a:extLst>
          </p:cNvPr>
          <p:cNvSpPr/>
          <p:nvPr/>
        </p:nvSpPr>
        <p:spPr>
          <a:xfrm rot="2022283" flipH="1">
            <a:off x="9431896" y="56729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BC6506E2-61E5-4F7C-A9E5-E53EA7F38FCB}"/>
              </a:ext>
            </a:extLst>
          </p:cNvPr>
          <p:cNvSpPr/>
          <p:nvPr/>
        </p:nvSpPr>
        <p:spPr>
          <a:xfrm rot="19577717">
            <a:off x="9647433" y="51498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DA4B8D48-F999-4832-A7D4-408D0322A88B}"/>
              </a:ext>
            </a:extLst>
          </p:cNvPr>
          <p:cNvSpPr/>
          <p:nvPr/>
        </p:nvSpPr>
        <p:spPr>
          <a:xfrm rot="2022283" flipH="1">
            <a:off x="7900625" y="471945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CFD75D35-9477-43DE-99E8-C3BF657B099F}"/>
              </a:ext>
            </a:extLst>
          </p:cNvPr>
          <p:cNvSpPr/>
          <p:nvPr/>
        </p:nvSpPr>
        <p:spPr>
          <a:xfrm rot="19577717">
            <a:off x="7884301" y="352594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7D5A19CF-771D-48FA-B0B1-677CA26AAE15}"/>
              </a:ext>
            </a:extLst>
          </p:cNvPr>
          <p:cNvSpPr/>
          <p:nvPr/>
        </p:nvSpPr>
        <p:spPr>
          <a:xfrm rot="2022283" flipH="1">
            <a:off x="11613153" y="54723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F3E1BA31-979D-4449-9EFD-575B417D799C}"/>
              </a:ext>
            </a:extLst>
          </p:cNvPr>
          <p:cNvSpPr/>
          <p:nvPr/>
        </p:nvSpPr>
        <p:spPr>
          <a:xfrm rot="2022283" flipH="1">
            <a:off x="6192505" y="510290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12CB6F87-37DC-458B-A6BE-3456D41401E5}"/>
              </a:ext>
            </a:extLst>
          </p:cNvPr>
          <p:cNvSpPr/>
          <p:nvPr/>
        </p:nvSpPr>
        <p:spPr>
          <a:xfrm rot="2022283" flipH="1">
            <a:off x="7359219" y="52443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Könnycsepp 153">
            <a:extLst>
              <a:ext uri="{FF2B5EF4-FFF2-40B4-BE49-F238E27FC236}">
                <a16:creationId xmlns:a16="http://schemas.microsoft.com/office/drawing/2014/main" id="{49C59610-6A73-4C92-BABA-5D1E9867A06C}"/>
              </a:ext>
            </a:extLst>
          </p:cNvPr>
          <p:cNvSpPr/>
          <p:nvPr/>
        </p:nvSpPr>
        <p:spPr>
          <a:xfrm rot="18333733">
            <a:off x="4984751" y="598924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5" name="Könnycsepp 154">
            <a:extLst>
              <a:ext uri="{FF2B5EF4-FFF2-40B4-BE49-F238E27FC236}">
                <a16:creationId xmlns:a16="http://schemas.microsoft.com/office/drawing/2014/main" id="{B9D4DE0B-A5DF-4280-BF6C-6C08A06747BF}"/>
              </a:ext>
            </a:extLst>
          </p:cNvPr>
          <p:cNvSpPr/>
          <p:nvPr/>
        </p:nvSpPr>
        <p:spPr>
          <a:xfrm rot="2022283" flipH="1">
            <a:off x="7995560" y="562461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6" name="Könnycsepp 155">
            <a:extLst>
              <a:ext uri="{FF2B5EF4-FFF2-40B4-BE49-F238E27FC236}">
                <a16:creationId xmlns:a16="http://schemas.microsoft.com/office/drawing/2014/main" id="{4DEE922F-12D2-4FD2-967D-0F872E520D26}"/>
              </a:ext>
            </a:extLst>
          </p:cNvPr>
          <p:cNvSpPr/>
          <p:nvPr/>
        </p:nvSpPr>
        <p:spPr>
          <a:xfrm rot="18333733">
            <a:off x="5004527" y="56117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7" name="Könnycsepp 156">
            <a:extLst>
              <a:ext uri="{FF2B5EF4-FFF2-40B4-BE49-F238E27FC236}">
                <a16:creationId xmlns:a16="http://schemas.microsoft.com/office/drawing/2014/main" id="{4232DAA9-BDB9-40E7-9E59-6DA67FE34A8C}"/>
              </a:ext>
            </a:extLst>
          </p:cNvPr>
          <p:cNvSpPr/>
          <p:nvPr/>
        </p:nvSpPr>
        <p:spPr>
          <a:xfrm rot="2022283" flipH="1">
            <a:off x="6210568" y="561858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8" name="Könnycsepp 157">
            <a:extLst>
              <a:ext uri="{FF2B5EF4-FFF2-40B4-BE49-F238E27FC236}">
                <a16:creationId xmlns:a16="http://schemas.microsoft.com/office/drawing/2014/main" id="{0FD60F1F-3E0C-47FD-8A84-15E57D51C6C5}"/>
              </a:ext>
            </a:extLst>
          </p:cNvPr>
          <p:cNvSpPr/>
          <p:nvPr/>
        </p:nvSpPr>
        <p:spPr>
          <a:xfrm rot="19577717">
            <a:off x="7137298" y="581308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9" name="Csoportba foglalás 158">
            <a:extLst>
              <a:ext uri="{FF2B5EF4-FFF2-40B4-BE49-F238E27FC236}">
                <a16:creationId xmlns:a16="http://schemas.microsoft.com/office/drawing/2014/main" id="{9CB29745-BDA9-4222-A6F0-729DBEBD7690}"/>
              </a:ext>
            </a:extLst>
          </p:cNvPr>
          <p:cNvGrpSpPr/>
          <p:nvPr/>
        </p:nvGrpSpPr>
        <p:grpSpPr>
          <a:xfrm>
            <a:off x="695211" y="6131272"/>
            <a:ext cx="11101604" cy="936521"/>
            <a:chOff x="695211" y="6131272"/>
            <a:chExt cx="11101604" cy="936521"/>
          </a:xfrm>
        </p:grpSpPr>
        <p:sp>
          <p:nvSpPr>
            <p:cNvPr id="160" name="Folyamatábra: Egyesítés 159">
              <a:extLst>
                <a:ext uri="{FF2B5EF4-FFF2-40B4-BE49-F238E27FC236}">
                  <a16:creationId xmlns:a16="http://schemas.microsoft.com/office/drawing/2014/main" id="{4E755058-3C4D-4E50-804F-6C1959B9DD11}"/>
                </a:ext>
              </a:extLst>
            </p:cNvPr>
            <p:cNvSpPr/>
            <p:nvPr/>
          </p:nvSpPr>
          <p:spPr>
            <a:xfrm rot="17167152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1" name="Folyamatábra: Egyesítés 160">
              <a:extLst>
                <a:ext uri="{FF2B5EF4-FFF2-40B4-BE49-F238E27FC236}">
                  <a16:creationId xmlns:a16="http://schemas.microsoft.com/office/drawing/2014/main" id="{121AEE04-7FAA-460B-A46E-4241A3B99F3C}"/>
                </a:ext>
              </a:extLst>
            </p:cNvPr>
            <p:cNvSpPr/>
            <p:nvPr/>
          </p:nvSpPr>
          <p:spPr>
            <a:xfrm rot="18473648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2" name="Folyamatábra: Egyesítés 161">
              <a:extLst>
                <a:ext uri="{FF2B5EF4-FFF2-40B4-BE49-F238E27FC236}">
                  <a16:creationId xmlns:a16="http://schemas.microsoft.com/office/drawing/2014/main" id="{A0F7C2F2-AE3B-4E56-8CEF-0AC9934E01D0}"/>
                </a:ext>
              </a:extLst>
            </p:cNvPr>
            <p:cNvSpPr/>
            <p:nvPr/>
          </p:nvSpPr>
          <p:spPr>
            <a:xfrm rot="15908574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3" name="Folyamatábra: Egyesítés 162">
              <a:extLst>
                <a:ext uri="{FF2B5EF4-FFF2-40B4-BE49-F238E27FC236}">
                  <a16:creationId xmlns:a16="http://schemas.microsoft.com/office/drawing/2014/main" id="{FBC1A7D4-AA58-4E93-AAF6-408E18485BE1}"/>
                </a:ext>
              </a:extLst>
            </p:cNvPr>
            <p:cNvSpPr/>
            <p:nvPr/>
          </p:nvSpPr>
          <p:spPr>
            <a:xfrm rot="17301913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4" name="Folyamatábra: Egyesítés 163">
              <a:extLst>
                <a:ext uri="{FF2B5EF4-FFF2-40B4-BE49-F238E27FC236}">
                  <a16:creationId xmlns:a16="http://schemas.microsoft.com/office/drawing/2014/main" id="{C62B0C84-0242-4EFA-901F-2BF9A2176A5D}"/>
                </a:ext>
              </a:extLst>
            </p:cNvPr>
            <p:cNvSpPr/>
            <p:nvPr/>
          </p:nvSpPr>
          <p:spPr>
            <a:xfrm rot="18456442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5" name="Folyamatábra: Egyesítés 164">
              <a:extLst>
                <a:ext uri="{FF2B5EF4-FFF2-40B4-BE49-F238E27FC236}">
                  <a16:creationId xmlns:a16="http://schemas.microsoft.com/office/drawing/2014/main" id="{1D225AF3-CDF7-444B-84BB-7B4D3F834A08}"/>
                </a:ext>
              </a:extLst>
            </p:cNvPr>
            <p:cNvSpPr/>
            <p:nvPr/>
          </p:nvSpPr>
          <p:spPr>
            <a:xfrm rot="14068629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6" name="Folyamatábra: Egyesítés 165">
              <a:extLst>
                <a:ext uri="{FF2B5EF4-FFF2-40B4-BE49-F238E27FC236}">
                  <a16:creationId xmlns:a16="http://schemas.microsoft.com/office/drawing/2014/main" id="{24051468-39E8-4C95-AF85-757CCA03723A}"/>
                </a:ext>
              </a:extLst>
            </p:cNvPr>
            <p:cNvSpPr/>
            <p:nvPr/>
          </p:nvSpPr>
          <p:spPr>
            <a:xfrm rot="20879108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7" name="Folyamatábra: Egyesítés 166">
              <a:extLst>
                <a:ext uri="{FF2B5EF4-FFF2-40B4-BE49-F238E27FC236}">
                  <a16:creationId xmlns:a16="http://schemas.microsoft.com/office/drawing/2014/main" id="{DEBA1DDA-9051-4D61-ABAD-F174A6F8BA01}"/>
                </a:ext>
              </a:extLst>
            </p:cNvPr>
            <p:cNvSpPr/>
            <p:nvPr/>
          </p:nvSpPr>
          <p:spPr>
            <a:xfrm rot="17534395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8" name="Folyamatábra: Egyesítés 167">
              <a:extLst>
                <a:ext uri="{FF2B5EF4-FFF2-40B4-BE49-F238E27FC236}">
                  <a16:creationId xmlns:a16="http://schemas.microsoft.com/office/drawing/2014/main" id="{0B9D5455-6BC9-4DF5-A6CB-F84428F6670F}"/>
                </a:ext>
              </a:extLst>
            </p:cNvPr>
            <p:cNvSpPr/>
            <p:nvPr/>
          </p:nvSpPr>
          <p:spPr>
            <a:xfrm rot="16200000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Folyamatábra: Egyesítés 168">
              <a:extLst>
                <a:ext uri="{FF2B5EF4-FFF2-40B4-BE49-F238E27FC236}">
                  <a16:creationId xmlns:a16="http://schemas.microsoft.com/office/drawing/2014/main" id="{3FE5E432-00F8-4B33-AD4A-38A0F7E8E498}"/>
                </a:ext>
              </a:extLst>
            </p:cNvPr>
            <p:cNvSpPr/>
            <p:nvPr/>
          </p:nvSpPr>
          <p:spPr>
            <a:xfrm rot="16925705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0" name="Folyamatábra: Egyesítés 169">
              <a:extLst>
                <a:ext uri="{FF2B5EF4-FFF2-40B4-BE49-F238E27FC236}">
                  <a16:creationId xmlns:a16="http://schemas.microsoft.com/office/drawing/2014/main" id="{30F921B2-023C-463F-9114-B5AEA542762A}"/>
                </a:ext>
              </a:extLst>
            </p:cNvPr>
            <p:cNvSpPr/>
            <p:nvPr/>
          </p:nvSpPr>
          <p:spPr>
            <a:xfrm rot="17631543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1" name="Folyamatábra: Egyesítés 170">
              <a:extLst>
                <a:ext uri="{FF2B5EF4-FFF2-40B4-BE49-F238E27FC236}">
                  <a16:creationId xmlns:a16="http://schemas.microsoft.com/office/drawing/2014/main" id="{47807279-BE6E-4E86-B027-B5F741EBEEDA}"/>
                </a:ext>
              </a:extLst>
            </p:cNvPr>
            <p:cNvSpPr/>
            <p:nvPr/>
          </p:nvSpPr>
          <p:spPr>
            <a:xfrm rot="18802184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2" name="Folyamatábra: Egyesítés 171">
              <a:extLst>
                <a:ext uri="{FF2B5EF4-FFF2-40B4-BE49-F238E27FC236}">
                  <a16:creationId xmlns:a16="http://schemas.microsoft.com/office/drawing/2014/main" id="{A1FC6276-733D-48C1-AD0A-550EDDC5ECED}"/>
                </a:ext>
              </a:extLst>
            </p:cNvPr>
            <p:cNvSpPr/>
            <p:nvPr/>
          </p:nvSpPr>
          <p:spPr>
            <a:xfrm rot="17354986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761669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Csoportba foglalás 172">
            <a:extLst>
              <a:ext uri="{FF2B5EF4-FFF2-40B4-BE49-F238E27FC236}">
                <a16:creationId xmlns:a16="http://schemas.microsoft.com/office/drawing/2014/main" id="{29C7A908-209C-4650-BCDD-CF6DF5EA0A08}"/>
              </a:ext>
            </a:extLst>
          </p:cNvPr>
          <p:cNvGrpSpPr/>
          <p:nvPr/>
        </p:nvGrpSpPr>
        <p:grpSpPr>
          <a:xfrm>
            <a:off x="1654694" y="5215719"/>
            <a:ext cx="2225019" cy="1474687"/>
            <a:chOff x="-1940302" y="5316774"/>
            <a:chExt cx="2225019" cy="1474687"/>
          </a:xfrm>
        </p:grpSpPr>
        <p:sp>
          <p:nvSpPr>
            <p:cNvPr id="174" name="Téglalap 173">
              <a:extLst>
                <a:ext uri="{FF2B5EF4-FFF2-40B4-BE49-F238E27FC236}">
                  <a16:creationId xmlns:a16="http://schemas.microsoft.com/office/drawing/2014/main" id="{AF27C418-FE66-413B-80F8-A9D2FD8AE31B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Folyamatábra: Kézi művelet 174">
              <a:extLst>
                <a:ext uri="{FF2B5EF4-FFF2-40B4-BE49-F238E27FC236}">
                  <a16:creationId xmlns:a16="http://schemas.microsoft.com/office/drawing/2014/main" id="{5A196240-2C97-43C3-9943-1B7DC431EFE5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Háromszög 175">
              <a:extLst>
                <a:ext uri="{FF2B5EF4-FFF2-40B4-BE49-F238E27FC236}">
                  <a16:creationId xmlns:a16="http://schemas.microsoft.com/office/drawing/2014/main" id="{7147605A-BA95-473F-A607-BA66C8384292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77" name="Picture 2" descr="Forráskép megtekintése">
              <a:extLst>
                <a:ext uri="{FF2B5EF4-FFF2-40B4-BE49-F238E27FC236}">
                  <a16:creationId xmlns:a16="http://schemas.microsoft.com/office/drawing/2014/main" id="{510FF0C1-877A-4203-8680-B45488D546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2C4840AF-7ACC-4F5A-BE9A-121D28092A88}"/>
              </a:ext>
            </a:extLst>
          </p:cNvPr>
          <p:cNvSpPr/>
          <p:nvPr/>
        </p:nvSpPr>
        <p:spPr>
          <a:xfrm rot="19577717">
            <a:off x="9055958" y="289582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579626EB-47EC-4541-AA68-F8BC393D34AF}"/>
              </a:ext>
            </a:extLst>
          </p:cNvPr>
          <p:cNvSpPr/>
          <p:nvPr/>
        </p:nvSpPr>
        <p:spPr>
          <a:xfrm rot="19577717">
            <a:off x="9876140" y="316970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ADCCB9FB-31E7-454B-A980-8869AC9C68B0}"/>
              </a:ext>
            </a:extLst>
          </p:cNvPr>
          <p:cNvSpPr/>
          <p:nvPr/>
        </p:nvSpPr>
        <p:spPr>
          <a:xfrm rot="19577717">
            <a:off x="9176139" y="31118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A1B8BE5B-87ED-432A-9241-5F757C67E655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834C0109-E829-483C-8D50-407B90F9D4EA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85DDB614-2E5E-4A8B-8A52-13CF1295A398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8E112F4C-6C3F-40B3-981D-6EC0282D5E3B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B5F2F541-0148-43F3-AF40-E9FAD6C84C0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2AD313B8-2A15-48F2-A16C-1D9DAD0CD8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87403B38-D014-45E0-BD64-A01E704BC1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EFA2ACD3-D6BB-4407-BE4E-C76282AA786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AF73910A-0FFA-443C-8994-5911D3177AE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9B03AFA3-1A97-481D-8CC2-A08E3C2D3A01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9757700B-19AE-46BB-95E7-6F05C770E5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F8ABD4BD-D7E2-4023-BBE3-C04B3DFD04A6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0" name="Csoportba foglalás 29">
            <a:extLst>
              <a:ext uri="{FF2B5EF4-FFF2-40B4-BE49-F238E27FC236}">
                <a16:creationId xmlns:a16="http://schemas.microsoft.com/office/drawing/2014/main" id="{1C32A29E-C8A3-4A2A-8573-660A3CB1151D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F6CCA301-6D49-442E-89BD-EAA77548A3C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73" name="Csoportba foglalás 72">
                <a:extLst>
                  <a:ext uri="{FF2B5EF4-FFF2-40B4-BE49-F238E27FC236}">
                    <a16:creationId xmlns:a16="http://schemas.microsoft.com/office/drawing/2014/main" id="{29492D4C-08E9-4662-A708-CA0D16328508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76" name="Derékszögű háromszög 75">
                  <a:extLst>
                    <a:ext uri="{FF2B5EF4-FFF2-40B4-BE49-F238E27FC236}">
                      <a16:creationId xmlns:a16="http://schemas.microsoft.com/office/drawing/2014/main" id="{F1554E7D-F0A7-4873-A55B-7EF861AFF5BE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7" name="Derékszögű háromszög 76">
                  <a:extLst>
                    <a:ext uri="{FF2B5EF4-FFF2-40B4-BE49-F238E27FC236}">
                      <a16:creationId xmlns:a16="http://schemas.microsoft.com/office/drawing/2014/main" id="{1C49D90D-1B8F-449E-BFFC-105E91561B97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8" name="Téglalap 15">
                  <a:extLst>
                    <a:ext uri="{FF2B5EF4-FFF2-40B4-BE49-F238E27FC236}">
                      <a16:creationId xmlns:a16="http://schemas.microsoft.com/office/drawing/2014/main" id="{639A9C4E-166C-4557-AE14-1923F4882F80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79" name="Folyamatábra: Tárolt adat 17">
                  <a:extLst>
                    <a:ext uri="{FF2B5EF4-FFF2-40B4-BE49-F238E27FC236}">
                      <a16:creationId xmlns:a16="http://schemas.microsoft.com/office/drawing/2014/main" id="{7C9B2D96-C876-4837-AB7B-DB54968DEDA7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0" name="Derékszögű háromszög 79">
                  <a:extLst>
                    <a:ext uri="{FF2B5EF4-FFF2-40B4-BE49-F238E27FC236}">
                      <a16:creationId xmlns:a16="http://schemas.microsoft.com/office/drawing/2014/main" id="{9DD5C47D-166E-44C9-BA77-0D7232D2417E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1" name="Romboid 80">
                  <a:extLst>
                    <a:ext uri="{FF2B5EF4-FFF2-40B4-BE49-F238E27FC236}">
                      <a16:creationId xmlns:a16="http://schemas.microsoft.com/office/drawing/2014/main" id="{BE6E77BB-395E-46A2-8250-A685755B9F65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2" name="Téglalap 81">
                  <a:extLst>
                    <a:ext uri="{FF2B5EF4-FFF2-40B4-BE49-F238E27FC236}">
                      <a16:creationId xmlns:a16="http://schemas.microsoft.com/office/drawing/2014/main" id="{E0BCBBC5-62EE-4F86-AB39-F1237CC50351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3" name="Téglalap: lekerekített 82">
                  <a:extLst>
                    <a:ext uri="{FF2B5EF4-FFF2-40B4-BE49-F238E27FC236}">
                      <a16:creationId xmlns:a16="http://schemas.microsoft.com/office/drawing/2014/main" id="{15B1D3F4-5FEA-4358-8AF5-B6D5F62E6DD5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4" name="Téglalap: lekerekített 83">
                  <a:extLst>
                    <a:ext uri="{FF2B5EF4-FFF2-40B4-BE49-F238E27FC236}">
                      <a16:creationId xmlns:a16="http://schemas.microsoft.com/office/drawing/2014/main" id="{CFE955A6-9C78-43D2-A652-7C2192A922E7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5" name="Téglalap: lekerekített 84">
                  <a:extLst>
                    <a:ext uri="{FF2B5EF4-FFF2-40B4-BE49-F238E27FC236}">
                      <a16:creationId xmlns:a16="http://schemas.microsoft.com/office/drawing/2014/main" id="{F5BC2BA3-6F1B-4B2E-B4CE-A9BF9757FEB8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6" name="Téglalap: lekerekített 85">
                  <a:extLst>
                    <a:ext uri="{FF2B5EF4-FFF2-40B4-BE49-F238E27FC236}">
                      <a16:creationId xmlns:a16="http://schemas.microsoft.com/office/drawing/2014/main" id="{5F37EF09-A936-4908-A641-B68995FA1A0A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7" name="Téglalap: lekerekített 86">
                  <a:extLst>
                    <a:ext uri="{FF2B5EF4-FFF2-40B4-BE49-F238E27FC236}">
                      <a16:creationId xmlns:a16="http://schemas.microsoft.com/office/drawing/2014/main" id="{A1799A53-5DEE-447F-A191-7F71C1E9F532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88" name="Téglalap: lekerekített 87">
                  <a:extLst>
                    <a:ext uri="{FF2B5EF4-FFF2-40B4-BE49-F238E27FC236}">
                      <a16:creationId xmlns:a16="http://schemas.microsoft.com/office/drawing/2014/main" id="{F2BE78E8-2954-434C-8086-C7FAEDA9AC6F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74" name="Picture 2" descr="Forráskép megtekintése">
                <a:extLst>
                  <a:ext uri="{FF2B5EF4-FFF2-40B4-BE49-F238E27FC236}">
                    <a16:creationId xmlns:a16="http://schemas.microsoft.com/office/drawing/2014/main" id="{2170C6BD-97D9-4E72-A708-7F20E240E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5" name="Picture 6" descr="Forráskép megtekintése">
                <a:extLst>
                  <a:ext uri="{FF2B5EF4-FFF2-40B4-BE49-F238E27FC236}">
                    <a16:creationId xmlns:a16="http://schemas.microsoft.com/office/drawing/2014/main" id="{C46B033C-F941-4F2E-91CC-360072FEF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2" name="Csoportba foglalás 31">
              <a:extLst>
                <a:ext uri="{FF2B5EF4-FFF2-40B4-BE49-F238E27FC236}">
                  <a16:creationId xmlns:a16="http://schemas.microsoft.com/office/drawing/2014/main" id="{83A20776-065B-4C3D-996B-A5CEEF25C7C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61" name="Csoportba foglalás 60">
                <a:extLst>
                  <a:ext uri="{FF2B5EF4-FFF2-40B4-BE49-F238E27FC236}">
                    <a16:creationId xmlns:a16="http://schemas.microsoft.com/office/drawing/2014/main" id="{6068D5CA-C89C-4D80-9689-BE314AD04DAE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64" name="Henger 63">
                  <a:extLst>
                    <a:ext uri="{FF2B5EF4-FFF2-40B4-BE49-F238E27FC236}">
                      <a16:creationId xmlns:a16="http://schemas.microsoft.com/office/drawing/2014/main" id="{E1A1C57A-EFF7-411F-9D58-BDE0BA5F17A1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Ellipszis 64">
                  <a:extLst>
                    <a:ext uri="{FF2B5EF4-FFF2-40B4-BE49-F238E27FC236}">
                      <a16:creationId xmlns:a16="http://schemas.microsoft.com/office/drawing/2014/main" id="{C2A20AB0-8C4C-49D9-A09D-B7910BC0FA95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Téglalap 65">
                  <a:extLst>
                    <a:ext uri="{FF2B5EF4-FFF2-40B4-BE49-F238E27FC236}">
                      <a16:creationId xmlns:a16="http://schemas.microsoft.com/office/drawing/2014/main" id="{BA8C5F94-4D65-4DFF-A19F-3B34917BA4F7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7" name="Ellipszis 66">
                  <a:extLst>
                    <a:ext uri="{FF2B5EF4-FFF2-40B4-BE49-F238E27FC236}">
                      <a16:creationId xmlns:a16="http://schemas.microsoft.com/office/drawing/2014/main" id="{5DE2E89D-E91B-4587-B970-FDEA645CE01A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68" name="Egyenes összekötő 67">
                  <a:extLst>
                    <a:ext uri="{FF2B5EF4-FFF2-40B4-BE49-F238E27FC236}">
                      <a16:creationId xmlns:a16="http://schemas.microsoft.com/office/drawing/2014/main" id="{46C54E89-A29E-4AA1-853D-F77A966C586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Egyenes összekötő 68">
                  <a:extLst>
                    <a:ext uri="{FF2B5EF4-FFF2-40B4-BE49-F238E27FC236}">
                      <a16:creationId xmlns:a16="http://schemas.microsoft.com/office/drawing/2014/main" id="{4CDCB42E-5048-492D-B8F7-87027AD7A0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Egyenes összekötő 69">
                  <a:extLst>
                    <a:ext uri="{FF2B5EF4-FFF2-40B4-BE49-F238E27FC236}">
                      <a16:creationId xmlns:a16="http://schemas.microsoft.com/office/drawing/2014/main" id="{167D2170-4CB8-4490-9F49-D87B2F3627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Egyenes összekötő 70">
                  <a:extLst>
                    <a:ext uri="{FF2B5EF4-FFF2-40B4-BE49-F238E27FC236}">
                      <a16:creationId xmlns:a16="http://schemas.microsoft.com/office/drawing/2014/main" id="{081314E9-8BD9-4307-A73A-D468ABF849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72" name="Ellipszis 71">
                  <a:extLst>
                    <a:ext uri="{FF2B5EF4-FFF2-40B4-BE49-F238E27FC236}">
                      <a16:creationId xmlns:a16="http://schemas.microsoft.com/office/drawing/2014/main" id="{49A5611A-5CF5-4BA1-93A3-D9E3E1149FB2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62" name="Egyenes összekötő 61">
                <a:extLst>
                  <a:ext uri="{FF2B5EF4-FFF2-40B4-BE49-F238E27FC236}">
                    <a16:creationId xmlns:a16="http://schemas.microsoft.com/office/drawing/2014/main" id="{E2FE7F18-8C67-4DA3-AE03-A11B7618623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3" name="Egyenes összekötő 62">
                <a:extLst>
                  <a:ext uri="{FF2B5EF4-FFF2-40B4-BE49-F238E27FC236}">
                    <a16:creationId xmlns:a16="http://schemas.microsoft.com/office/drawing/2014/main" id="{13B76B9A-E75C-4F07-9791-F121B4C22E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33" name="Csoportba foglalás 32">
              <a:extLst>
                <a:ext uri="{FF2B5EF4-FFF2-40B4-BE49-F238E27FC236}">
                  <a16:creationId xmlns:a16="http://schemas.microsoft.com/office/drawing/2014/main" id="{6D13C724-101B-45FC-AB8A-7662A558A111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51" name="Henger 50">
                <a:extLst>
                  <a:ext uri="{FF2B5EF4-FFF2-40B4-BE49-F238E27FC236}">
                    <a16:creationId xmlns:a16="http://schemas.microsoft.com/office/drawing/2014/main" id="{E4FDD1ED-4727-4B7D-937B-063D8847CC75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52" name="Csoportba foglalás 51">
                <a:extLst>
                  <a:ext uri="{FF2B5EF4-FFF2-40B4-BE49-F238E27FC236}">
                    <a16:creationId xmlns:a16="http://schemas.microsoft.com/office/drawing/2014/main" id="{4A737D96-D092-4383-BAEE-BCA11174778E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E10A6053-65D3-455A-88FE-05DB33A64882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5" name="Ellipszis 54">
                  <a:extLst>
                    <a:ext uri="{FF2B5EF4-FFF2-40B4-BE49-F238E27FC236}">
                      <a16:creationId xmlns:a16="http://schemas.microsoft.com/office/drawing/2014/main" id="{45446BB5-227B-4371-A556-256BDF1D44AB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964613E6-34D0-4942-BB0D-5FDA9B1FEE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B8C87910-292C-42A7-A4B9-5015B4F833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6CE40A56-C954-4D9A-BAED-D9BE24F04F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Egyenes összekötő 58">
                  <a:extLst>
                    <a:ext uri="{FF2B5EF4-FFF2-40B4-BE49-F238E27FC236}">
                      <a16:creationId xmlns:a16="http://schemas.microsoft.com/office/drawing/2014/main" id="{5FABA729-9CB1-4119-B0E5-76FA3E6347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60" name="Ellipszis 59">
                  <a:extLst>
                    <a:ext uri="{FF2B5EF4-FFF2-40B4-BE49-F238E27FC236}">
                      <a16:creationId xmlns:a16="http://schemas.microsoft.com/office/drawing/2014/main" id="{F8F90EA8-C918-4825-95FC-9BF709650487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53" name="Téglalap 52">
                <a:extLst>
                  <a:ext uri="{FF2B5EF4-FFF2-40B4-BE49-F238E27FC236}">
                    <a16:creationId xmlns:a16="http://schemas.microsoft.com/office/drawing/2014/main" id="{4F36D29F-1F4B-4F00-8155-4AE029D347F7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4" name="Csoportba foglalás 33">
              <a:extLst>
                <a:ext uri="{FF2B5EF4-FFF2-40B4-BE49-F238E27FC236}">
                  <a16:creationId xmlns:a16="http://schemas.microsoft.com/office/drawing/2014/main" id="{AFE64CE4-6E54-4A21-B5D4-27D9F84B4545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35" name="Csoportba foglalás 34">
                <a:extLst>
                  <a:ext uri="{FF2B5EF4-FFF2-40B4-BE49-F238E27FC236}">
                    <a16:creationId xmlns:a16="http://schemas.microsoft.com/office/drawing/2014/main" id="{00533C8F-7A18-443E-B2F3-9032919C1557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43" name="Henger 42">
                  <a:extLst>
                    <a:ext uri="{FF2B5EF4-FFF2-40B4-BE49-F238E27FC236}">
                      <a16:creationId xmlns:a16="http://schemas.microsoft.com/office/drawing/2014/main" id="{D2991D33-2FB9-4EDF-A924-D59C1A18BDDC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4" name="Ellipszis 43">
                  <a:extLst>
                    <a:ext uri="{FF2B5EF4-FFF2-40B4-BE49-F238E27FC236}">
                      <a16:creationId xmlns:a16="http://schemas.microsoft.com/office/drawing/2014/main" id="{46A8559F-226E-4251-A106-8AB42BB96A7D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5" name="Ív 44">
                  <a:extLst>
                    <a:ext uri="{FF2B5EF4-FFF2-40B4-BE49-F238E27FC236}">
                      <a16:creationId xmlns:a16="http://schemas.microsoft.com/office/drawing/2014/main" id="{6AD463EB-5B47-4813-B2DC-05115B0420C8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46" name="Picture 2" descr="Forráskép megtekintése">
                  <a:extLst>
                    <a:ext uri="{FF2B5EF4-FFF2-40B4-BE49-F238E27FC236}">
                      <a16:creationId xmlns:a16="http://schemas.microsoft.com/office/drawing/2014/main" id="{A8523532-B088-4285-90A2-0892E8D52BF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7" name="Téglalap 46">
                  <a:extLst>
                    <a:ext uri="{FF2B5EF4-FFF2-40B4-BE49-F238E27FC236}">
                      <a16:creationId xmlns:a16="http://schemas.microsoft.com/office/drawing/2014/main" id="{534CF524-6DEC-43CC-878A-EC98599A3B37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48" name="Csillag: 4 ágú 47">
                  <a:extLst>
                    <a:ext uri="{FF2B5EF4-FFF2-40B4-BE49-F238E27FC236}">
                      <a16:creationId xmlns:a16="http://schemas.microsoft.com/office/drawing/2014/main" id="{8787F5DA-5F85-4784-95A4-921CED68250B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9" name="Szabadkézi sokszög: alakzat 48">
                  <a:extLst>
                    <a:ext uri="{FF2B5EF4-FFF2-40B4-BE49-F238E27FC236}">
                      <a16:creationId xmlns:a16="http://schemas.microsoft.com/office/drawing/2014/main" id="{DCC19B1B-8D6C-4D88-8CF9-28533BDDC585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0" name="Ellipszis 49">
                  <a:extLst>
                    <a:ext uri="{FF2B5EF4-FFF2-40B4-BE49-F238E27FC236}">
                      <a16:creationId xmlns:a16="http://schemas.microsoft.com/office/drawing/2014/main" id="{40638ABC-A816-470E-9CB9-1F02850848E8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6" name="Ellipszis 35">
                <a:extLst>
                  <a:ext uri="{FF2B5EF4-FFF2-40B4-BE49-F238E27FC236}">
                    <a16:creationId xmlns:a16="http://schemas.microsoft.com/office/drawing/2014/main" id="{47156307-69B4-49A6-8FCD-080C84647069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" name="Ellipszis 36">
                <a:extLst>
                  <a:ext uri="{FF2B5EF4-FFF2-40B4-BE49-F238E27FC236}">
                    <a16:creationId xmlns:a16="http://schemas.microsoft.com/office/drawing/2014/main" id="{85205B29-8946-4006-A514-B5D5918C3DF5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38" name="Egyenes összekötő 37">
                <a:extLst>
                  <a:ext uri="{FF2B5EF4-FFF2-40B4-BE49-F238E27FC236}">
                    <a16:creationId xmlns:a16="http://schemas.microsoft.com/office/drawing/2014/main" id="{7C8E0D7E-EE83-42AB-B67E-605F639935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39" name="Ellipszis 38">
                <a:extLst>
                  <a:ext uri="{FF2B5EF4-FFF2-40B4-BE49-F238E27FC236}">
                    <a16:creationId xmlns:a16="http://schemas.microsoft.com/office/drawing/2014/main" id="{62D9C157-F74B-4C8C-AD7D-F478FF70703B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Ellipszis 39">
                <a:extLst>
                  <a:ext uri="{FF2B5EF4-FFF2-40B4-BE49-F238E27FC236}">
                    <a16:creationId xmlns:a16="http://schemas.microsoft.com/office/drawing/2014/main" id="{50E18C0B-9234-4190-87E5-C3F02BDEF0D2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41" name="Kép 40">
                <a:extLst>
                  <a:ext uri="{FF2B5EF4-FFF2-40B4-BE49-F238E27FC236}">
                    <a16:creationId xmlns:a16="http://schemas.microsoft.com/office/drawing/2014/main" id="{70288033-E0E7-4DEB-959B-58625E7D7C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42" name="Egyenes összekötő 41">
                <a:extLst>
                  <a:ext uri="{FF2B5EF4-FFF2-40B4-BE49-F238E27FC236}">
                    <a16:creationId xmlns:a16="http://schemas.microsoft.com/office/drawing/2014/main" id="{A5A41F6A-A8D5-497F-9944-A0F83EB695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Könnycsepp 88">
            <a:extLst>
              <a:ext uri="{FF2B5EF4-FFF2-40B4-BE49-F238E27FC236}">
                <a16:creationId xmlns:a16="http://schemas.microsoft.com/office/drawing/2014/main" id="{12DC7253-4B67-4C59-BDAB-5DC0304BA94E}"/>
              </a:ext>
            </a:extLst>
          </p:cNvPr>
          <p:cNvSpPr/>
          <p:nvPr/>
        </p:nvSpPr>
        <p:spPr>
          <a:xfrm rot="19577717">
            <a:off x="6582173" y="24130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B9F314A7-8DB4-4966-9A0E-BE3CEAF30EAD}"/>
              </a:ext>
            </a:extLst>
          </p:cNvPr>
          <p:cNvSpPr/>
          <p:nvPr/>
        </p:nvSpPr>
        <p:spPr>
          <a:xfrm rot="19577717">
            <a:off x="10157649" y="20971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7530A8B8-4AEB-4363-86D5-8B57D03A1C35}"/>
              </a:ext>
            </a:extLst>
          </p:cNvPr>
          <p:cNvSpPr/>
          <p:nvPr/>
        </p:nvSpPr>
        <p:spPr>
          <a:xfrm rot="19577717">
            <a:off x="6680973" y="41916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746674BC-0B75-42F0-9BC7-B7CF369EB605}"/>
              </a:ext>
            </a:extLst>
          </p:cNvPr>
          <p:cNvSpPr/>
          <p:nvPr/>
        </p:nvSpPr>
        <p:spPr>
          <a:xfrm rot="19577717">
            <a:off x="9829404" y="238149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21C1FD13-3ABC-48D3-8C7D-6C75F076FBEA}"/>
              </a:ext>
            </a:extLst>
          </p:cNvPr>
          <p:cNvSpPr/>
          <p:nvPr/>
        </p:nvSpPr>
        <p:spPr>
          <a:xfrm rot="19577717">
            <a:off x="5990158" y="19976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E5AC5276-6CB3-4C17-AC5E-82886B03DFF3}"/>
              </a:ext>
            </a:extLst>
          </p:cNvPr>
          <p:cNvSpPr/>
          <p:nvPr/>
        </p:nvSpPr>
        <p:spPr>
          <a:xfrm rot="19577717">
            <a:off x="5496779" y="375322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31CF8D13-EA18-48A8-9837-2CAEC04DBED8}"/>
              </a:ext>
            </a:extLst>
          </p:cNvPr>
          <p:cNvSpPr/>
          <p:nvPr/>
        </p:nvSpPr>
        <p:spPr>
          <a:xfrm rot="19577717">
            <a:off x="9877893" y="53435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E68A9426-850E-4180-8F74-7C3F03A100CD}"/>
              </a:ext>
            </a:extLst>
          </p:cNvPr>
          <p:cNvSpPr/>
          <p:nvPr/>
        </p:nvSpPr>
        <p:spPr>
          <a:xfrm rot="19577717">
            <a:off x="11993117" y="459668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66E645FA-C84D-44FB-84A5-772B1204ED18}"/>
              </a:ext>
            </a:extLst>
          </p:cNvPr>
          <p:cNvSpPr/>
          <p:nvPr/>
        </p:nvSpPr>
        <p:spPr>
          <a:xfrm rot="18333733">
            <a:off x="5363494" y="496305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9756DB43-EB98-4F75-8CB5-C96B084A8BA5}"/>
              </a:ext>
            </a:extLst>
          </p:cNvPr>
          <p:cNvSpPr/>
          <p:nvPr/>
        </p:nvSpPr>
        <p:spPr>
          <a:xfrm rot="19577717">
            <a:off x="10427823" y="481763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633B0A9F-D1B7-46F4-A25E-A51B18468612}"/>
              </a:ext>
            </a:extLst>
          </p:cNvPr>
          <p:cNvSpPr/>
          <p:nvPr/>
        </p:nvSpPr>
        <p:spPr>
          <a:xfrm rot="19577717">
            <a:off x="6933365" y="473652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Felhő 99">
            <a:extLst>
              <a:ext uri="{FF2B5EF4-FFF2-40B4-BE49-F238E27FC236}">
                <a16:creationId xmlns:a16="http://schemas.microsoft.com/office/drawing/2014/main" id="{EEF66E2E-F963-4F91-9576-2809B9BC0D2B}"/>
              </a:ext>
            </a:extLst>
          </p:cNvPr>
          <p:cNvSpPr/>
          <p:nvPr/>
        </p:nvSpPr>
        <p:spPr>
          <a:xfrm>
            <a:off x="5313242" y="864518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A102F7FC-4C28-4D61-8C1B-F772321B84E8}"/>
              </a:ext>
            </a:extLst>
          </p:cNvPr>
          <p:cNvSpPr/>
          <p:nvPr/>
        </p:nvSpPr>
        <p:spPr>
          <a:xfrm rot="19577717">
            <a:off x="5951089" y="35430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5A8AD792-320F-4643-9DAF-1B897A0306A4}"/>
              </a:ext>
            </a:extLst>
          </p:cNvPr>
          <p:cNvSpPr/>
          <p:nvPr/>
        </p:nvSpPr>
        <p:spPr>
          <a:xfrm rot="19577717">
            <a:off x="11189585" y="51479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044A03CE-6907-4C67-A1ED-2E4CFB4775E6}"/>
              </a:ext>
            </a:extLst>
          </p:cNvPr>
          <p:cNvSpPr/>
          <p:nvPr/>
        </p:nvSpPr>
        <p:spPr>
          <a:xfrm rot="19577717">
            <a:off x="5320873" y="197982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D107AAA0-DDA8-4CD5-8EF6-7A558FA98582}"/>
              </a:ext>
            </a:extLst>
          </p:cNvPr>
          <p:cNvSpPr/>
          <p:nvPr/>
        </p:nvSpPr>
        <p:spPr>
          <a:xfrm rot="19577717">
            <a:off x="7042453" y="22459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10E94D23-263C-4761-ADC9-48658733F26E}"/>
              </a:ext>
            </a:extLst>
          </p:cNvPr>
          <p:cNvSpPr/>
          <p:nvPr/>
        </p:nvSpPr>
        <p:spPr>
          <a:xfrm rot="19577717">
            <a:off x="10140650" y="215585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DB194179-137D-412D-A196-7B9E9A072403}"/>
              </a:ext>
            </a:extLst>
          </p:cNvPr>
          <p:cNvSpPr/>
          <p:nvPr/>
        </p:nvSpPr>
        <p:spPr>
          <a:xfrm rot="19577717">
            <a:off x="7453855" y="192752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283DE534-D625-4B82-914B-2CB24EE39D62}"/>
              </a:ext>
            </a:extLst>
          </p:cNvPr>
          <p:cNvSpPr/>
          <p:nvPr/>
        </p:nvSpPr>
        <p:spPr>
          <a:xfrm rot="19577717">
            <a:off x="8269028" y="25850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AB0C4A69-62C9-4F7C-8AD1-9581BC331DD7}"/>
              </a:ext>
            </a:extLst>
          </p:cNvPr>
          <p:cNvSpPr/>
          <p:nvPr/>
        </p:nvSpPr>
        <p:spPr>
          <a:xfrm rot="19577717">
            <a:off x="6361431" y="19011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F2DF3C38-5D68-4B9A-B22B-C3F02D829EF3}"/>
              </a:ext>
            </a:extLst>
          </p:cNvPr>
          <p:cNvSpPr/>
          <p:nvPr/>
        </p:nvSpPr>
        <p:spPr>
          <a:xfrm rot="19577717">
            <a:off x="9207716" y="216793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23220DEB-BE6D-4CEA-9D8F-C036E8675F85}"/>
              </a:ext>
            </a:extLst>
          </p:cNvPr>
          <p:cNvSpPr/>
          <p:nvPr/>
        </p:nvSpPr>
        <p:spPr>
          <a:xfrm rot="19577717">
            <a:off x="8164369" y="18429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A315BA21-6B21-4176-A701-6B4E892517B9}"/>
              </a:ext>
            </a:extLst>
          </p:cNvPr>
          <p:cNvSpPr/>
          <p:nvPr/>
        </p:nvSpPr>
        <p:spPr>
          <a:xfrm rot="19577717">
            <a:off x="12509968" y="46055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5FF4285F-DBFA-4BF0-A600-19B2BBB48A37}"/>
              </a:ext>
            </a:extLst>
          </p:cNvPr>
          <p:cNvSpPr/>
          <p:nvPr/>
        </p:nvSpPr>
        <p:spPr>
          <a:xfrm rot="19577717">
            <a:off x="5814192" y="251365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F3E0F1E0-610C-47FF-B13E-D52BD4D05D9F}"/>
              </a:ext>
            </a:extLst>
          </p:cNvPr>
          <p:cNvSpPr/>
          <p:nvPr/>
        </p:nvSpPr>
        <p:spPr>
          <a:xfrm rot="19577717">
            <a:off x="6881582" y="27463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AED1A5FA-3660-4858-8CA5-0195E7593863}"/>
              </a:ext>
            </a:extLst>
          </p:cNvPr>
          <p:cNvSpPr/>
          <p:nvPr/>
        </p:nvSpPr>
        <p:spPr>
          <a:xfrm rot="19577717">
            <a:off x="6368982" y="317233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838B8561-93D8-472F-A3CF-AC29784F6F05}"/>
              </a:ext>
            </a:extLst>
          </p:cNvPr>
          <p:cNvSpPr/>
          <p:nvPr/>
        </p:nvSpPr>
        <p:spPr>
          <a:xfrm rot="19577717">
            <a:off x="6134627" y="45496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9AAAD214-103F-40AA-9B35-69BAC3A8D9D0}"/>
              </a:ext>
            </a:extLst>
          </p:cNvPr>
          <p:cNvSpPr/>
          <p:nvPr/>
        </p:nvSpPr>
        <p:spPr>
          <a:xfrm rot="2022283" flipH="1">
            <a:off x="7936625" y="489215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E192A69D-D36D-4D2B-A41E-26374459896B}"/>
              </a:ext>
            </a:extLst>
          </p:cNvPr>
          <p:cNvSpPr/>
          <p:nvPr/>
        </p:nvSpPr>
        <p:spPr>
          <a:xfrm rot="2022283" flipH="1">
            <a:off x="7887698" y="405548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0B240634-42C4-4884-A37B-399F6F65D3AE}"/>
              </a:ext>
            </a:extLst>
          </p:cNvPr>
          <p:cNvSpPr/>
          <p:nvPr/>
        </p:nvSpPr>
        <p:spPr>
          <a:xfrm rot="2022283" flipH="1">
            <a:off x="9081645" y="41268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CEC31DC2-B1BD-46DA-8792-EB9F78625486}"/>
              </a:ext>
            </a:extLst>
          </p:cNvPr>
          <p:cNvSpPr/>
          <p:nvPr/>
        </p:nvSpPr>
        <p:spPr>
          <a:xfrm rot="2022283" flipH="1">
            <a:off x="8187206" y="36046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Felhő 119">
            <a:extLst>
              <a:ext uri="{FF2B5EF4-FFF2-40B4-BE49-F238E27FC236}">
                <a16:creationId xmlns:a16="http://schemas.microsoft.com/office/drawing/2014/main" id="{440DB9C9-F349-42BD-B9CE-7BEDD1BF5BEE}"/>
              </a:ext>
            </a:extLst>
          </p:cNvPr>
          <p:cNvSpPr/>
          <p:nvPr/>
        </p:nvSpPr>
        <p:spPr>
          <a:xfrm>
            <a:off x="8460374" y="801301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Felhő 120">
            <a:extLst>
              <a:ext uri="{FF2B5EF4-FFF2-40B4-BE49-F238E27FC236}">
                <a16:creationId xmlns:a16="http://schemas.microsoft.com/office/drawing/2014/main" id="{040FC3E1-FC7C-4D46-B68A-89266C01D5FE}"/>
              </a:ext>
            </a:extLst>
          </p:cNvPr>
          <p:cNvSpPr/>
          <p:nvPr/>
        </p:nvSpPr>
        <p:spPr>
          <a:xfrm>
            <a:off x="10563276" y="742568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A520BB0C-FB76-4E8C-83A7-DF95F1314B26}"/>
              </a:ext>
            </a:extLst>
          </p:cNvPr>
          <p:cNvSpPr/>
          <p:nvPr/>
        </p:nvSpPr>
        <p:spPr>
          <a:xfrm rot="19577717">
            <a:off x="9861265" y="237089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C18B7181-F2CA-4F12-BC07-E3DD9022349F}"/>
              </a:ext>
            </a:extLst>
          </p:cNvPr>
          <p:cNvSpPr/>
          <p:nvPr/>
        </p:nvSpPr>
        <p:spPr>
          <a:xfrm rot="19577717">
            <a:off x="9950152" y="307638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E4CF33F9-BE65-49BC-AB77-B4D6D598C358}"/>
              </a:ext>
            </a:extLst>
          </p:cNvPr>
          <p:cNvSpPr/>
          <p:nvPr/>
        </p:nvSpPr>
        <p:spPr>
          <a:xfrm rot="19577717">
            <a:off x="9786101" y="360660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B519C2FA-2DDE-42FC-A310-638D53CC62B5}"/>
              </a:ext>
            </a:extLst>
          </p:cNvPr>
          <p:cNvSpPr/>
          <p:nvPr/>
        </p:nvSpPr>
        <p:spPr>
          <a:xfrm rot="19577717">
            <a:off x="10414929" y="201312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D3C34D09-DAC0-4611-B4DC-0E9B964B751E}"/>
              </a:ext>
            </a:extLst>
          </p:cNvPr>
          <p:cNvSpPr/>
          <p:nvPr/>
        </p:nvSpPr>
        <p:spPr>
          <a:xfrm rot="19577717">
            <a:off x="9123400" y="29903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7C7FAB4F-FDFA-4B53-8C35-896776CE0749}"/>
              </a:ext>
            </a:extLst>
          </p:cNvPr>
          <p:cNvSpPr/>
          <p:nvPr/>
        </p:nvSpPr>
        <p:spPr>
          <a:xfrm rot="19577717">
            <a:off x="10636924" y="32677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8" name="Könnycsepp 127">
            <a:extLst>
              <a:ext uri="{FF2B5EF4-FFF2-40B4-BE49-F238E27FC236}">
                <a16:creationId xmlns:a16="http://schemas.microsoft.com/office/drawing/2014/main" id="{837CDAEF-3BF2-46BE-B9F3-D5ED745253C1}"/>
              </a:ext>
            </a:extLst>
          </p:cNvPr>
          <p:cNvSpPr/>
          <p:nvPr/>
        </p:nvSpPr>
        <p:spPr>
          <a:xfrm rot="19577717">
            <a:off x="10436317" y="25281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9" name="Könnycsepp 128">
            <a:extLst>
              <a:ext uri="{FF2B5EF4-FFF2-40B4-BE49-F238E27FC236}">
                <a16:creationId xmlns:a16="http://schemas.microsoft.com/office/drawing/2014/main" id="{C03EEFBE-B90A-4777-8070-B6AA1DC4C3F2}"/>
              </a:ext>
            </a:extLst>
          </p:cNvPr>
          <p:cNvSpPr/>
          <p:nvPr/>
        </p:nvSpPr>
        <p:spPr>
          <a:xfrm rot="19577717">
            <a:off x="12309360" y="255283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0" name="Könnycsepp 129">
            <a:extLst>
              <a:ext uri="{FF2B5EF4-FFF2-40B4-BE49-F238E27FC236}">
                <a16:creationId xmlns:a16="http://schemas.microsoft.com/office/drawing/2014/main" id="{EC281C72-2653-443D-AF50-154D6298A49C}"/>
              </a:ext>
            </a:extLst>
          </p:cNvPr>
          <p:cNvSpPr/>
          <p:nvPr/>
        </p:nvSpPr>
        <p:spPr>
          <a:xfrm rot="19577717">
            <a:off x="10880329" y="23701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1" name="Könnycsepp 130">
            <a:extLst>
              <a:ext uri="{FF2B5EF4-FFF2-40B4-BE49-F238E27FC236}">
                <a16:creationId xmlns:a16="http://schemas.microsoft.com/office/drawing/2014/main" id="{EE4F824A-443C-4D93-AAC8-6283BD57036B}"/>
              </a:ext>
            </a:extLst>
          </p:cNvPr>
          <p:cNvSpPr/>
          <p:nvPr/>
        </p:nvSpPr>
        <p:spPr>
          <a:xfrm rot="19577717">
            <a:off x="9494223" y="274481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2" name="Könnycsepp 131">
            <a:extLst>
              <a:ext uri="{FF2B5EF4-FFF2-40B4-BE49-F238E27FC236}">
                <a16:creationId xmlns:a16="http://schemas.microsoft.com/office/drawing/2014/main" id="{228354C3-E102-48D0-8C86-5855EB78AE40}"/>
              </a:ext>
            </a:extLst>
          </p:cNvPr>
          <p:cNvSpPr/>
          <p:nvPr/>
        </p:nvSpPr>
        <p:spPr>
          <a:xfrm rot="19577717">
            <a:off x="11567327" y="307065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00B9A359-C71B-4328-AA81-87D8CCCA2BF8}"/>
              </a:ext>
            </a:extLst>
          </p:cNvPr>
          <p:cNvSpPr/>
          <p:nvPr/>
        </p:nvSpPr>
        <p:spPr>
          <a:xfrm rot="19577717">
            <a:off x="10146859" y="224283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4" name="Könnycsepp 133">
            <a:extLst>
              <a:ext uri="{FF2B5EF4-FFF2-40B4-BE49-F238E27FC236}">
                <a16:creationId xmlns:a16="http://schemas.microsoft.com/office/drawing/2014/main" id="{3FE836AD-B1D5-410F-A148-899F44F23916}"/>
              </a:ext>
            </a:extLst>
          </p:cNvPr>
          <p:cNvSpPr/>
          <p:nvPr/>
        </p:nvSpPr>
        <p:spPr>
          <a:xfrm rot="19577717">
            <a:off x="9042091" y="24171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2D7037A9-693E-4EA2-8F33-D54087B66C75}"/>
              </a:ext>
            </a:extLst>
          </p:cNvPr>
          <p:cNvSpPr/>
          <p:nvPr/>
        </p:nvSpPr>
        <p:spPr>
          <a:xfrm rot="19577717">
            <a:off x="7488736" y="27142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A22C19D2-C557-4D05-B5C9-082298D51A64}"/>
              </a:ext>
            </a:extLst>
          </p:cNvPr>
          <p:cNvSpPr/>
          <p:nvPr/>
        </p:nvSpPr>
        <p:spPr>
          <a:xfrm rot="19577717">
            <a:off x="5627793" y="288847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17DE1BF6-112F-4F89-A279-1C333FE027B0}"/>
              </a:ext>
            </a:extLst>
          </p:cNvPr>
          <p:cNvSpPr/>
          <p:nvPr/>
        </p:nvSpPr>
        <p:spPr>
          <a:xfrm rot="19577717">
            <a:off x="10003115" y="52752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8" name="Könnycsepp 137">
            <a:extLst>
              <a:ext uri="{FF2B5EF4-FFF2-40B4-BE49-F238E27FC236}">
                <a16:creationId xmlns:a16="http://schemas.microsoft.com/office/drawing/2014/main" id="{271B4914-D67F-4123-A7C2-9C721764F5F2}"/>
              </a:ext>
            </a:extLst>
          </p:cNvPr>
          <p:cNvSpPr/>
          <p:nvPr/>
        </p:nvSpPr>
        <p:spPr>
          <a:xfrm rot="19577717">
            <a:off x="5873223" y="43093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7D8A7213-5C2C-45AA-B1DD-77799F288711}"/>
              </a:ext>
            </a:extLst>
          </p:cNvPr>
          <p:cNvSpPr/>
          <p:nvPr/>
        </p:nvSpPr>
        <p:spPr>
          <a:xfrm rot="19577717">
            <a:off x="10866373" y="27743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D3196CD4-1BD6-4C1F-89CF-845905848427}"/>
              </a:ext>
            </a:extLst>
          </p:cNvPr>
          <p:cNvSpPr/>
          <p:nvPr/>
        </p:nvSpPr>
        <p:spPr>
          <a:xfrm rot="19577717">
            <a:off x="11395857" y="42885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15BABBE7-CBFC-4616-8073-9A5904672374}"/>
              </a:ext>
            </a:extLst>
          </p:cNvPr>
          <p:cNvSpPr/>
          <p:nvPr/>
        </p:nvSpPr>
        <p:spPr>
          <a:xfrm rot="19577717">
            <a:off x="12034466" y="230595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69F62C73-8350-4A55-AC77-7C0A25E9C460}"/>
              </a:ext>
            </a:extLst>
          </p:cNvPr>
          <p:cNvSpPr/>
          <p:nvPr/>
        </p:nvSpPr>
        <p:spPr>
          <a:xfrm rot="19577717">
            <a:off x="11334194" y="24140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Könnycsepp 142">
            <a:extLst>
              <a:ext uri="{FF2B5EF4-FFF2-40B4-BE49-F238E27FC236}">
                <a16:creationId xmlns:a16="http://schemas.microsoft.com/office/drawing/2014/main" id="{E36C943C-971C-4343-A662-29D59F8E1D99}"/>
              </a:ext>
            </a:extLst>
          </p:cNvPr>
          <p:cNvSpPr/>
          <p:nvPr/>
        </p:nvSpPr>
        <p:spPr>
          <a:xfrm rot="19577717">
            <a:off x="12257064" y="343045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27718796-FDC0-4A60-B76A-19360E68303E}"/>
              </a:ext>
            </a:extLst>
          </p:cNvPr>
          <p:cNvSpPr/>
          <p:nvPr/>
        </p:nvSpPr>
        <p:spPr>
          <a:xfrm rot="19577717">
            <a:off x="11158501" y="57805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25266FA8-3BF4-4783-A6E6-1A602920B767}"/>
              </a:ext>
            </a:extLst>
          </p:cNvPr>
          <p:cNvSpPr/>
          <p:nvPr/>
        </p:nvSpPr>
        <p:spPr>
          <a:xfrm rot="2022283" flipH="1">
            <a:off x="11672250" y="360466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6" name="Könnycsepp 145">
            <a:extLst>
              <a:ext uri="{FF2B5EF4-FFF2-40B4-BE49-F238E27FC236}">
                <a16:creationId xmlns:a16="http://schemas.microsoft.com/office/drawing/2014/main" id="{F863B035-09CE-48F0-B801-79302D0ED87F}"/>
              </a:ext>
            </a:extLst>
          </p:cNvPr>
          <p:cNvSpPr/>
          <p:nvPr/>
        </p:nvSpPr>
        <p:spPr>
          <a:xfrm rot="2022283" flipH="1">
            <a:off x="12602672" y="42241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7" name="Könnycsepp 146">
            <a:extLst>
              <a:ext uri="{FF2B5EF4-FFF2-40B4-BE49-F238E27FC236}">
                <a16:creationId xmlns:a16="http://schemas.microsoft.com/office/drawing/2014/main" id="{F25D05F8-790D-43DE-B0F2-6EC834011D27}"/>
              </a:ext>
            </a:extLst>
          </p:cNvPr>
          <p:cNvSpPr/>
          <p:nvPr/>
        </p:nvSpPr>
        <p:spPr>
          <a:xfrm rot="2022283" flipH="1">
            <a:off x="10347467" y="587905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8" name="Könnycsepp 147">
            <a:extLst>
              <a:ext uri="{FF2B5EF4-FFF2-40B4-BE49-F238E27FC236}">
                <a16:creationId xmlns:a16="http://schemas.microsoft.com/office/drawing/2014/main" id="{49E453A6-137E-40D7-8325-603CA3A794BE}"/>
              </a:ext>
            </a:extLst>
          </p:cNvPr>
          <p:cNvSpPr/>
          <p:nvPr/>
        </p:nvSpPr>
        <p:spPr>
          <a:xfrm rot="19577717">
            <a:off x="10563004" y="53559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9" name="Könnycsepp 148">
            <a:extLst>
              <a:ext uri="{FF2B5EF4-FFF2-40B4-BE49-F238E27FC236}">
                <a16:creationId xmlns:a16="http://schemas.microsoft.com/office/drawing/2014/main" id="{AF003F4C-098A-4777-AC8B-30E27191A184}"/>
              </a:ext>
            </a:extLst>
          </p:cNvPr>
          <p:cNvSpPr/>
          <p:nvPr/>
        </p:nvSpPr>
        <p:spPr>
          <a:xfrm rot="2022283" flipH="1">
            <a:off x="9869617" y="49724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0" name="Könnycsepp 149">
            <a:extLst>
              <a:ext uri="{FF2B5EF4-FFF2-40B4-BE49-F238E27FC236}">
                <a16:creationId xmlns:a16="http://schemas.microsoft.com/office/drawing/2014/main" id="{C31E3A91-4269-4368-A2F6-837F994498F3}"/>
              </a:ext>
            </a:extLst>
          </p:cNvPr>
          <p:cNvSpPr/>
          <p:nvPr/>
        </p:nvSpPr>
        <p:spPr>
          <a:xfrm rot="19577717">
            <a:off x="9853293" y="37789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1" name="Könnycsepp 150">
            <a:extLst>
              <a:ext uri="{FF2B5EF4-FFF2-40B4-BE49-F238E27FC236}">
                <a16:creationId xmlns:a16="http://schemas.microsoft.com/office/drawing/2014/main" id="{7A4CCAD1-D1F6-4EBE-80E8-8DE7ABB72979}"/>
              </a:ext>
            </a:extLst>
          </p:cNvPr>
          <p:cNvSpPr/>
          <p:nvPr/>
        </p:nvSpPr>
        <p:spPr>
          <a:xfrm rot="2022283" flipH="1">
            <a:off x="12528724" y="567844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2" name="Könnycsepp 151">
            <a:extLst>
              <a:ext uri="{FF2B5EF4-FFF2-40B4-BE49-F238E27FC236}">
                <a16:creationId xmlns:a16="http://schemas.microsoft.com/office/drawing/2014/main" id="{90CAB20B-DBAC-4A27-9A3F-06199B98D2CF}"/>
              </a:ext>
            </a:extLst>
          </p:cNvPr>
          <p:cNvSpPr/>
          <p:nvPr/>
        </p:nvSpPr>
        <p:spPr>
          <a:xfrm rot="2022283" flipH="1">
            <a:off x="7245926" y="514984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3" name="Könnycsepp 152">
            <a:extLst>
              <a:ext uri="{FF2B5EF4-FFF2-40B4-BE49-F238E27FC236}">
                <a16:creationId xmlns:a16="http://schemas.microsoft.com/office/drawing/2014/main" id="{2E890298-A7D4-440D-B603-7CCC49A549F8}"/>
              </a:ext>
            </a:extLst>
          </p:cNvPr>
          <p:cNvSpPr/>
          <p:nvPr/>
        </p:nvSpPr>
        <p:spPr>
          <a:xfrm rot="2022283" flipH="1">
            <a:off x="9328211" y="54973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4" name="Könnycsepp 153">
            <a:extLst>
              <a:ext uri="{FF2B5EF4-FFF2-40B4-BE49-F238E27FC236}">
                <a16:creationId xmlns:a16="http://schemas.microsoft.com/office/drawing/2014/main" id="{C7B6DCF8-D8BF-4761-A219-4116EFDDAE58}"/>
              </a:ext>
            </a:extLst>
          </p:cNvPr>
          <p:cNvSpPr/>
          <p:nvPr/>
        </p:nvSpPr>
        <p:spPr>
          <a:xfrm rot="18333733">
            <a:off x="5627792" y="60077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5" name="Könnycsepp 154">
            <a:extLst>
              <a:ext uri="{FF2B5EF4-FFF2-40B4-BE49-F238E27FC236}">
                <a16:creationId xmlns:a16="http://schemas.microsoft.com/office/drawing/2014/main" id="{4AA3C27D-6003-402C-8694-A17FE16BA58F}"/>
              </a:ext>
            </a:extLst>
          </p:cNvPr>
          <p:cNvSpPr/>
          <p:nvPr/>
        </p:nvSpPr>
        <p:spPr>
          <a:xfrm rot="2022283" flipH="1">
            <a:off x="7995560" y="562461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6" name="Könnycsepp 155">
            <a:extLst>
              <a:ext uri="{FF2B5EF4-FFF2-40B4-BE49-F238E27FC236}">
                <a16:creationId xmlns:a16="http://schemas.microsoft.com/office/drawing/2014/main" id="{8BB1A75F-9B5F-4F1E-B92C-ADCC4ADDBA52}"/>
              </a:ext>
            </a:extLst>
          </p:cNvPr>
          <p:cNvSpPr/>
          <p:nvPr/>
        </p:nvSpPr>
        <p:spPr>
          <a:xfrm rot="18333733">
            <a:off x="5770758" y="561208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7" name="Könnycsepp 156">
            <a:extLst>
              <a:ext uri="{FF2B5EF4-FFF2-40B4-BE49-F238E27FC236}">
                <a16:creationId xmlns:a16="http://schemas.microsoft.com/office/drawing/2014/main" id="{2624816A-FD5A-40D7-B0F8-E13CA2C1DCE5}"/>
              </a:ext>
            </a:extLst>
          </p:cNvPr>
          <p:cNvSpPr/>
          <p:nvPr/>
        </p:nvSpPr>
        <p:spPr>
          <a:xfrm rot="2022283" flipH="1">
            <a:off x="6210568" y="561858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58" name="Könnycsepp 157">
            <a:extLst>
              <a:ext uri="{FF2B5EF4-FFF2-40B4-BE49-F238E27FC236}">
                <a16:creationId xmlns:a16="http://schemas.microsoft.com/office/drawing/2014/main" id="{94C5C2E3-4D9F-4C4C-961D-601E1D0645DE}"/>
              </a:ext>
            </a:extLst>
          </p:cNvPr>
          <p:cNvSpPr/>
          <p:nvPr/>
        </p:nvSpPr>
        <p:spPr>
          <a:xfrm rot="19577717">
            <a:off x="7137298" y="581308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59" name="Csoportba foglalás 158">
            <a:extLst>
              <a:ext uri="{FF2B5EF4-FFF2-40B4-BE49-F238E27FC236}">
                <a16:creationId xmlns:a16="http://schemas.microsoft.com/office/drawing/2014/main" id="{BF457CB2-C685-4B36-AFBF-ACE6A61C603F}"/>
              </a:ext>
            </a:extLst>
          </p:cNvPr>
          <p:cNvGrpSpPr/>
          <p:nvPr/>
        </p:nvGrpSpPr>
        <p:grpSpPr>
          <a:xfrm>
            <a:off x="630902" y="6131272"/>
            <a:ext cx="11165913" cy="936521"/>
            <a:chOff x="630902" y="6131272"/>
            <a:chExt cx="11165913" cy="936521"/>
          </a:xfrm>
        </p:grpSpPr>
        <p:sp>
          <p:nvSpPr>
            <p:cNvPr id="160" name="Folyamatábra: Egyesítés 159">
              <a:extLst>
                <a:ext uri="{FF2B5EF4-FFF2-40B4-BE49-F238E27FC236}">
                  <a16:creationId xmlns:a16="http://schemas.microsoft.com/office/drawing/2014/main" id="{E7CF1B24-D110-45E0-B20D-C61D19DFAE15}"/>
                </a:ext>
              </a:extLst>
            </p:cNvPr>
            <p:cNvSpPr/>
            <p:nvPr/>
          </p:nvSpPr>
          <p:spPr>
            <a:xfrm rot="19065292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1" name="Folyamatábra: Egyesítés 160">
              <a:extLst>
                <a:ext uri="{FF2B5EF4-FFF2-40B4-BE49-F238E27FC236}">
                  <a16:creationId xmlns:a16="http://schemas.microsoft.com/office/drawing/2014/main" id="{FD589639-05F0-4E59-BFAB-8B8ECE37DFAB}"/>
                </a:ext>
              </a:extLst>
            </p:cNvPr>
            <p:cNvSpPr/>
            <p:nvPr/>
          </p:nvSpPr>
          <p:spPr>
            <a:xfrm rot="17033350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2" name="Folyamatábra: Egyesítés 161">
              <a:extLst>
                <a:ext uri="{FF2B5EF4-FFF2-40B4-BE49-F238E27FC236}">
                  <a16:creationId xmlns:a16="http://schemas.microsoft.com/office/drawing/2014/main" id="{46C09FB9-A77D-4ACB-9C17-B02E8E9488C0}"/>
                </a:ext>
              </a:extLst>
            </p:cNvPr>
            <p:cNvSpPr/>
            <p:nvPr/>
          </p:nvSpPr>
          <p:spPr>
            <a:xfrm rot="18493190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3" name="Folyamatábra: Egyesítés 162">
              <a:extLst>
                <a:ext uri="{FF2B5EF4-FFF2-40B4-BE49-F238E27FC236}">
                  <a16:creationId xmlns:a16="http://schemas.microsoft.com/office/drawing/2014/main" id="{35EE0E2F-A5AE-4298-93A4-B1CF65656D80}"/>
                </a:ext>
              </a:extLst>
            </p:cNvPr>
            <p:cNvSpPr/>
            <p:nvPr/>
          </p:nvSpPr>
          <p:spPr>
            <a:xfrm rot="16200000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4" name="Folyamatábra: Egyesítés 163">
              <a:extLst>
                <a:ext uri="{FF2B5EF4-FFF2-40B4-BE49-F238E27FC236}">
                  <a16:creationId xmlns:a16="http://schemas.microsoft.com/office/drawing/2014/main" id="{2AADA578-7EA0-4066-BF1A-B04A884E491E}"/>
                </a:ext>
              </a:extLst>
            </p:cNvPr>
            <p:cNvSpPr/>
            <p:nvPr/>
          </p:nvSpPr>
          <p:spPr>
            <a:xfrm rot="16683626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5" name="Folyamatábra: Egyesítés 164">
              <a:extLst>
                <a:ext uri="{FF2B5EF4-FFF2-40B4-BE49-F238E27FC236}">
                  <a16:creationId xmlns:a16="http://schemas.microsoft.com/office/drawing/2014/main" id="{8274BBE8-7183-4134-8991-BB7E03A8C31C}"/>
                </a:ext>
              </a:extLst>
            </p:cNvPr>
            <p:cNvSpPr/>
            <p:nvPr/>
          </p:nvSpPr>
          <p:spPr>
            <a:xfrm rot="18708393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6" name="Folyamatábra: Egyesítés 165">
              <a:extLst>
                <a:ext uri="{FF2B5EF4-FFF2-40B4-BE49-F238E27FC236}">
                  <a16:creationId xmlns:a16="http://schemas.microsoft.com/office/drawing/2014/main" id="{1039F5D0-C5D0-4F4B-A999-1B380C6D8748}"/>
                </a:ext>
              </a:extLst>
            </p:cNvPr>
            <p:cNvSpPr/>
            <p:nvPr/>
          </p:nvSpPr>
          <p:spPr>
            <a:xfrm rot="18522937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7" name="Folyamatábra: Egyesítés 166">
              <a:extLst>
                <a:ext uri="{FF2B5EF4-FFF2-40B4-BE49-F238E27FC236}">
                  <a16:creationId xmlns:a16="http://schemas.microsoft.com/office/drawing/2014/main" id="{9897C1CD-859B-4091-9EE2-51320732A065}"/>
                </a:ext>
              </a:extLst>
            </p:cNvPr>
            <p:cNvSpPr/>
            <p:nvPr/>
          </p:nvSpPr>
          <p:spPr>
            <a:xfrm rot="19328032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8" name="Folyamatábra: Egyesítés 167">
              <a:extLst>
                <a:ext uri="{FF2B5EF4-FFF2-40B4-BE49-F238E27FC236}">
                  <a16:creationId xmlns:a16="http://schemas.microsoft.com/office/drawing/2014/main" id="{BF60C0CD-8F34-4E65-ADE2-7AA6DCF0B430}"/>
                </a:ext>
              </a:extLst>
            </p:cNvPr>
            <p:cNvSpPr/>
            <p:nvPr/>
          </p:nvSpPr>
          <p:spPr>
            <a:xfrm rot="15048854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Folyamatábra: Egyesítés 168">
              <a:extLst>
                <a:ext uri="{FF2B5EF4-FFF2-40B4-BE49-F238E27FC236}">
                  <a16:creationId xmlns:a16="http://schemas.microsoft.com/office/drawing/2014/main" id="{58CB52F2-4EC6-44F2-92FD-9717207478CC}"/>
                </a:ext>
              </a:extLst>
            </p:cNvPr>
            <p:cNvSpPr/>
            <p:nvPr/>
          </p:nvSpPr>
          <p:spPr>
            <a:xfrm rot="15722902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0" name="Folyamatábra: Egyesítés 169">
              <a:extLst>
                <a:ext uri="{FF2B5EF4-FFF2-40B4-BE49-F238E27FC236}">
                  <a16:creationId xmlns:a16="http://schemas.microsoft.com/office/drawing/2014/main" id="{8DB04DAE-346B-42BB-A7C0-667DB0299453}"/>
                </a:ext>
              </a:extLst>
            </p:cNvPr>
            <p:cNvSpPr/>
            <p:nvPr/>
          </p:nvSpPr>
          <p:spPr>
            <a:xfrm rot="15608194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1" name="Folyamatábra: Egyesítés 170">
              <a:extLst>
                <a:ext uri="{FF2B5EF4-FFF2-40B4-BE49-F238E27FC236}">
                  <a16:creationId xmlns:a16="http://schemas.microsoft.com/office/drawing/2014/main" id="{BC24EF6B-1341-47F7-990B-F217BDBC11DE}"/>
                </a:ext>
              </a:extLst>
            </p:cNvPr>
            <p:cNvSpPr/>
            <p:nvPr/>
          </p:nvSpPr>
          <p:spPr>
            <a:xfrm rot="17165528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2" name="Folyamatábra: Egyesítés 171">
              <a:extLst>
                <a:ext uri="{FF2B5EF4-FFF2-40B4-BE49-F238E27FC236}">
                  <a16:creationId xmlns:a16="http://schemas.microsoft.com/office/drawing/2014/main" id="{7792F088-461D-4F2B-914A-37B390557385}"/>
                </a:ext>
              </a:extLst>
            </p:cNvPr>
            <p:cNvSpPr/>
            <p:nvPr/>
          </p:nvSpPr>
          <p:spPr>
            <a:xfrm rot="15677015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408194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" name="Csoportba foglalás 159">
            <a:extLst>
              <a:ext uri="{FF2B5EF4-FFF2-40B4-BE49-F238E27FC236}">
                <a16:creationId xmlns:a16="http://schemas.microsoft.com/office/drawing/2014/main" id="{B25C4815-7174-420B-9183-CD0BD07D645F}"/>
              </a:ext>
            </a:extLst>
          </p:cNvPr>
          <p:cNvGrpSpPr/>
          <p:nvPr/>
        </p:nvGrpSpPr>
        <p:grpSpPr>
          <a:xfrm>
            <a:off x="2373161" y="5262374"/>
            <a:ext cx="2225019" cy="1474687"/>
            <a:chOff x="-1940302" y="5316774"/>
            <a:chExt cx="2225019" cy="1474687"/>
          </a:xfrm>
        </p:grpSpPr>
        <p:sp>
          <p:nvSpPr>
            <p:cNvPr id="161" name="Téglalap 160">
              <a:extLst>
                <a:ext uri="{FF2B5EF4-FFF2-40B4-BE49-F238E27FC236}">
                  <a16:creationId xmlns:a16="http://schemas.microsoft.com/office/drawing/2014/main" id="{3372B5D9-849A-4A44-B4F0-679FBAA04009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2" name="Folyamatábra: Kézi művelet 161">
              <a:extLst>
                <a:ext uri="{FF2B5EF4-FFF2-40B4-BE49-F238E27FC236}">
                  <a16:creationId xmlns:a16="http://schemas.microsoft.com/office/drawing/2014/main" id="{3F10BACC-BC9C-4235-8932-B5DBC18B5E60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3" name="Háromszög 162">
              <a:extLst>
                <a:ext uri="{FF2B5EF4-FFF2-40B4-BE49-F238E27FC236}">
                  <a16:creationId xmlns:a16="http://schemas.microsoft.com/office/drawing/2014/main" id="{1AA6169D-A177-4DBB-AEB6-A32A53A24809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64" name="Picture 2" descr="Forráskép megtekintése">
              <a:extLst>
                <a:ext uri="{FF2B5EF4-FFF2-40B4-BE49-F238E27FC236}">
                  <a16:creationId xmlns:a16="http://schemas.microsoft.com/office/drawing/2014/main" id="{FB07EE44-3802-4C7F-B69E-DF1C5AEC44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4B211F13-8AF3-467F-AD8C-716A8822B55F}"/>
              </a:ext>
            </a:extLst>
          </p:cNvPr>
          <p:cNvSpPr/>
          <p:nvPr/>
        </p:nvSpPr>
        <p:spPr>
          <a:xfrm rot="19577717">
            <a:off x="9915020" y="29139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79696844-D6F3-4EF1-ABE8-9278957EF5A6}"/>
              </a:ext>
            </a:extLst>
          </p:cNvPr>
          <p:cNvSpPr/>
          <p:nvPr/>
        </p:nvSpPr>
        <p:spPr>
          <a:xfrm rot="19577717">
            <a:off x="10735202" y="31878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63FCBFA4-41DB-4053-9FA2-2A68760892B4}"/>
              </a:ext>
            </a:extLst>
          </p:cNvPr>
          <p:cNvSpPr/>
          <p:nvPr/>
        </p:nvSpPr>
        <p:spPr>
          <a:xfrm rot="19577717">
            <a:off x="10035201" y="312999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02C2C84C-D34E-4C71-ACD7-D978BD9BAE64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C9C9488C-CADF-4A54-B9F0-D3A7F31DC367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F1CF4D97-45EB-44FE-99B2-AE5F2FB4FB06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5DD82AB2-5F0A-42BC-AF3D-4B18F8BBBAB4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4D4D46B7-61D7-4BDC-91CE-50415B1A30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F0908C36-9392-4DBD-9BE3-DA3FA6EDEC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164DB41E-1014-44AD-A1F3-102EBABF6A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F111D47A-7284-4510-BA15-D2DD4E1F3C4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5CCC6D94-4E2C-47A5-8F90-14F1327BA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A3B3AC31-2F1F-4187-A02A-9F1D87AD5F52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A224FA91-0105-492B-9CF1-0581F09C2E4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E5D9761C-4645-4524-AB11-2EB2D08F35E4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7" name="Csoportba foglalás 16">
            <a:extLst>
              <a:ext uri="{FF2B5EF4-FFF2-40B4-BE49-F238E27FC236}">
                <a16:creationId xmlns:a16="http://schemas.microsoft.com/office/drawing/2014/main" id="{8F1F2FDC-DF24-4622-BC98-3194F9D1A085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18" name="Csoportba foglalás 17">
              <a:extLst>
                <a:ext uri="{FF2B5EF4-FFF2-40B4-BE49-F238E27FC236}">
                  <a16:creationId xmlns:a16="http://schemas.microsoft.com/office/drawing/2014/main" id="{4400541F-939B-48D1-A405-17476AE4BF7C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60" name="Csoportba foglalás 59">
                <a:extLst>
                  <a:ext uri="{FF2B5EF4-FFF2-40B4-BE49-F238E27FC236}">
                    <a16:creationId xmlns:a16="http://schemas.microsoft.com/office/drawing/2014/main" id="{0D0E3323-34C4-4C2D-A8F6-A111A4A26F20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63" name="Derékszögű háromszög 62">
                  <a:extLst>
                    <a:ext uri="{FF2B5EF4-FFF2-40B4-BE49-F238E27FC236}">
                      <a16:creationId xmlns:a16="http://schemas.microsoft.com/office/drawing/2014/main" id="{15FB566B-58DF-4C0B-A4D0-9A8E79E151D2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4" name="Derékszögű háromszög 63">
                  <a:extLst>
                    <a:ext uri="{FF2B5EF4-FFF2-40B4-BE49-F238E27FC236}">
                      <a16:creationId xmlns:a16="http://schemas.microsoft.com/office/drawing/2014/main" id="{13837E53-AF5E-400B-BFEC-F32B69E62BF6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Téglalap 15">
                  <a:extLst>
                    <a:ext uri="{FF2B5EF4-FFF2-40B4-BE49-F238E27FC236}">
                      <a16:creationId xmlns:a16="http://schemas.microsoft.com/office/drawing/2014/main" id="{354EDF66-F6B8-4616-B993-6D40DFC08364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Folyamatábra: Tárolt adat 17">
                  <a:extLst>
                    <a:ext uri="{FF2B5EF4-FFF2-40B4-BE49-F238E27FC236}">
                      <a16:creationId xmlns:a16="http://schemas.microsoft.com/office/drawing/2014/main" id="{A59E2A1C-98E7-42D1-9A13-81D2CCE40849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7" name="Derékszögű háromszög 66">
                  <a:extLst>
                    <a:ext uri="{FF2B5EF4-FFF2-40B4-BE49-F238E27FC236}">
                      <a16:creationId xmlns:a16="http://schemas.microsoft.com/office/drawing/2014/main" id="{B1111B55-C9A2-4FC1-850E-552BB2A04A9C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Romboid 67">
                  <a:extLst>
                    <a:ext uri="{FF2B5EF4-FFF2-40B4-BE49-F238E27FC236}">
                      <a16:creationId xmlns:a16="http://schemas.microsoft.com/office/drawing/2014/main" id="{45CD5CF5-2690-45DA-8F33-C2ACCD100791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Téglalap 68">
                  <a:extLst>
                    <a:ext uri="{FF2B5EF4-FFF2-40B4-BE49-F238E27FC236}">
                      <a16:creationId xmlns:a16="http://schemas.microsoft.com/office/drawing/2014/main" id="{34542C3D-7F2D-413A-848D-3DC756707BEB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0" name="Téglalap: lekerekített 69">
                  <a:extLst>
                    <a:ext uri="{FF2B5EF4-FFF2-40B4-BE49-F238E27FC236}">
                      <a16:creationId xmlns:a16="http://schemas.microsoft.com/office/drawing/2014/main" id="{9080D966-44B9-42AE-B29F-C534966CCE7C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1" name="Téglalap: lekerekített 70">
                  <a:extLst>
                    <a:ext uri="{FF2B5EF4-FFF2-40B4-BE49-F238E27FC236}">
                      <a16:creationId xmlns:a16="http://schemas.microsoft.com/office/drawing/2014/main" id="{BDA4B76C-7A12-4DBE-BF5F-926F760D316B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2" name="Téglalap: lekerekített 71">
                  <a:extLst>
                    <a:ext uri="{FF2B5EF4-FFF2-40B4-BE49-F238E27FC236}">
                      <a16:creationId xmlns:a16="http://schemas.microsoft.com/office/drawing/2014/main" id="{29E5BBAA-E378-4E64-A131-72CC500A11AB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3" name="Téglalap: lekerekített 72">
                  <a:extLst>
                    <a:ext uri="{FF2B5EF4-FFF2-40B4-BE49-F238E27FC236}">
                      <a16:creationId xmlns:a16="http://schemas.microsoft.com/office/drawing/2014/main" id="{84DA274A-557E-4F08-B63C-8CBBEE3B890E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Téglalap: lekerekített 73">
                  <a:extLst>
                    <a:ext uri="{FF2B5EF4-FFF2-40B4-BE49-F238E27FC236}">
                      <a16:creationId xmlns:a16="http://schemas.microsoft.com/office/drawing/2014/main" id="{492E6D44-DD80-455A-BC7E-1654AD9BEC60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: lekerekített 74">
                  <a:extLst>
                    <a:ext uri="{FF2B5EF4-FFF2-40B4-BE49-F238E27FC236}">
                      <a16:creationId xmlns:a16="http://schemas.microsoft.com/office/drawing/2014/main" id="{84B9BADE-3B58-436D-ADAF-87C671F83BEB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61" name="Picture 2" descr="Forráskép megtekintése">
                <a:extLst>
                  <a:ext uri="{FF2B5EF4-FFF2-40B4-BE49-F238E27FC236}">
                    <a16:creationId xmlns:a16="http://schemas.microsoft.com/office/drawing/2014/main" id="{4E4306A3-D0D1-4673-AE09-EDDF93677D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2" name="Picture 6" descr="Forráskép megtekintése">
                <a:extLst>
                  <a:ext uri="{FF2B5EF4-FFF2-40B4-BE49-F238E27FC236}">
                    <a16:creationId xmlns:a16="http://schemas.microsoft.com/office/drawing/2014/main" id="{DAC6E68B-BA37-4C7C-A384-40B3831AD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9" name="Csoportba foglalás 18">
              <a:extLst>
                <a:ext uri="{FF2B5EF4-FFF2-40B4-BE49-F238E27FC236}">
                  <a16:creationId xmlns:a16="http://schemas.microsoft.com/office/drawing/2014/main" id="{A5F7EE1E-AB32-42E0-9932-E3B9E13D0D8B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48" name="Csoportba foglalás 47">
                <a:extLst>
                  <a:ext uri="{FF2B5EF4-FFF2-40B4-BE49-F238E27FC236}">
                    <a16:creationId xmlns:a16="http://schemas.microsoft.com/office/drawing/2014/main" id="{6574968B-A7E9-4B95-84DC-4D0AA2D769F3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51" name="Henger 50">
                  <a:extLst>
                    <a:ext uri="{FF2B5EF4-FFF2-40B4-BE49-F238E27FC236}">
                      <a16:creationId xmlns:a16="http://schemas.microsoft.com/office/drawing/2014/main" id="{AF62D4D3-E696-408E-8EEB-427DD677E964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BA183A94-72A0-4FDA-98E8-0388D7CD2FCC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3" name="Téglalap 52">
                  <a:extLst>
                    <a:ext uri="{FF2B5EF4-FFF2-40B4-BE49-F238E27FC236}">
                      <a16:creationId xmlns:a16="http://schemas.microsoft.com/office/drawing/2014/main" id="{B512B199-8548-4458-87BA-FFD7A63E4E34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7F2EA6C6-369E-4967-A3B6-A6BDFDFECD8A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710F22FD-2685-4306-BC79-6035253765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F5843979-F7A1-4C07-BBE6-0E4B7BFCEC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DD229A3F-87D7-4B94-9A88-9B5753F40F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0A522DC3-74DD-42F5-A4D4-71DAF667E6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9" name="Ellipszis 58">
                  <a:extLst>
                    <a:ext uri="{FF2B5EF4-FFF2-40B4-BE49-F238E27FC236}">
                      <a16:creationId xmlns:a16="http://schemas.microsoft.com/office/drawing/2014/main" id="{D0851474-4C41-4404-BC05-C410CDC6016F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49" name="Egyenes összekötő 48">
                <a:extLst>
                  <a:ext uri="{FF2B5EF4-FFF2-40B4-BE49-F238E27FC236}">
                    <a16:creationId xmlns:a16="http://schemas.microsoft.com/office/drawing/2014/main" id="{8EEDA23E-F3AE-4CA8-B534-CB44586FF8B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0" name="Egyenes összekötő 49">
                <a:extLst>
                  <a:ext uri="{FF2B5EF4-FFF2-40B4-BE49-F238E27FC236}">
                    <a16:creationId xmlns:a16="http://schemas.microsoft.com/office/drawing/2014/main" id="{64FF6CA4-E0FB-4E0C-8137-F2B9802C1D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20" name="Csoportba foglalás 19">
              <a:extLst>
                <a:ext uri="{FF2B5EF4-FFF2-40B4-BE49-F238E27FC236}">
                  <a16:creationId xmlns:a16="http://schemas.microsoft.com/office/drawing/2014/main" id="{38D919A5-04F5-4235-A22B-37C3F5609D76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38" name="Henger 37">
                <a:extLst>
                  <a:ext uri="{FF2B5EF4-FFF2-40B4-BE49-F238E27FC236}">
                    <a16:creationId xmlns:a16="http://schemas.microsoft.com/office/drawing/2014/main" id="{CEB2C3B9-5228-4670-9BA3-3F0DEC31DA5C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39" name="Csoportba foglalás 38">
                <a:extLst>
                  <a:ext uri="{FF2B5EF4-FFF2-40B4-BE49-F238E27FC236}">
                    <a16:creationId xmlns:a16="http://schemas.microsoft.com/office/drawing/2014/main" id="{9FFEA218-2252-4E0A-8C1A-6E7790B16C3F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CDC6ACFF-D21D-4498-9358-20C0A001E902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3A8F6D0D-10A1-4532-82D0-4B20978847D3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43" name="Egyenes összekötő 42">
                  <a:extLst>
                    <a:ext uri="{FF2B5EF4-FFF2-40B4-BE49-F238E27FC236}">
                      <a16:creationId xmlns:a16="http://schemas.microsoft.com/office/drawing/2014/main" id="{D44C67EE-AFCF-4EF6-80C5-FB016F79EFC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Egyenes összekötő 43">
                  <a:extLst>
                    <a:ext uri="{FF2B5EF4-FFF2-40B4-BE49-F238E27FC236}">
                      <a16:creationId xmlns:a16="http://schemas.microsoft.com/office/drawing/2014/main" id="{E33BC606-2DC4-4BA6-AD93-1BF8422EE0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Egyenes összekötő 44">
                  <a:extLst>
                    <a:ext uri="{FF2B5EF4-FFF2-40B4-BE49-F238E27FC236}">
                      <a16:creationId xmlns:a16="http://schemas.microsoft.com/office/drawing/2014/main" id="{7E5B34E3-C23A-4442-94E0-80314F5876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Egyenes összekötő 45">
                  <a:extLst>
                    <a:ext uri="{FF2B5EF4-FFF2-40B4-BE49-F238E27FC236}">
                      <a16:creationId xmlns:a16="http://schemas.microsoft.com/office/drawing/2014/main" id="{5BF19617-EE5E-4286-83D2-99FFD0E4DD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FC63E1DF-FA87-4391-B4FF-E0982FC218C4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0" name="Téglalap 39">
                <a:extLst>
                  <a:ext uri="{FF2B5EF4-FFF2-40B4-BE49-F238E27FC236}">
                    <a16:creationId xmlns:a16="http://schemas.microsoft.com/office/drawing/2014/main" id="{8C35E3CC-89CD-4CFB-8909-687A355A9B9A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1" name="Csoportba foglalás 20">
              <a:extLst>
                <a:ext uri="{FF2B5EF4-FFF2-40B4-BE49-F238E27FC236}">
                  <a16:creationId xmlns:a16="http://schemas.microsoft.com/office/drawing/2014/main" id="{5A83ED94-7950-4276-9216-0052D62D539F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22" name="Csoportba foglalás 21">
                <a:extLst>
                  <a:ext uri="{FF2B5EF4-FFF2-40B4-BE49-F238E27FC236}">
                    <a16:creationId xmlns:a16="http://schemas.microsoft.com/office/drawing/2014/main" id="{1CF3EB7C-26B6-4DDF-B481-53DB88D881E8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30" name="Henger 29">
                  <a:extLst>
                    <a:ext uri="{FF2B5EF4-FFF2-40B4-BE49-F238E27FC236}">
                      <a16:creationId xmlns:a16="http://schemas.microsoft.com/office/drawing/2014/main" id="{13B1F0DB-D8BD-4DC8-AE44-73A47C61084F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1" name="Ellipszis 30">
                  <a:extLst>
                    <a:ext uri="{FF2B5EF4-FFF2-40B4-BE49-F238E27FC236}">
                      <a16:creationId xmlns:a16="http://schemas.microsoft.com/office/drawing/2014/main" id="{2CEA1C03-748E-4927-BC4E-17ADE482099B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2" name="Ív 31">
                  <a:extLst>
                    <a:ext uri="{FF2B5EF4-FFF2-40B4-BE49-F238E27FC236}">
                      <a16:creationId xmlns:a16="http://schemas.microsoft.com/office/drawing/2014/main" id="{12C75AFA-3C82-45A9-B342-3938B65C3E72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33" name="Picture 2" descr="Forráskép megtekintése">
                  <a:extLst>
                    <a:ext uri="{FF2B5EF4-FFF2-40B4-BE49-F238E27FC236}">
                      <a16:creationId xmlns:a16="http://schemas.microsoft.com/office/drawing/2014/main" id="{C36B86AA-5296-438D-B51E-E48DE33F954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34" name="Téglalap 33">
                  <a:extLst>
                    <a:ext uri="{FF2B5EF4-FFF2-40B4-BE49-F238E27FC236}">
                      <a16:creationId xmlns:a16="http://schemas.microsoft.com/office/drawing/2014/main" id="{24D7907C-EAB5-455F-B6B4-97F7D4FEF20C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5" name="Csillag: 4 ágú 34">
                  <a:extLst>
                    <a:ext uri="{FF2B5EF4-FFF2-40B4-BE49-F238E27FC236}">
                      <a16:creationId xmlns:a16="http://schemas.microsoft.com/office/drawing/2014/main" id="{68016BD4-44A7-4655-8FDE-634979B0F889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6" name="Szabadkézi sokszög: alakzat 35">
                  <a:extLst>
                    <a:ext uri="{FF2B5EF4-FFF2-40B4-BE49-F238E27FC236}">
                      <a16:creationId xmlns:a16="http://schemas.microsoft.com/office/drawing/2014/main" id="{13AE3F18-0588-4AEF-843F-5492C9624161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7" name="Ellipszis 36">
                  <a:extLst>
                    <a:ext uri="{FF2B5EF4-FFF2-40B4-BE49-F238E27FC236}">
                      <a16:creationId xmlns:a16="http://schemas.microsoft.com/office/drawing/2014/main" id="{FA18DBF2-03DC-4286-98D1-8F8C111B8762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23" name="Ellipszis 22">
                <a:extLst>
                  <a:ext uri="{FF2B5EF4-FFF2-40B4-BE49-F238E27FC236}">
                    <a16:creationId xmlns:a16="http://schemas.microsoft.com/office/drawing/2014/main" id="{46EACA23-C4B8-47F9-B784-61E35FE2E315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" name="Ellipszis 23">
                <a:extLst>
                  <a:ext uri="{FF2B5EF4-FFF2-40B4-BE49-F238E27FC236}">
                    <a16:creationId xmlns:a16="http://schemas.microsoft.com/office/drawing/2014/main" id="{3D88F22D-0355-4CE0-9182-D199D33E4A90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557845CA-B8CE-498D-BC23-55FFBF8436F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13FADA6D-225B-4635-99C0-E77B4D9E51CC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D38A5A3E-F022-49BF-BA1C-E5E827B8D1ED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28" name="Kép 27">
                <a:extLst>
                  <a:ext uri="{FF2B5EF4-FFF2-40B4-BE49-F238E27FC236}">
                    <a16:creationId xmlns:a16="http://schemas.microsoft.com/office/drawing/2014/main" id="{48795ADB-05A3-4118-9AB9-6BB80621E3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13E2C4C4-84C2-4855-80A5-CEFC7D1EF1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76" name="Könnycsepp 75">
            <a:extLst>
              <a:ext uri="{FF2B5EF4-FFF2-40B4-BE49-F238E27FC236}">
                <a16:creationId xmlns:a16="http://schemas.microsoft.com/office/drawing/2014/main" id="{24097947-5599-4274-97AA-0542C9719AC1}"/>
              </a:ext>
            </a:extLst>
          </p:cNvPr>
          <p:cNvSpPr/>
          <p:nvPr/>
        </p:nvSpPr>
        <p:spPr>
          <a:xfrm rot="19577717">
            <a:off x="7441235" y="24311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8" name="Könnycsepp 77">
            <a:extLst>
              <a:ext uri="{FF2B5EF4-FFF2-40B4-BE49-F238E27FC236}">
                <a16:creationId xmlns:a16="http://schemas.microsoft.com/office/drawing/2014/main" id="{4095FC94-B5C3-448C-9762-E7709591CB9E}"/>
              </a:ext>
            </a:extLst>
          </p:cNvPr>
          <p:cNvSpPr/>
          <p:nvPr/>
        </p:nvSpPr>
        <p:spPr>
          <a:xfrm rot="19577717">
            <a:off x="7540035" y="42097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9" name="Könnycsepp 78">
            <a:extLst>
              <a:ext uri="{FF2B5EF4-FFF2-40B4-BE49-F238E27FC236}">
                <a16:creationId xmlns:a16="http://schemas.microsoft.com/office/drawing/2014/main" id="{A0CB283B-F44F-4798-A62A-9B77A330E0B3}"/>
              </a:ext>
            </a:extLst>
          </p:cNvPr>
          <p:cNvSpPr/>
          <p:nvPr/>
        </p:nvSpPr>
        <p:spPr>
          <a:xfrm rot="19577717">
            <a:off x="10688466" y="239962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0" name="Könnycsepp 79">
            <a:extLst>
              <a:ext uri="{FF2B5EF4-FFF2-40B4-BE49-F238E27FC236}">
                <a16:creationId xmlns:a16="http://schemas.microsoft.com/office/drawing/2014/main" id="{6659FE35-7059-450D-A439-FBE7ECC2AA4F}"/>
              </a:ext>
            </a:extLst>
          </p:cNvPr>
          <p:cNvSpPr/>
          <p:nvPr/>
        </p:nvSpPr>
        <p:spPr>
          <a:xfrm rot="19577717">
            <a:off x="6849220" y="20157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1" name="Könnycsepp 80">
            <a:extLst>
              <a:ext uri="{FF2B5EF4-FFF2-40B4-BE49-F238E27FC236}">
                <a16:creationId xmlns:a16="http://schemas.microsoft.com/office/drawing/2014/main" id="{A11357B7-3AD1-4291-84DE-6F1C437B7317}"/>
              </a:ext>
            </a:extLst>
          </p:cNvPr>
          <p:cNvSpPr/>
          <p:nvPr/>
        </p:nvSpPr>
        <p:spPr>
          <a:xfrm rot="19577717">
            <a:off x="6355841" y="37713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2" name="Könnycsepp 81">
            <a:extLst>
              <a:ext uri="{FF2B5EF4-FFF2-40B4-BE49-F238E27FC236}">
                <a16:creationId xmlns:a16="http://schemas.microsoft.com/office/drawing/2014/main" id="{79967FE5-5073-4A71-8513-C678DFFCA981}"/>
              </a:ext>
            </a:extLst>
          </p:cNvPr>
          <p:cNvSpPr/>
          <p:nvPr/>
        </p:nvSpPr>
        <p:spPr>
          <a:xfrm rot="19577717">
            <a:off x="10736955" y="53616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4" name="Könnycsepp 83">
            <a:extLst>
              <a:ext uri="{FF2B5EF4-FFF2-40B4-BE49-F238E27FC236}">
                <a16:creationId xmlns:a16="http://schemas.microsoft.com/office/drawing/2014/main" id="{D398E3DD-2015-4709-8897-E42A4C8CA415}"/>
              </a:ext>
            </a:extLst>
          </p:cNvPr>
          <p:cNvSpPr/>
          <p:nvPr/>
        </p:nvSpPr>
        <p:spPr>
          <a:xfrm rot="18333733">
            <a:off x="6222556" y="49811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6" name="Könnycsepp 85">
            <a:extLst>
              <a:ext uri="{FF2B5EF4-FFF2-40B4-BE49-F238E27FC236}">
                <a16:creationId xmlns:a16="http://schemas.microsoft.com/office/drawing/2014/main" id="{CEB74F28-A95E-449A-BFC6-29E5B87E16C9}"/>
              </a:ext>
            </a:extLst>
          </p:cNvPr>
          <p:cNvSpPr/>
          <p:nvPr/>
        </p:nvSpPr>
        <p:spPr>
          <a:xfrm rot="19577717">
            <a:off x="7792427" y="47546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Felhő 86">
            <a:extLst>
              <a:ext uri="{FF2B5EF4-FFF2-40B4-BE49-F238E27FC236}">
                <a16:creationId xmlns:a16="http://schemas.microsoft.com/office/drawing/2014/main" id="{C1B11BDF-7A17-4533-92DB-A044A999EB0C}"/>
              </a:ext>
            </a:extLst>
          </p:cNvPr>
          <p:cNvSpPr/>
          <p:nvPr/>
        </p:nvSpPr>
        <p:spPr>
          <a:xfrm>
            <a:off x="6638249" y="1023006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Könnycsepp 87">
            <a:extLst>
              <a:ext uri="{FF2B5EF4-FFF2-40B4-BE49-F238E27FC236}">
                <a16:creationId xmlns:a16="http://schemas.microsoft.com/office/drawing/2014/main" id="{89D1AFFF-882A-4288-BFE9-0BE262F9924F}"/>
              </a:ext>
            </a:extLst>
          </p:cNvPr>
          <p:cNvSpPr/>
          <p:nvPr/>
        </p:nvSpPr>
        <p:spPr>
          <a:xfrm rot="19577717">
            <a:off x="6810151" y="35611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0265C0E5-4D5F-48DA-B50D-E88AEF641DE3}"/>
              </a:ext>
            </a:extLst>
          </p:cNvPr>
          <p:cNvSpPr/>
          <p:nvPr/>
        </p:nvSpPr>
        <p:spPr>
          <a:xfrm rot="19577717">
            <a:off x="6179935" y="199796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6277AC81-15B4-48AE-88A9-CFAFD9DC6AB9}"/>
              </a:ext>
            </a:extLst>
          </p:cNvPr>
          <p:cNvSpPr/>
          <p:nvPr/>
        </p:nvSpPr>
        <p:spPr>
          <a:xfrm rot="19577717">
            <a:off x="7901515" y="226408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BDE86FEC-7DD6-4171-BCCA-3C1B2BC4DA63}"/>
              </a:ext>
            </a:extLst>
          </p:cNvPr>
          <p:cNvSpPr/>
          <p:nvPr/>
        </p:nvSpPr>
        <p:spPr>
          <a:xfrm rot="19577717">
            <a:off x="11766035" y="20094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93864F9B-0051-4068-AF77-16C4B82F03E1}"/>
              </a:ext>
            </a:extLst>
          </p:cNvPr>
          <p:cNvSpPr/>
          <p:nvPr/>
        </p:nvSpPr>
        <p:spPr>
          <a:xfrm rot="19577717">
            <a:off x="8312917" y="19456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49E64D82-95B6-4AF6-AA0E-11D1F487FB4E}"/>
              </a:ext>
            </a:extLst>
          </p:cNvPr>
          <p:cNvSpPr/>
          <p:nvPr/>
        </p:nvSpPr>
        <p:spPr>
          <a:xfrm rot="19577717">
            <a:off x="9128090" y="26032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46F9AB4A-E6A2-411C-AF2E-8BCD2CB90502}"/>
              </a:ext>
            </a:extLst>
          </p:cNvPr>
          <p:cNvSpPr/>
          <p:nvPr/>
        </p:nvSpPr>
        <p:spPr>
          <a:xfrm rot="19577717">
            <a:off x="7220493" y="19192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39D3B997-A60F-40BD-B92B-BB3339FB76E0}"/>
              </a:ext>
            </a:extLst>
          </p:cNvPr>
          <p:cNvSpPr/>
          <p:nvPr/>
        </p:nvSpPr>
        <p:spPr>
          <a:xfrm rot="19577717">
            <a:off x="10066778" y="218607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8D8F4957-42C1-4944-B8BB-8B880E221CD1}"/>
              </a:ext>
            </a:extLst>
          </p:cNvPr>
          <p:cNvSpPr/>
          <p:nvPr/>
        </p:nvSpPr>
        <p:spPr>
          <a:xfrm rot="19577717">
            <a:off x="9023431" y="18610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3F1218E9-8D74-4AB0-9E4B-931C9717B546}"/>
              </a:ext>
            </a:extLst>
          </p:cNvPr>
          <p:cNvSpPr/>
          <p:nvPr/>
        </p:nvSpPr>
        <p:spPr>
          <a:xfrm rot="19577717">
            <a:off x="6673254" y="253179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Könnycsepp 99">
            <a:extLst>
              <a:ext uri="{FF2B5EF4-FFF2-40B4-BE49-F238E27FC236}">
                <a16:creationId xmlns:a16="http://schemas.microsoft.com/office/drawing/2014/main" id="{C8FE4FAA-BDDF-4452-A579-A0BC94D6C6B0}"/>
              </a:ext>
            </a:extLst>
          </p:cNvPr>
          <p:cNvSpPr/>
          <p:nvPr/>
        </p:nvSpPr>
        <p:spPr>
          <a:xfrm rot="19577717">
            <a:off x="8207713" y="36689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8128EDF6-EDF3-4127-B8AB-BA1B88B748F6}"/>
              </a:ext>
            </a:extLst>
          </p:cNvPr>
          <p:cNvSpPr/>
          <p:nvPr/>
        </p:nvSpPr>
        <p:spPr>
          <a:xfrm rot="19577717">
            <a:off x="7228044" y="319047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Könnycsepp 101">
            <a:extLst>
              <a:ext uri="{FF2B5EF4-FFF2-40B4-BE49-F238E27FC236}">
                <a16:creationId xmlns:a16="http://schemas.microsoft.com/office/drawing/2014/main" id="{AED7BBF4-B9EA-4782-BC1F-DBD2C28BD676}"/>
              </a:ext>
            </a:extLst>
          </p:cNvPr>
          <p:cNvSpPr/>
          <p:nvPr/>
        </p:nvSpPr>
        <p:spPr>
          <a:xfrm rot="19577717">
            <a:off x="6993689" y="45677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92841412-491F-44D2-A0A7-59B863D31164}"/>
              </a:ext>
            </a:extLst>
          </p:cNvPr>
          <p:cNvSpPr/>
          <p:nvPr/>
        </p:nvSpPr>
        <p:spPr>
          <a:xfrm rot="2022283" flipH="1">
            <a:off x="9437004" y="544445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EE91A861-06A8-4FEA-A566-B6EFDF533BC1}"/>
              </a:ext>
            </a:extLst>
          </p:cNvPr>
          <p:cNvSpPr/>
          <p:nvPr/>
        </p:nvSpPr>
        <p:spPr>
          <a:xfrm rot="2022283" flipH="1">
            <a:off x="8713474" y="49972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7ED6A2B5-E63C-4F6C-9240-35D5F8797305}"/>
              </a:ext>
            </a:extLst>
          </p:cNvPr>
          <p:cNvSpPr/>
          <p:nvPr/>
        </p:nvSpPr>
        <p:spPr>
          <a:xfrm rot="2022283" flipH="1">
            <a:off x="9940707" y="41449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124EB99F-747B-4D71-B86C-E635410DA1B9}"/>
              </a:ext>
            </a:extLst>
          </p:cNvPr>
          <p:cNvSpPr/>
          <p:nvPr/>
        </p:nvSpPr>
        <p:spPr>
          <a:xfrm rot="2022283" flipH="1">
            <a:off x="9532346" y="45938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Felhő 106">
            <a:extLst>
              <a:ext uri="{FF2B5EF4-FFF2-40B4-BE49-F238E27FC236}">
                <a16:creationId xmlns:a16="http://schemas.microsoft.com/office/drawing/2014/main" id="{9CF34C06-8D24-47A2-BD0B-7AD26E596688}"/>
              </a:ext>
            </a:extLst>
          </p:cNvPr>
          <p:cNvSpPr/>
          <p:nvPr/>
        </p:nvSpPr>
        <p:spPr>
          <a:xfrm>
            <a:off x="9581657" y="958865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1297D49F-E3E4-479D-8DF1-12A6491A2D15}"/>
              </a:ext>
            </a:extLst>
          </p:cNvPr>
          <p:cNvSpPr/>
          <p:nvPr/>
        </p:nvSpPr>
        <p:spPr>
          <a:xfrm rot="19577717">
            <a:off x="10720327" y="238902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10096AD2-02F9-4926-9067-8B3AA74ED3B1}"/>
              </a:ext>
            </a:extLst>
          </p:cNvPr>
          <p:cNvSpPr/>
          <p:nvPr/>
        </p:nvSpPr>
        <p:spPr>
          <a:xfrm rot="19577717">
            <a:off x="11098358" y="423295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A69D2279-CF3B-45E8-BE45-2D16D7CA031B}"/>
              </a:ext>
            </a:extLst>
          </p:cNvPr>
          <p:cNvSpPr/>
          <p:nvPr/>
        </p:nvSpPr>
        <p:spPr>
          <a:xfrm rot="19577717">
            <a:off x="10645163" y="362473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43E5D42B-5EB1-4F7A-8D22-A33AEC0EFA89}"/>
              </a:ext>
            </a:extLst>
          </p:cNvPr>
          <p:cNvSpPr/>
          <p:nvPr/>
        </p:nvSpPr>
        <p:spPr>
          <a:xfrm rot="19577717">
            <a:off x="9982462" y="30085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2D02678C-87ED-43DC-BC67-BE3CEF8639E7}"/>
              </a:ext>
            </a:extLst>
          </p:cNvPr>
          <p:cNvSpPr/>
          <p:nvPr/>
        </p:nvSpPr>
        <p:spPr>
          <a:xfrm rot="19577717">
            <a:off x="10636924" y="32677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3B6EFCFB-8241-48AB-AC97-BE6A2A3A0A8F}"/>
              </a:ext>
            </a:extLst>
          </p:cNvPr>
          <p:cNvSpPr/>
          <p:nvPr/>
        </p:nvSpPr>
        <p:spPr>
          <a:xfrm rot="19577717">
            <a:off x="10880329" y="23701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47751069-C5A2-4BF2-B77E-F5402120941F}"/>
              </a:ext>
            </a:extLst>
          </p:cNvPr>
          <p:cNvSpPr/>
          <p:nvPr/>
        </p:nvSpPr>
        <p:spPr>
          <a:xfrm rot="19577717">
            <a:off x="10353285" y="27629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Könnycsepp 119">
            <a:extLst>
              <a:ext uri="{FF2B5EF4-FFF2-40B4-BE49-F238E27FC236}">
                <a16:creationId xmlns:a16="http://schemas.microsoft.com/office/drawing/2014/main" id="{6B8DE404-E0DF-46C5-9703-55A62A10B0AD}"/>
              </a:ext>
            </a:extLst>
          </p:cNvPr>
          <p:cNvSpPr/>
          <p:nvPr/>
        </p:nvSpPr>
        <p:spPr>
          <a:xfrm rot="19577717">
            <a:off x="11733858" y="40091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Könnycsepp 120">
            <a:extLst>
              <a:ext uri="{FF2B5EF4-FFF2-40B4-BE49-F238E27FC236}">
                <a16:creationId xmlns:a16="http://schemas.microsoft.com/office/drawing/2014/main" id="{6B2D381C-A5C6-4441-9E14-D8452BCD323D}"/>
              </a:ext>
            </a:extLst>
          </p:cNvPr>
          <p:cNvSpPr/>
          <p:nvPr/>
        </p:nvSpPr>
        <p:spPr>
          <a:xfrm rot="19577717">
            <a:off x="9901153" y="24353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FCE58A46-4BC4-4F15-869D-C0C9145C117D}"/>
              </a:ext>
            </a:extLst>
          </p:cNvPr>
          <p:cNvSpPr/>
          <p:nvPr/>
        </p:nvSpPr>
        <p:spPr>
          <a:xfrm rot="19577717">
            <a:off x="8347798" y="27324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B9F0CA19-F9F5-478C-95C4-0D1D396FAFB4}"/>
              </a:ext>
            </a:extLst>
          </p:cNvPr>
          <p:cNvSpPr/>
          <p:nvPr/>
        </p:nvSpPr>
        <p:spPr>
          <a:xfrm rot="19577717">
            <a:off x="6486855" y="29066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6114AC63-A192-4202-80C0-C9467C040787}"/>
              </a:ext>
            </a:extLst>
          </p:cNvPr>
          <p:cNvSpPr/>
          <p:nvPr/>
        </p:nvSpPr>
        <p:spPr>
          <a:xfrm rot="19577717">
            <a:off x="10880330" y="57883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60E2193D-F101-4A0F-96BC-0FEC7ED193F1}"/>
              </a:ext>
            </a:extLst>
          </p:cNvPr>
          <p:cNvSpPr/>
          <p:nvPr/>
        </p:nvSpPr>
        <p:spPr>
          <a:xfrm rot="19577717">
            <a:off x="6732285" y="43274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19A0243F-FF6F-41D3-BD62-E5EC163DB454}"/>
              </a:ext>
            </a:extLst>
          </p:cNvPr>
          <p:cNvSpPr/>
          <p:nvPr/>
        </p:nvSpPr>
        <p:spPr>
          <a:xfrm rot="19577717">
            <a:off x="11779229" y="51148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3" name="Könnycsepp 132">
            <a:extLst>
              <a:ext uri="{FF2B5EF4-FFF2-40B4-BE49-F238E27FC236}">
                <a16:creationId xmlns:a16="http://schemas.microsoft.com/office/drawing/2014/main" id="{AC1E1CE9-DF63-4204-B0A5-16A7EEDC5610}"/>
              </a:ext>
            </a:extLst>
          </p:cNvPr>
          <p:cNvSpPr/>
          <p:nvPr/>
        </p:nvSpPr>
        <p:spPr>
          <a:xfrm rot="2022283" flipH="1">
            <a:off x="12602672" y="42241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5" name="Könnycsepp 134">
            <a:extLst>
              <a:ext uri="{FF2B5EF4-FFF2-40B4-BE49-F238E27FC236}">
                <a16:creationId xmlns:a16="http://schemas.microsoft.com/office/drawing/2014/main" id="{C988B6C7-B9B1-4E2C-9C89-2C8276D99537}"/>
              </a:ext>
            </a:extLst>
          </p:cNvPr>
          <p:cNvSpPr/>
          <p:nvPr/>
        </p:nvSpPr>
        <p:spPr>
          <a:xfrm rot="19577717">
            <a:off x="10563004" y="53559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6" name="Könnycsepp 135">
            <a:extLst>
              <a:ext uri="{FF2B5EF4-FFF2-40B4-BE49-F238E27FC236}">
                <a16:creationId xmlns:a16="http://schemas.microsoft.com/office/drawing/2014/main" id="{3E9281BA-3530-4064-A146-58376341212B}"/>
              </a:ext>
            </a:extLst>
          </p:cNvPr>
          <p:cNvSpPr/>
          <p:nvPr/>
        </p:nvSpPr>
        <p:spPr>
          <a:xfrm rot="2022283" flipH="1">
            <a:off x="10728679" y="49906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7" name="Könnycsepp 136">
            <a:extLst>
              <a:ext uri="{FF2B5EF4-FFF2-40B4-BE49-F238E27FC236}">
                <a16:creationId xmlns:a16="http://schemas.microsoft.com/office/drawing/2014/main" id="{81BE902F-BE8C-4E9F-9113-649068A875B9}"/>
              </a:ext>
            </a:extLst>
          </p:cNvPr>
          <p:cNvSpPr/>
          <p:nvPr/>
        </p:nvSpPr>
        <p:spPr>
          <a:xfrm rot="19577717">
            <a:off x="11494066" y="57931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39" name="Könnycsepp 138">
            <a:extLst>
              <a:ext uri="{FF2B5EF4-FFF2-40B4-BE49-F238E27FC236}">
                <a16:creationId xmlns:a16="http://schemas.microsoft.com/office/drawing/2014/main" id="{CE1E3ABE-5AF6-42B9-AEFD-271079D162C8}"/>
              </a:ext>
            </a:extLst>
          </p:cNvPr>
          <p:cNvSpPr/>
          <p:nvPr/>
        </p:nvSpPr>
        <p:spPr>
          <a:xfrm rot="2022283" flipH="1">
            <a:off x="8104988" y="516798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0" name="Könnycsepp 139">
            <a:extLst>
              <a:ext uri="{FF2B5EF4-FFF2-40B4-BE49-F238E27FC236}">
                <a16:creationId xmlns:a16="http://schemas.microsoft.com/office/drawing/2014/main" id="{D63E26BE-B42C-416D-8A2F-ACFBF028DE04}"/>
              </a:ext>
            </a:extLst>
          </p:cNvPr>
          <p:cNvSpPr/>
          <p:nvPr/>
        </p:nvSpPr>
        <p:spPr>
          <a:xfrm rot="2022283" flipH="1">
            <a:off x="9982462" y="603687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1" name="Könnycsepp 140">
            <a:extLst>
              <a:ext uri="{FF2B5EF4-FFF2-40B4-BE49-F238E27FC236}">
                <a16:creationId xmlns:a16="http://schemas.microsoft.com/office/drawing/2014/main" id="{4828B70E-B672-45A5-B5CD-8932FC06190D}"/>
              </a:ext>
            </a:extLst>
          </p:cNvPr>
          <p:cNvSpPr/>
          <p:nvPr/>
        </p:nvSpPr>
        <p:spPr>
          <a:xfrm rot="18333733">
            <a:off x="5627792" y="60077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2" name="Könnycsepp 141">
            <a:extLst>
              <a:ext uri="{FF2B5EF4-FFF2-40B4-BE49-F238E27FC236}">
                <a16:creationId xmlns:a16="http://schemas.microsoft.com/office/drawing/2014/main" id="{7E2D32AF-00BE-4929-85BC-3B569B9803EE}"/>
              </a:ext>
            </a:extLst>
          </p:cNvPr>
          <p:cNvSpPr/>
          <p:nvPr/>
        </p:nvSpPr>
        <p:spPr>
          <a:xfrm rot="2022283" flipH="1">
            <a:off x="9106748" y="619530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3" name="Könnycsepp 142">
            <a:extLst>
              <a:ext uri="{FF2B5EF4-FFF2-40B4-BE49-F238E27FC236}">
                <a16:creationId xmlns:a16="http://schemas.microsoft.com/office/drawing/2014/main" id="{C3FF8D96-1CAF-4CFE-9067-6D45630DA387}"/>
              </a:ext>
            </a:extLst>
          </p:cNvPr>
          <p:cNvSpPr/>
          <p:nvPr/>
        </p:nvSpPr>
        <p:spPr>
          <a:xfrm rot="18333733">
            <a:off x="6629820" y="563021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4" name="Könnycsepp 143">
            <a:extLst>
              <a:ext uri="{FF2B5EF4-FFF2-40B4-BE49-F238E27FC236}">
                <a16:creationId xmlns:a16="http://schemas.microsoft.com/office/drawing/2014/main" id="{A99E9548-5660-4E83-9D21-E0FBE281D306}"/>
              </a:ext>
            </a:extLst>
          </p:cNvPr>
          <p:cNvSpPr/>
          <p:nvPr/>
        </p:nvSpPr>
        <p:spPr>
          <a:xfrm rot="2022283" flipH="1">
            <a:off x="7069630" y="56367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45" name="Könnycsepp 144">
            <a:extLst>
              <a:ext uri="{FF2B5EF4-FFF2-40B4-BE49-F238E27FC236}">
                <a16:creationId xmlns:a16="http://schemas.microsoft.com/office/drawing/2014/main" id="{621BEE35-668F-4F12-B104-E45BBB3573BE}"/>
              </a:ext>
            </a:extLst>
          </p:cNvPr>
          <p:cNvSpPr/>
          <p:nvPr/>
        </p:nvSpPr>
        <p:spPr>
          <a:xfrm rot="19577717">
            <a:off x="7996360" y="583121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46" name="Csoportba foglalás 145">
            <a:extLst>
              <a:ext uri="{FF2B5EF4-FFF2-40B4-BE49-F238E27FC236}">
                <a16:creationId xmlns:a16="http://schemas.microsoft.com/office/drawing/2014/main" id="{546AFAA0-146E-436E-87D9-6ABF5CDCECE7}"/>
              </a:ext>
            </a:extLst>
          </p:cNvPr>
          <p:cNvGrpSpPr/>
          <p:nvPr/>
        </p:nvGrpSpPr>
        <p:grpSpPr>
          <a:xfrm>
            <a:off x="695211" y="6131272"/>
            <a:ext cx="11101604" cy="936521"/>
            <a:chOff x="695211" y="6131272"/>
            <a:chExt cx="11101604" cy="936521"/>
          </a:xfrm>
        </p:grpSpPr>
        <p:sp>
          <p:nvSpPr>
            <p:cNvPr id="147" name="Folyamatábra: Egyesítés 146">
              <a:extLst>
                <a:ext uri="{FF2B5EF4-FFF2-40B4-BE49-F238E27FC236}">
                  <a16:creationId xmlns:a16="http://schemas.microsoft.com/office/drawing/2014/main" id="{687F649A-0B5F-4250-8839-84F5CB911098}"/>
                </a:ext>
              </a:extLst>
            </p:cNvPr>
            <p:cNvSpPr/>
            <p:nvPr/>
          </p:nvSpPr>
          <p:spPr>
            <a:xfrm rot="17388003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8" name="Folyamatábra: Egyesítés 147">
              <a:extLst>
                <a:ext uri="{FF2B5EF4-FFF2-40B4-BE49-F238E27FC236}">
                  <a16:creationId xmlns:a16="http://schemas.microsoft.com/office/drawing/2014/main" id="{4FD63A97-5293-4D90-9304-920BAAAFCB37}"/>
                </a:ext>
              </a:extLst>
            </p:cNvPr>
            <p:cNvSpPr/>
            <p:nvPr/>
          </p:nvSpPr>
          <p:spPr>
            <a:xfrm rot="18595114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9" name="Folyamatábra: Egyesítés 148">
              <a:extLst>
                <a:ext uri="{FF2B5EF4-FFF2-40B4-BE49-F238E27FC236}">
                  <a16:creationId xmlns:a16="http://schemas.microsoft.com/office/drawing/2014/main" id="{A9AB5A76-22AC-4930-B5F1-EA32DC9360D1}"/>
                </a:ext>
              </a:extLst>
            </p:cNvPr>
            <p:cNvSpPr/>
            <p:nvPr/>
          </p:nvSpPr>
          <p:spPr>
            <a:xfrm rot="17567219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Folyamatábra: Egyesítés 149">
              <a:extLst>
                <a:ext uri="{FF2B5EF4-FFF2-40B4-BE49-F238E27FC236}">
                  <a16:creationId xmlns:a16="http://schemas.microsoft.com/office/drawing/2014/main" id="{AA8AD52C-85E4-4EE1-BAE6-AFCD559F5BFF}"/>
                </a:ext>
              </a:extLst>
            </p:cNvPr>
            <p:cNvSpPr/>
            <p:nvPr/>
          </p:nvSpPr>
          <p:spPr>
            <a:xfrm rot="18481281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1" name="Folyamatábra: Egyesítés 150">
              <a:extLst>
                <a:ext uri="{FF2B5EF4-FFF2-40B4-BE49-F238E27FC236}">
                  <a16:creationId xmlns:a16="http://schemas.microsoft.com/office/drawing/2014/main" id="{63D0E366-3E45-4D73-BA14-1B6BEC43DA46}"/>
                </a:ext>
              </a:extLst>
            </p:cNvPr>
            <p:cNvSpPr/>
            <p:nvPr/>
          </p:nvSpPr>
          <p:spPr>
            <a:xfrm rot="17525003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2" name="Folyamatábra: Egyesítés 151">
              <a:extLst>
                <a:ext uri="{FF2B5EF4-FFF2-40B4-BE49-F238E27FC236}">
                  <a16:creationId xmlns:a16="http://schemas.microsoft.com/office/drawing/2014/main" id="{90E7AF24-6804-4FD7-8319-E5D1D73B5741}"/>
                </a:ext>
              </a:extLst>
            </p:cNvPr>
            <p:cNvSpPr/>
            <p:nvPr/>
          </p:nvSpPr>
          <p:spPr>
            <a:xfrm rot="17412635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3" name="Folyamatábra: Egyesítés 152">
              <a:extLst>
                <a:ext uri="{FF2B5EF4-FFF2-40B4-BE49-F238E27FC236}">
                  <a16:creationId xmlns:a16="http://schemas.microsoft.com/office/drawing/2014/main" id="{65ED0ED7-7D44-466F-94D9-5E98AF41BB27}"/>
                </a:ext>
              </a:extLst>
            </p:cNvPr>
            <p:cNvSpPr/>
            <p:nvPr/>
          </p:nvSpPr>
          <p:spPr>
            <a:xfrm rot="20218388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4" name="Folyamatábra: Egyesítés 153">
              <a:extLst>
                <a:ext uri="{FF2B5EF4-FFF2-40B4-BE49-F238E27FC236}">
                  <a16:creationId xmlns:a16="http://schemas.microsoft.com/office/drawing/2014/main" id="{50EE119F-5506-40D4-8438-7973934861F1}"/>
                </a:ext>
              </a:extLst>
            </p:cNvPr>
            <p:cNvSpPr/>
            <p:nvPr/>
          </p:nvSpPr>
          <p:spPr>
            <a:xfrm rot="17886954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5" name="Folyamatábra: Egyesítés 154">
              <a:extLst>
                <a:ext uri="{FF2B5EF4-FFF2-40B4-BE49-F238E27FC236}">
                  <a16:creationId xmlns:a16="http://schemas.microsoft.com/office/drawing/2014/main" id="{71007419-C654-4B0E-B9F4-5EBB2862916D}"/>
                </a:ext>
              </a:extLst>
            </p:cNvPr>
            <p:cNvSpPr/>
            <p:nvPr/>
          </p:nvSpPr>
          <p:spPr>
            <a:xfrm rot="16200000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6" name="Folyamatábra: Egyesítés 155">
              <a:extLst>
                <a:ext uri="{FF2B5EF4-FFF2-40B4-BE49-F238E27FC236}">
                  <a16:creationId xmlns:a16="http://schemas.microsoft.com/office/drawing/2014/main" id="{44DFE9CD-755A-48A0-BD63-523E71961264}"/>
                </a:ext>
              </a:extLst>
            </p:cNvPr>
            <p:cNvSpPr/>
            <p:nvPr/>
          </p:nvSpPr>
          <p:spPr>
            <a:xfrm rot="17802466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7" name="Folyamatábra: Egyesítés 156">
              <a:extLst>
                <a:ext uri="{FF2B5EF4-FFF2-40B4-BE49-F238E27FC236}">
                  <a16:creationId xmlns:a16="http://schemas.microsoft.com/office/drawing/2014/main" id="{6495C808-6BF8-4D44-9AF3-9A178F34BD1C}"/>
                </a:ext>
              </a:extLst>
            </p:cNvPr>
            <p:cNvSpPr/>
            <p:nvPr/>
          </p:nvSpPr>
          <p:spPr>
            <a:xfrm rot="20028162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8" name="Folyamatábra: Egyesítés 157">
              <a:extLst>
                <a:ext uri="{FF2B5EF4-FFF2-40B4-BE49-F238E27FC236}">
                  <a16:creationId xmlns:a16="http://schemas.microsoft.com/office/drawing/2014/main" id="{EF9C7655-2D61-4C1A-878D-45F4DFAC575F}"/>
                </a:ext>
              </a:extLst>
            </p:cNvPr>
            <p:cNvSpPr/>
            <p:nvPr/>
          </p:nvSpPr>
          <p:spPr>
            <a:xfrm rot="16757211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9" name="Folyamatábra: Egyesítés 158">
              <a:extLst>
                <a:ext uri="{FF2B5EF4-FFF2-40B4-BE49-F238E27FC236}">
                  <a16:creationId xmlns:a16="http://schemas.microsoft.com/office/drawing/2014/main" id="{44F8FC87-755E-45EA-AE4A-B10DB9B54727}"/>
                </a:ext>
              </a:extLst>
            </p:cNvPr>
            <p:cNvSpPr/>
            <p:nvPr/>
          </p:nvSpPr>
          <p:spPr>
            <a:xfrm rot="17070723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4212147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" name="Csoportba foglalás 141">
            <a:extLst>
              <a:ext uri="{FF2B5EF4-FFF2-40B4-BE49-F238E27FC236}">
                <a16:creationId xmlns:a16="http://schemas.microsoft.com/office/drawing/2014/main" id="{BF08345D-1DC2-4528-9B02-6566FD8738F8}"/>
              </a:ext>
            </a:extLst>
          </p:cNvPr>
          <p:cNvGrpSpPr/>
          <p:nvPr/>
        </p:nvGrpSpPr>
        <p:grpSpPr>
          <a:xfrm>
            <a:off x="2774390" y="5262374"/>
            <a:ext cx="2225019" cy="1474687"/>
            <a:chOff x="-1940302" y="5316774"/>
            <a:chExt cx="2225019" cy="1474687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ADEB61BB-D8FD-4FA6-AF1B-66A9E77EC237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Folyamatábra: Kézi művelet 143">
              <a:extLst>
                <a:ext uri="{FF2B5EF4-FFF2-40B4-BE49-F238E27FC236}">
                  <a16:creationId xmlns:a16="http://schemas.microsoft.com/office/drawing/2014/main" id="{5229F092-7F85-43C7-9947-000A784BACFA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Háromszög 144">
              <a:extLst>
                <a:ext uri="{FF2B5EF4-FFF2-40B4-BE49-F238E27FC236}">
                  <a16:creationId xmlns:a16="http://schemas.microsoft.com/office/drawing/2014/main" id="{8DF91987-8D68-4672-9FDD-DECE1EE1631F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46" name="Picture 2" descr="Forráskép megtekintése">
              <a:extLst>
                <a:ext uri="{FF2B5EF4-FFF2-40B4-BE49-F238E27FC236}">
                  <a16:creationId xmlns:a16="http://schemas.microsoft.com/office/drawing/2014/main" id="{7C8F1EAC-1E16-4766-BE1C-E451CEF659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EC6CCA5C-E5EA-4045-89C0-0994888C965F}"/>
              </a:ext>
            </a:extLst>
          </p:cNvPr>
          <p:cNvSpPr/>
          <p:nvPr/>
        </p:nvSpPr>
        <p:spPr>
          <a:xfrm rot="19577717">
            <a:off x="9915020" y="29139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74EB3D60-EE7F-4FB8-A57E-DC3101DC3C4B}"/>
              </a:ext>
            </a:extLst>
          </p:cNvPr>
          <p:cNvSpPr/>
          <p:nvPr/>
        </p:nvSpPr>
        <p:spPr>
          <a:xfrm rot="19577717">
            <a:off x="10735202" y="31878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388D3BC3-3A91-4E88-980D-94B0FB833F17}"/>
              </a:ext>
            </a:extLst>
          </p:cNvPr>
          <p:cNvSpPr/>
          <p:nvPr/>
        </p:nvSpPr>
        <p:spPr>
          <a:xfrm rot="19577717">
            <a:off x="10035201" y="312999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98C5EC2A-B48A-43CC-A307-4A32F1C3EB8F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0B4BB840-8636-4BB6-B650-9081EC54702E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0CC9F88A-CBD2-40CD-AFCB-C8D1C60A6710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F5EAF03B-B5BE-4CEC-B0C8-F80CB6E0E53B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F09A414D-77E0-4112-B733-2B748F64B5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AE676E8D-E676-4347-B7B1-B5B742D350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319C1F4A-765D-4662-9DBE-5A3B551038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2AAA073D-9174-4A9B-A236-94766578C21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FF299518-E011-467A-A797-E39A485C95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57EC1010-A57F-4ECF-B620-22AC4C68F7F1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4D2B05A-6D37-4ABB-B6E0-2C56DC6897A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AD94C87C-551B-4AE3-A19D-540256BF8746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7" name="Csoportba foglalás 16">
            <a:extLst>
              <a:ext uri="{FF2B5EF4-FFF2-40B4-BE49-F238E27FC236}">
                <a16:creationId xmlns:a16="http://schemas.microsoft.com/office/drawing/2014/main" id="{D3780A23-F4DF-4CCB-9F2A-41CC9A459DB4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18" name="Csoportba foglalás 17">
              <a:extLst>
                <a:ext uri="{FF2B5EF4-FFF2-40B4-BE49-F238E27FC236}">
                  <a16:creationId xmlns:a16="http://schemas.microsoft.com/office/drawing/2014/main" id="{C6985152-6E6A-402F-BD42-42C129EFC61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60" name="Csoportba foglalás 59">
                <a:extLst>
                  <a:ext uri="{FF2B5EF4-FFF2-40B4-BE49-F238E27FC236}">
                    <a16:creationId xmlns:a16="http://schemas.microsoft.com/office/drawing/2014/main" id="{63945260-E6FE-4A4A-952E-771B315E3B25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63" name="Derékszögű háromszög 62">
                  <a:extLst>
                    <a:ext uri="{FF2B5EF4-FFF2-40B4-BE49-F238E27FC236}">
                      <a16:creationId xmlns:a16="http://schemas.microsoft.com/office/drawing/2014/main" id="{CAEA3E1D-712E-424A-AF8E-97AABE048182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4" name="Derékszögű háromszög 63">
                  <a:extLst>
                    <a:ext uri="{FF2B5EF4-FFF2-40B4-BE49-F238E27FC236}">
                      <a16:creationId xmlns:a16="http://schemas.microsoft.com/office/drawing/2014/main" id="{8567C869-F1AC-4281-B263-81F60C246C14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Téglalap 15">
                  <a:extLst>
                    <a:ext uri="{FF2B5EF4-FFF2-40B4-BE49-F238E27FC236}">
                      <a16:creationId xmlns:a16="http://schemas.microsoft.com/office/drawing/2014/main" id="{DD524A08-F0E8-4D14-8D5B-D403C617FDB2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Folyamatábra: Tárolt adat 17">
                  <a:extLst>
                    <a:ext uri="{FF2B5EF4-FFF2-40B4-BE49-F238E27FC236}">
                      <a16:creationId xmlns:a16="http://schemas.microsoft.com/office/drawing/2014/main" id="{42BEFD1E-006B-49ED-B7DA-2B4E03DF25A2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7" name="Derékszögű háromszög 66">
                  <a:extLst>
                    <a:ext uri="{FF2B5EF4-FFF2-40B4-BE49-F238E27FC236}">
                      <a16:creationId xmlns:a16="http://schemas.microsoft.com/office/drawing/2014/main" id="{BBCD4C7F-3155-4BB0-90D0-61F95A1C0F0B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Romboid 67">
                  <a:extLst>
                    <a:ext uri="{FF2B5EF4-FFF2-40B4-BE49-F238E27FC236}">
                      <a16:creationId xmlns:a16="http://schemas.microsoft.com/office/drawing/2014/main" id="{425108B2-3864-4860-8A87-5D36A8996C76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Téglalap 68">
                  <a:extLst>
                    <a:ext uri="{FF2B5EF4-FFF2-40B4-BE49-F238E27FC236}">
                      <a16:creationId xmlns:a16="http://schemas.microsoft.com/office/drawing/2014/main" id="{3DF210A9-CE23-4D94-8A2E-AE562396FBC9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0" name="Téglalap: lekerekített 69">
                  <a:extLst>
                    <a:ext uri="{FF2B5EF4-FFF2-40B4-BE49-F238E27FC236}">
                      <a16:creationId xmlns:a16="http://schemas.microsoft.com/office/drawing/2014/main" id="{B24AFB94-C127-4F9B-A8ED-DE5419925206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1" name="Téglalap: lekerekített 70">
                  <a:extLst>
                    <a:ext uri="{FF2B5EF4-FFF2-40B4-BE49-F238E27FC236}">
                      <a16:creationId xmlns:a16="http://schemas.microsoft.com/office/drawing/2014/main" id="{F5773F6A-4C2A-420B-A406-995948802E96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2" name="Téglalap: lekerekített 71">
                  <a:extLst>
                    <a:ext uri="{FF2B5EF4-FFF2-40B4-BE49-F238E27FC236}">
                      <a16:creationId xmlns:a16="http://schemas.microsoft.com/office/drawing/2014/main" id="{EA6D9E21-5078-4390-A4D0-883788AA6BE3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3" name="Téglalap: lekerekített 72">
                  <a:extLst>
                    <a:ext uri="{FF2B5EF4-FFF2-40B4-BE49-F238E27FC236}">
                      <a16:creationId xmlns:a16="http://schemas.microsoft.com/office/drawing/2014/main" id="{CE52F55B-1715-4583-8E81-D26747B060BE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Téglalap: lekerekített 73">
                  <a:extLst>
                    <a:ext uri="{FF2B5EF4-FFF2-40B4-BE49-F238E27FC236}">
                      <a16:creationId xmlns:a16="http://schemas.microsoft.com/office/drawing/2014/main" id="{4748C5DD-D2E7-4115-BDAB-448BFB69971F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: lekerekített 74">
                  <a:extLst>
                    <a:ext uri="{FF2B5EF4-FFF2-40B4-BE49-F238E27FC236}">
                      <a16:creationId xmlns:a16="http://schemas.microsoft.com/office/drawing/2014/main" id="{8B583BB2-5CD5-4C61-A03F-72CE53F50439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61" name="Picture 2" descr="Forráskép megtekintése">
                <a:extLst>
                  <a:ext uri="{FF2B5EF4-FFF2-40B4-BE49-F238E27FC236}">
                    <a16:creationId xmlns:a16="http://schemas.microsoft.com/office/drawing/2014/main" id="{C16FF88B-C37C-41B5-B190-2D8D466ED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2" name="Picture 6" descr="Forráskép megtekintése">
                <a:extLst>
                  <a:ext uri="{FF2B5EF4-FFF2-40B4-BE49-F238E27FC236}">
                    <a16:creationId xmlns:a16="http://schemas.microsoft.com/office/drawing/2014/main" id="{B270CD9E-6853-4C93-887D-CD031093F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9" name="Csoportba foglalás 18">
              <a:extLst>
                <a:ext uri="{FF2B5EF4-FFF2-40B4-BE49-F238E27FC236}">
                  <a16:creationId xmlns:a16="http://schemas.microsoft.com/office/drawing/2014/main" id="{B252992B-1D6B-4576-AB6E-DABA8F92C064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48" name="Csoportba foglalás 47">
                <a:extLst>
                  <a:ext uri="{FF2B5EF4-FFF2-40B4-BE49-F238E27FC236}">
                    <a16:creationId xmlns:a16="http://schemas.microsoft.com/office/drawing/2014/main" id="{8A2E20FF-047F-4108-9E97-363D451CCCE5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51" name="Henger 50">
                  <a:extLst>
                    <a:ext uri="{FF2B5EF4-FFF2-40B4-BE49-F238E27FC236}">
                      <a16:creationId xmlns:a16="http://schemas.microsoft.com/office/drawing/2014/main" id="{F72DF8EB-F80E-4307-831C-5BD6D298EEC9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0436C737-3C36-4340-B7DB-86D97AD08CF0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3" name="Téglalap 52">
                  <a:extLst>
                    <a:ext uri="{FF2B5EF4-FFF2-40B4-BE49-F238E27FC236}">
                      <a16:creationId xmlns:a16="http://schemas.microsoft.com/office/drawing/2014/main" id="{8277D1CB-61A9-4ACC-BE6D-601B5F91243C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2159B445-1A74-47C4-BFB5-3B2C97E75425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136C969D-F2EA-4FF8-953D-1072429E85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861A9C55-5022-4B35-9C1E-BD3B37E1B3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818CA8DD-9404-4728-B7BE-0653F330B3E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60E12D21-4613-4DAF-8F54-CD90C76F51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9" name="Ellipszis 58">
                  <a:extLst>
                    <a:ext uri="{FF2B5EF4-FFF2-40B4-BE49-F238E27FC236}">
                      <a16:creationId xmlns:a16="http://schemas.microsoft.com/office/drawing/2014/main" id="{C32BBC61-63E0-4036-9B9A-CFA29EB95F74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49" name="Egyenes összekötő 48">
                <a:extLst>
                  <a:ext uri="{FF2B5EF4-FFF2-40B4-BE49-F238E27FC236}">
                    <a16:creationId xmlns:a16="http://schemas.microsoft.com/office/drawing/2014/main" id="{1D846CC8-20FA-4169-8E2D-D1C6112F7BB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0" name="Egyenes összekötő 49">
                <a:extLst>
                  <a:ext uri="{FF2B5EF4-FFF2-40B4-BE49-F238E27FC236}">
                    <a16:creationId xmlns:a16="http://schemas.microsoft.com/office/drawing/2014/main" id="{5DC82223-E62B-490A-9D77-0839362D9B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20" name="Csoportba foglalás 19">
              <a:extLst>
                <a:ext uri="{FF2B5EF4-FFF2-40B4-BE49-F238E27FC236}">
                  <a16:creationId xmlns:a16="http://schemas.microsoft.com/office/drawing/2014/main" id="{756F0F5E-8C98-48CE-8F84-1221E7FD0A6C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38" name="Henger 37">
                <a:extLst>
                  <a:ext uri="{FF2B5EF4-FFF2-40B4-BE49-F238E27FC236}">
                    <a16:creationId xmlns:a16="http://schemas.microsoft.com/office/drawing/2014/main" id="{98F02753-1F60-424B-A4DA-6FAB611C1A63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39" name="Csoportba foglalás 38">
                <a:extLst>
                  <a:ext uri="{FF2B5EF4-FFF2-40B4-BE49-F238E27FC236}">
                    <a16:creationId xmlns:a16="http://schemas.microsoft.com/office/drawing/2014/main" id="{B4EE6C5D-BC5B-4F4B-A4E5-1AF51C169D04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B5A78F1C-93FA-4A05-B21F-FEBCDD92F7FC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756F2C20-3135-4824-9197-8C39D99DCE3D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43" name="Egyenes összekötő 42">
                  <a:extLst>
                    <a:ext uri="{FF2B5EF4-FFF2-40B4-BE49-F238E27FC236}">
                      <a16:creationId xmlns:a16="http://schemas.microsoft.com/office/drawing/2014/main" id="{0D808ACA-DFCB-4D4B-A99E-A73E14C848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Egyenes összekötő 43">
                  <a:extLst>
                    <a:ext uri="{FF2B5EF4-FFF2-40B4-BE49-F238E27FC236}">
                      <a16:creationId xmlns:a16="http://schemas.microsoft.com/office/drawing/2014/main" id="{C004555A-DAB1-4868-8FB5-38C922A45B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Egyenes összekötő 44">
                  <a:extLst>
                    <a:ext uri="{FF2B5EF4-FFF2-40B4-BE49-F238E27FC236}">
                      <a16:creationId xmlns:a16="http://schemas.microsoft.com/office/drawing/2014/main" id="{87B66EAD-739E-4379-B9F5-FE098F90FC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Egyenes összekötő 45">
                  <a:extLst>
                    <a:ext uri="{FF2B5EF4-FFF2-40B4-BE49-F238E27FC236}">
                      <a16:creationId xmlns:a16="http://schemas.microsoft.com/office/drawing/2014/main" id="{0C8079D9-55AE-40FE-9886-AE541308C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708C54E5-08E9-4A58-87F0-B82C26DFC55C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0" name="Téglalap 39">
                <a:extLst>
                  <a:ext uri="{FF2B5EF4-FFF2-40B4-BE49-F238E27FC236}">
                    <a16:creationId xmlns:a16="http://schemas.microsoft.com/office/drawing/2014/main" id="{CBE9DED8-135B-455A-BE34-C1ABF68642A6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1" name="Csoportba foglalás 20">
              <a:extLst>
                <a:ext uri="{FF2B5EF4-FFF2-40B4-BE49-F238E27FC236}">
                  <a16:creationId xmlns:a16="http://schemas.microsoft.com/office/drawing/2014/main" id="{036AA8D2-8092-4B45-B71A-A10335CF34EB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22" name="Csoportba foglalás 21">
                <a:extLst>
                  <a:ext uri="{FF2B5EF4-FFF2-40B4-BE49-F238E27FC236}">
                    <a16:creationId xmlns:a16="http://schemas.microsoft.com/office/drawing/2014/main" id="{326887D0-A700-41DB-B14E-FAD9F97ACCEF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30" name="Henger 29">
                  <a:extLst>
                    <a:ext uri="{FF2B5EF4-FFF2-40B4-BE49-F238E27FC236}">
                      <a16:creationId xmlns:a16="http://schemas.microsoft.com/office/drawing/2014/main" id="{4E6E40F9-FA4F-4ED0-9C06-B5E0B1DD5492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1" name="Ellipszis 30">
                  <a:extLst>
                    <a:ext uri="{FF2B5EF4-FFF2-40B4-BE49-F238E27FC236}">
                      <a16:creationId xmlns:a16="http://schemas.microsoft.com/office/drawing/2014/main" id="{91421899-6F3C-478E-8818-D9348B526BB0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2" name="Ív 31">
                  <a:extLst>
                    <a:ext uri="{FF2B5EF4-FFF2-40B4-BE49-F238E27FC236}">
                      <a16:creationId xmlns:a16="http://schemas.microsoft.com/office/drawing/2014/main" id="{54C5031A-EEC7-4D27-A0DF-9BA1BE305A5E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33" name="Picture 2" descr="Forráskép megtekintése">
                  <a:extLst>
                    <a:ext uri="{FF2B5EF4-FFF2-40B4-BE49-F238E27FC236}">
                      <a16:creationId xmlns:a16="http://schemas.microsoft.com/office/drawing/2014/main" id="{4CD41BF0-54AB-4E42-B39A-C931043802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34" name="Téglalap 33">
                  <a:extLst>
                    <a:ext uri="{FF2B5EF4-FFF2-40B4-BE49-F238E27FC236}">
                      <a16:creationId xmlns:a16="http://schemas.microsoft.com/office/drawing/2014/main" id="{7CCFA0FC-20CD-4888-B7AD-3B61F4C5C183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5" name="Csillag: 4 ágú 34">
                  <a:extLst>
                    <a:ext uri="{FF2B5EF4-FFF2-40B4-BE49-F238E27FC236}">
                      <a16:creationId xmlns:a16="http://schemas.microsoft.com/office/drawing/2014/main" id="{159B8D11-CBCA-4A9C-9499-84E51EC87A0E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6" name="Szabadkézi sokszög: alakzat 35">
                  <a:extLst>
                    <a:ext uri="{FF2B5EF4-FFF2-40B4-BE49-F238E27FC236}">
                      <a16:creationId xmlns:a16="http://schemas.microsoft.com/office/drawing/2014/main" id="{F367CD15-428E-4967-AA02-5CC447C0D3ED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7" name="Ellipszis 36">
                  <a:extLst>
                    <a:ext uri="{FF2B5EF4-FFF2-40B4-BE49-F238E27FC236}">
                      <a16:creationId xmlns:a16="http://schemas.microsoft.com/office/drawing/2014/main" id="{3ECEDD6B-0963-4860-A383-99AF38900152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23" name="Ellipszis 22">
                <a:extLst>
                  <a:ext uri="{FF2B5EF4-FFF2-40B4-BE49-F238E27FC236}">
                    <a16:creationId xmlns:a16="http://schemas.microsoft.com/office/drawing/2014/main" id="{0C982DB1-1289-42A3-AA50-710820164854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" name="Ellipszis 23">
                <a:extLst>
                  <a:ext uri="{FF2B5EF4-FFF2-40B4-BE49-F238E27FC236}">
                    <a16:creationId xmlns:a16="http://schemas.microsoft.com/office/drawing/2014/main" id="{BDD92987-3A82-44F5-A6EC-432113617DB6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CF50174C-A648-4AB3-A572-86F651D3EE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C245F602-84A8-4C1C-A972-67702E0D4AC1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F910A41D-8699-49DD-8DE2-B1B0CC46860A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28" name="Kép 27">
                <a:extLst>
                  <a:ext uri="{FF2B5EF4-FFF2-40B4-BE49-F238E27FC236}">
                    <a16:creationId xmlns:a16="http://schemas.microsoft.com/office/drawing/2014/main" id="{A723C0BE-C5C1-4C94-860C-4C1015450F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2B54F822-4C70-4D62-B72D-0E63FE63F7C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76" name="Könnycsepp 75">
            <a:extLst>
              <a:ext uri="{FF2B5EF4-FFF2-40B4-BE49-F238E27FC236}">
                <a16:creationId xmlns:a16="http://schemas.microsoft.com/office/drawing/2014/main" id="{A1FD97F5-78A5-4DD7-8B08-CDE935ABA4D7}"/>
              </a:ext>
            </a:extLst>
          </p:cNvPr>
          <p:cNvSpPr/>
          <p:nvPr/>
        </p:nvSpPr>
        <p:spPr>
          <a:xfrm rot="19577717">
            <a:off x="7983091" y="29622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7" name="Könnycsepp 76">
            <a:extLst>
              <a:ext uri="{FF2B5EF4-FFF2-40B4-BE49-F238E27FC236}">
                <a16:creationId xmlns:a16="http://schemas.microsoft.com/office/drawing/2014/main" id="{92947C98-DE58-4CFA-8553-1ED2888219E5}"/>
              </a:ext>
            </a:extLst>
          </p:cNvPr>
          <p:cNvSpPr/>
          <p:nvPr/>
        </p:nvSpPr>
        <p:spPr>
          <a:xfrm rot="19577717">
            <a:off x="8333073" y="416227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8" name="Könnycsepp 77">
            <a:extLst>
              <a:ext uri="{FF2B5EF4-FFF2-40B4-BE49-F238E27FC236}">
                <a16:creationId xmlns:a16="http://schemas.microsoft.com/office/drawing/2014/main" id="{4E40AB93-72E9-4FEC-9AD7-28ED198F03CA}"/>
              </a:ext>
            </a:extLst>
          </p:cNvPr>
          <p:cNvSpPr/>
          <p:nvPr/>
        </p:nvSpPr>
        <p:spPr>
          <a:xfrm rot="19577717">
            <a:off x="11304316" y="34347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9" name="Könnycsepp 78">
            <a:extLst>
              <a:ext uri="{FF2B5EF4-FFF2-40B4-BE49-F238E27FC236}">
                <a16:creationId xmlns:a16="http://schemas.microsoft.com/office/drawing/2014/main" id="{F770F21B-3524-46FF-8149-7C81103ED3F9}"/>
              </a:ext>
            </a:extLst>
          </p:cNvPr>
          <p:cNvSpPr/>
          <p:nvPr/>
        </p:nvSpPr>
        <p:spPr>
          <a:xfrm rot="19577717">
            <a:off x="7642258" y="19683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0" name="Könnycsepp 79">
            <a:extLst>
              <a:ext uri="{FF2B5EF4-FFF2-40B4-BE49-F238E27FC236}">
                <a16:creationId xmlns:a16="http://schemas.microsoft.com/office/drawing/2014/main" id="{CBD062C4-6876-4833-B5FC-CD2797E6F1E2}"/>
              </a:ext>
            </a:extLst>
          </p:cNvPr>
          <p:cNvSpPr/>
          <p:nvPr/>
        </p:nvSpPr>
        <p:spPr>
          <a:xfrm rot="19577717">
            <a:off x="7148879" y="37238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1" name="Könnycsepp 80">
            <a:extLst>
              <a:ext uri="{FF2B5EF4-FFF2-40B4-BE49-F238E27FC236}">
                <a16:creationId xmlns:a16="http://schemas.microsoft.com/office/drawing/2014/main" id="{A36B7933-F251-44B7-AC68-824748527B7B}"/>
              </a:ext>
            </a:extLst>
          </p:cNvPr>
          <p:cNvSpPr/>
          <p:nvPr/>
        </p:nvSpPr>
        <p:spPr>
          <a:xfrm rot="19577717">
            <a:off x="11240182" y="58654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2" name="Könnycsepp 81">
            <a:extLst>
              <a:ext uri="{FF2B5EF4-FFF2-40B4-BE49-F238E27FC236}">
                <a16:creationId xmlns:a16="http://schemas.microsoft.com/office/drawing/2014/main" id="{B19DD619-05A1-4D3B-B621-E408E1E39DB7}"/>
              </a:ext>
            </a:extLst>
          </p:cNvPr>
          <p:cNvSpPr/>
          <p:nvPr/>
        </p:nvSpPr>
        <p:spPr>
          <a:xfrm rot="18333733">
            <a:off x="7015594" y="49337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3" name="Könnycsepp 82">
            <a:extLst>
              <a:ext uri="{FF2B5EF4-FFF2-40B4-BE49-F238E27FC236}">
                <a16:creationId xmlns:a16="http://schemas.microsoft.com/office/drawing/2014/main" id="{E2995CE7-4628-43DA-A7F0-526399E03D57}"/>
              </a:ext>
            </a:extLst>
          </p:cNvPr>
          <p:cNvSpPr/>
          <p:nvPr/>
        </p:nvSpPr>
        <p:spPr>
          <a:xfrm rot="19577717">
            <a:off x="8585465" y="47071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4" name="Felhő 83">
            <a:extLst>
              <a:ext uri="{FF2B5EF4-FFF2-40B4-BE49-F238E27FC236}">
                <a16:creationId xmlns:a16="http://schemas.microsoft.com/office/drawing/2014/main" id="{3954DBB3-6373-4FA1-872E-2E582876BF3B}"/>
              </a:ext>
            </a:extLst>
          </p:cNvPr>
          <p:cNvSpPr/>
          <p:nvPr/>
        </p:nvSpPr>
        <p:spPr>
          <a:xfrm>
            <a:off x="7321422" y="1144281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5" name="Könnycsepp 84">
            <a:extLst>
              <a:ext uri="{FF2B5EF4-FFF2-40B4-BE49-F238E27FC236}">
                <a16:creationId xmlns:a16="http://schemas.microsoft.com/office/drawing/2014/main" id="{DD09781A-1CBD-42FB-B5E2-457E2F82C038}"/>
              </a:ext>
            </a:extLst>
          </p:cNvPr>
          <p:cNvSpPr/>
          <p:nvPr/>
        </p:nvSpPr>
        <p:spPr>
          <a:xfrm rot="19577717">
            <a:off x="7603189" y="351367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6" name="Könnycsepp 85">
            <a:extLst>
              <a:ext uri="{FF2B5EF4-FFF2-40B4-BE49-F238E27FC236}">
                <a16:creationId xmlns:a16="http://schemas.microsoft.com/office/drawing/2014/main" id="{33BBB179-E49A-46AB-B9F0-BB67D6F87F6C}"/>
              </a:ext>
            </a:extLst>
          </p:cNvPr>
          <p:cNvSpPr/>
          <p:nvPr/>
        </p:nvSpPr>
        <p:spPr>
          <a:xfrm rot="19577717">
            <a:off x="8717355" y="27705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Könnycsepp 86">
            <a:extLst>
              <a:ext uri="{FF2B5EF4-FFF2-40B4-BE49-F238E27FC236}">
                <a16:creationId xmlns:a16="http://schemas.microsoft.com/office/drawing/2014/main" id="{2C2B4CD6-A516-472A-9F44-BCDE21657A56}"/>
              </a:ext>
            </a:extLst>
          </p:cNvPr>
          <p:cNvSpPr/>
          <p:nvPr/>
        </p:nvSpPr>
        <p:spPr>
          <a:xfrm rot="19577717">
            <a:off x="8694553" y="22166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Könnycsepp 87">
            <a:extLst>
              <a:ext uri="{FF2B5EF4-FFF2-40B4-BE49-F238E27FC236}">
                <a16:creationId xmlns:a16="http://schemas.microsoft.com/office/drawing/2014/main" id="{72DFF901-6D22-4FDB-BB03-50CFB92ECE15}"/>
              </a:ext>
            </a:extLst>
          </p:cNvPr>
          <p:cNvSpPr/>
          <p:nvPr/>
        </p:nvSpPr>
        <p:spPr>
          <a:xfrm rot="19577717">
            <a:off x="11766035" y="20094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Könnycsepp 88">
            <a:extLst>
              <a:ext uri="{FF2B5EF4-FFF2-40B4-BE49-F238E27FC236}">
                <a16:creationId xmlns:a16="http://schemas.microsoft.com/office/drawing/2014/main" id="{49D1A131-FEB8-4A95-BEA6-02FE13DA8033}"/>
              </a:ext>
            </a:extLst>
          </p:cNvPr>
          <p:cNvSpPr/>
          <p:nvPr/>
        </p:nvSpPr>
        <p:spPr>
          <a:xfrm rot="19577717">
            <a:off x="9105955" y="189818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170155AF-D25F-4C1B-8376-A13F760C7755}"/>
              </a:ext>
            </a:extLst>
          </p:cNvPr>
          <p:cNvSpPr/>
          <p:nvPr/>
        </p:nvSpPr>
        <p:spPr>
          <a:xfrm rot="19577717">
            <a:off x="10008057" y="278871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0635F3CD-FB8C-4A06-A131-F5DA65AF1BC4}"/>
              </a:ext>
            </a:extLst>
          </p:cNvPr>
          <p:cNvSpPr/>
          <p:nvPr/>
        </p:nvSpPr>
        <p:spPr>
          <a:xfrm rot="19577717">
            <a:off x="8013531" y="18717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30294AB1-9458-4379-9D22-EC65AC015B93}"/>
              </a:ext>
            </a:extLst>
          </p:cNvPr>
          <p:cNvSpPr/>
          <p:nvPr/>
        </p:nvSpPr>
        <p:spPr>
          <a:xfrm rot="19577717">
            <a:off x="10066778" y="218607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17B37D8D-AF73-432D-B636-5C35205FC2A3}"/>
              </a:ext>
            </a:extLst>
          </p:cNvPr>
          <p:cNvSpPr/>
          <p:nvPr/>
        </p:nvSpPr>
        <p:spPr>
          <a:xfrm rot="19577717">
            <a:off x="9816469" y="18135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8F4BA5A2-EAE8-4B3B-988F-8CABC39EAA84}"/>
              </a:ext>
            </a:extLst>
          </p:cNvPr>
          <p:cNvSpPr/>
          <p:nvPr/>
        </p:nvSpPr>
        <p:spPr>
          <a:xfrm rot="19577717">
            <a:off x="7466292" y="248432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DA59862A-C47E-4BBF-BFB5-93022C07EAFB}"/>
              </a:ext>
            </a:extLst>
          </p:cNvPr>
          <p:cNvSpPr/>
          <p:nvPr/>
        </p:nvSpPr>
        <p:spPr>
          <a:xfrm rot="19577717">
            <a:off x="9000751" y="362145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44A190D6-24C4-4692-963F-07191BF70A9A}"/>
              </a:ext>
            </a:extLst>
          </p:cNvPr>
          <p:cNvSpPr/>
          <p:nvPr/>
        </p:nvSpPr>
        <p:spPr>
          <a:xfrm rot="19577717">
            <a:off x="8750042" y="322710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291C65B7-871F-41E3-BE9F-126B1E41A84F}"/>
              </a:ext>
            </a:extLst>
          </p:cNvPr>
          <p:cNvSpPr/>
          <p:nvPr/>
        </p:nvSpPr>
        <p:spPr>
          <a:xfrm rot="19577717">
            <a:off x="7786727" y="452030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EDE9BE5C-1B9E-461F-B607-B516399324F1}"/>
              </a:ext>
            </a:extLst>
          </p:cNvPr>
          <p:cNvSpPr/>
          <p:nvPr/>
        </p:nvSpPr>
        <p:spPr>
          <a:xfrm rot="2022283" flipH="1">
            <a:off x="10633274" y="577011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84E0E699-BD34-41C3-AB08-0EE3D1C0B5D3}"/>
              </a:ext>
            </a:extLst>
          </p:cNvPr>
          <p:cNvSpPr/>
          <p:nvPr/>
        </p:nvSpPr>
        <p:spPr>
          <a:xfrm rot="2022283" flipH="1">
            <a:off x="9506512" y="494982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Könnycsepp 99">
            <a:extLst>
              <a:ext uri="{FF2B5EF4-FFF2-40B4-BE49-F238E27FC236}">
                <a16:creationId xmlns:a16="http://schemas.microsoft.com/office/drawing/2014/main" id="{454A2152-E3A6-4A26-8E95-AE7DF6079C32}"/>
              </a:ext>
            </a:extLst>
          </p:cNvPr>
          <p:cNvSpPr/>
          <p:nvPr/>
        </p:nvSpPr>
        <p:spPr>
          <a:xfrm rot="2022283" flipH="1">
            <a:off x="9940707" y="41449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F708B1E5-E6AC-4018-8522-0D9544984626}"/>
              </a:ext>
            </a:extLst>
          </p:cNvPr>
          <p:cNvSpPr/>
          <p:nvPr/>
        </p:nvSpPr>
        <p:spPr>
          <a:xfrm rot="2022283" flipH="1">
            <a:off x="9532346" y="45938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Felhő 101">
            <a:extLst>
              <a:ext uri="{FF2B5EF4-FFF2-40B4-BE49-F238E27FC236}">
                <a16:creationId xmlns:a16="http://schemas.microsoft.com/office/drawing/2014/main" id="{020EE159-5921-40DD-AB45-E4431F3291E8}"/>
              </a:ext>
            </a:extLst>
          </p:cNvPr>
          <p:cNvSpPr/>
          <p:nvPr/>
        </p:nvSpPr>
        <p:spPr>
          <a:xfrm>
            <a:off x="10132117" y="931763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4D658E78-8AD6-439D-BB61-570B8D17732D}"/>
              </a:ext>
            </a:extLst>
          </p:cNvPr>
          <p:cNvSpPr/>
          <p:nvPr/>
        </p:nvSpPr>
        <p:spPr>
          <a:xfrm rot="19577717">
            <a:off x="11307703" y="22298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875D8240-EEBB-420E-A3ED-21EA2BA2E384}"/>
              </a:ext>
            </a:extLst>
          </p:cNvPr>
          <p:cNvSpPr/>
          <p:nvPr/>
        </p:nvSpPr>
        <p:spPr>
          <a:xfrm rot="19577717">
            <a:off x="11322477" y="450655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CC52FFC6-F277-4B7D-BA01-7136C6574CC9}"/>
              </a:ext>
            </a:extLst>
          </p:cNvPr>
          <p:cNvSpPr/>
          <p:nvPr/>
        </p:nvSpPr>
        <p:spPr>
          <a:xfrm rot="19577717">
            <a:off x="10636345" y="41449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37499C5D-6EB6-46EF-A3A8-D6A238E31B41}"/>
              </a:ext>
            </a:extLst>
          </p:cNvPr>
          <p:cNvSpPr/>
          <p:nvPr/>
        </p:nvSpPr>
        <p:spPr>
          <a:xfrm rot="19577717">
            <a:off x="9982462" y="30085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9A285EEE-C69D-48B2-AD15-90988677FFA2}"/>
              </a:ext>
            </a:extLst>
          </p:cNvPr>
          <p:cNvSpPr/>
          <p:nvPr/>
        </p:nvSpPr>
        <p:spPr>
          <a:xfrm rot="19577717">
            <a:off x="11803757" y="29793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3BBDCC6B-D3CF-4E67-B771-E6FB8168EEB7}"/>
              </a:ext>
            </a:extLst>
          </p:cNvPr>
          <p:cNvSpPr/>
          <p:nvPr/>
        </p:nvSpPr>
        <p:spPr>
          <a:xfrm rot="19577717">
            <a:off x="11298965" y="27705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E5095F19-DE5C-40C1-B667-00062A939173}"/>
              </a:ext>
            </a:extLst>
          </p:cNvPr>
          <p:cNvSpPr/>
          <p:nvPr/>
        </p:nvSpPr>
        <p:spPr>
          <a:xfrm rot="19577717">
            <a:off x="10353285" y="27629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A1BEBB84-D5DF-4F95-A6C7-8B16BD3BE187}"/>
              </a:ext>
            </a:extLst>
          </p:cNvPr>
          <p:cNvSpPr/>
          <p:nvPr/>
        </p:nvSpPr>
        <p:spPr>
          <a:xfrm rot="19577717">
            <a:off x="11733858" y="40091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341E3968-D1C5-4B95-81AF-CF78680ADADB}"/>
              </a:ext>
            </a:extLst>
          </p:cNvPr>
          <p:cNvSpPr/>
          <p:nvPr/>
        </p:nvSpPr>
        <p:spPr>
          <a:xfrm rot="19577717">
            <a:off x="9901153" y="24353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A3FD0EBB-9D0A-42E0-AAF7-FAD4813CC33F}"/>
              </a:ext>
            </a:extLst>
          </p:cNvPr>
          <p:cNvSpPr/>
          <p:nvPr/>
        </p:nvSpPr>
        <p:spPr>
          <a:xfrm rot="19577717">
            <a:off x="9325096" y="29279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1DC825BE-8244-4559-87B7-850B1221865A}"/>
              </a:ext>
            </a:extLst>
          </p:cNvPr>
          <p:cNvSpPr/>
          <p:nvPr/>
        </p:nvSpPr>
        <p:spPr>
          <a:xfrm rot="19577717">
            <a:off x="7279893" y="285913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3A436844-215E-48D4-9662-0B5E95A97AF1}"/>
              </a:ext>
            </a:extLst>
          </p:cNvPr>
          <p:cNvSpPr/>
          <p:nvPr/>
        </p:nvSpPr>
        <p:spPr>
          <a:xfrm rot="19577717">
            <a:off x="11292232" y="512557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5ADD0968-DC40-4764-92D2-ADA0F0632773}"/>
              </a:ext>
            </a:extLst>
          </p:cNvPr>
          <p:cNvSpPr/>
          <p:nvPr/>
        </p:nvSpPr>
        <p:spPr>
          <a:xfrm rot="19577717">
            <a:off x="7525323" y="42800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D1294B47-72EC-4E27-A0A8-31EDC04BEB8B}"/>
              </a:ext>
            </a:extLst>
          </p:cNvPr>
          <p:cNvSpPr/>
          <p:nvPr/>
        </p:nvSpPr>
        <p:spPr>
          <a:xfrm rot="19577717">
            <a:off x="11779229" y="51148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AAEC372F-0C5C-48AC-B896-6E1B374CF04A}"/>
              </a:ext>
            </a:extLst>
          </p:cNvPr>
          <p:cNvSpPr/>
          <p:nvPr/>
        </p:nvSpPr>
        <p:spPr>
          <a:xfrm rot="2022283" flipH="1">
            <a:off x="12602672" y="42241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EC2B4FB4-1314-42F4-9F19-BAE478558ADE}"/>
              </a:ext>
            </a:extLst>
          </p:cNvPr>
          <p:cNvSpPr/>
          <p:nvPr/>
        </p:nvSpPr>
        <p:spPr>
          <a:xfrm rot="19577717">
            <a:off x="10794236" y="53362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CC546A2C-7445-4DAD-8273-2A577CA2A554}"/>
              </a:ext>
            </a:extLst>
          </p:cNvPr>
          <p:cNvSpPr/>
          <p:nvPr/>
        </p:nvSpPr>
        <p:spPr>
          <a:xfrm rot="2022283" flipH="1">
            <a:off x="10678674" y="468122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Könnycsepp 119">
            <a:extLst>
              <a:ext uri="{FF2B5EF4-FFF2-40B4-BE49-F238E27FC236}">
                <a16:creationId xmlns:a16="http://schemas.microsoft.com/office/drawing/2014/main" id="{AB30D41A-40E5-419A-A066-726F6E169663}"/>
              </a:ext>
            </a:extLst>
          </p:cNvPr>
          <p:cNvSpPr/>
          <p:nvPr/>
        </p:nvSpPr>
        <p:spPr>
          <a:xfrm rot="19577717">
            <a:off x="11733858" y="59875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Könnycsepp 120">
            <a:extLst>
              <a:ext uri="{FF2B5EF4-FFF2-40B4-BE49-F238E27FC236}">
                <a16:creationId xmlns:a16="http://schemas.microsoft.com/office/drawing/2014/main" id="{8DBB3471-5340-45C6-A131-C249EB3662DE}"/>
              </a:ext>
            </a:extLst>
          </p:cNvPr>
          <p:cNvSpPr/>
          <p:nvPr/>
        </p:nvSpPr>
        <p:spPr>
          <a:xfrm rot="2022283" flipH="1">
            <a:off x="8898026" y="51205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3E247336-3F05-41C8-A4E2-FFA1B7C232C7}"/>
              </a:ext>
            </a:extLst>
          </p:cNvPr>
          <p:cNvSpPr/>
          <p:nvPr/>
        </p:nvSpPr>
        <p:spPr>
          <a:xfrm rot="2022283" flipH="1">
            <a:off x="9982462" y="603687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BB959CCA-DE29-422F-86A0-17E06B10E177}"/>
              </a:ext>
            </a:extLst>
          </p:cNvPr>
          <p:cNvSpPr/>
          <p:nvPr/>
        </p:nvSpPr>
        <p:spPr>
          <a:xfrm rot="18333733">
            <a:off x="8425669" y="530745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D74CC53E-D8D6-419F-8316-4CF3A6B88FF2}"/>
              </a:ext>
            </a:extLst>
          </p:cNvPr>
          <p:cNvSpPr/>
          <p:nvPr/>
        </p:nvSpPr>
        <p:spPr>
          <a:xfrm rot="2022283" flipH="1">
            <a:off x="9106748" y="619530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5D3DD2B6-1010-4041-BBA5-480FE8653C10}"/>
              </a:ext>
            </a:extLst>
          </p:cNvPr>
          <p:cNvSpPr/>
          <p:nvPr/>
        </p:nvSpPr>
        <p:spPr>
          <a:xfrm rot="18333733">
            <a:off x="7422858" y="558274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36A009FD-0DA7-4629-AFC6-1F979324A905}"/>
              </a:ext>
            </a:extLst>
          </p:cNvPr>
          <p:cNvSpPr/>
          <p:nvPr/>
        </p:nvSpPr>
        <p:spPr>
          <a:xfrm rot="2022283" flipH="1">
            <a:off x="7862668" y="558925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1E600147-A8BA-4176-95D9-23BD2BD260EC}"/>
              </a:ext>
            </a:extLst>
          </p:cNvPr>
          <p:cNvSpPr/>
          <p:nvPr/>
        </p:nvSpPr>
        <p:spPr>
          <a:xfrm rot="19577717">
            <a:off x="7996360" y="583121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28" name="Csoportba foglalás 127">
            <a:extLst>
              <a:ext uri="{FF2B5EF4-FFF2-40B4-BE49-F238E27FC236}">
                <a16:creationId xmlns:a16="http://schemas.microsoft.com/office/drawing/2014/main" id="{F91468A8-95E3-48B1-82E1-E327B2AD581D}"/>
              </a:ext>
            </a:extLst>
          </p:cNvPr>
          <p:cNvGrpSpPr/>
          <p:nvPr/>
        </p:nvGrpSpPr>
        <p:grpSpPr>
          <a:xfrm>
            <a:off x="630902" y="6131272"/>
            <a:ext cx="11165913" cy="936521"/>
            <a:chOff x="630902" y="6131272"/>
            <a:chExt cx="11165913" cy="936521"/>
          </a:xfrm>
        </p:grpSpPr>
        <p:sp>
          <p:nvSpPr>
            <p:cNvPr id="129" name="Folyamatábra: Egyesítés 128">
              <a:extLst>
                <a:ext uri="{FF2B5EF4-FFF2-40B4-BE49-F238E27FC236}">
                  <a16:creationId xmlns:a16="http://schemas.microsoft.com/office/drawing/2014/main" id="{2962F16E-6649-48AB-9E65-C2BF5F5C9E75}"/>
                </a:ext>
              </a:extLst>
            </p:cNvPr>
            <p:cNvSpPr/>
            <p:nvPr/>
          </p:nvSpPr>
          <p:spPr>
            <a:xfrm rot="19065292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Folyamatábra: Egyesítés 129">
              <a:extLst>
                <a:ext uri="{FF2B5EF4-FFF2-40B4-BE49-F238E27FC236}">
                  <a16:creationId xmlns:a16="http://schemas.microsoft.com/office/drawing/2014/main" id="{574B23E6-1FAC-4FBB-B9CA-11608DCB3C55}"/>
                </a:ext>
              </a:extLst>
            </p:cNvPr>
            <p:cNvSpPr/>
            <p:nvPr/>
          </p:nvSpPr>
          <p:spPr>
            <a:xfrm rot="17033350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Folyamatábra: Egyesítés 130">
              <a:extLst>
                <a:ext uri="{FF2B5EF4-FFF2-40B4-BE49-F238E27FC236}">
                  <a16:creationId xmlns:a16="http://schemas.microsoft.com/office/drawing/2014/main" id="{4FED8626-CB02-4480-8C93-F37381724C79}"/>
                </a:ext>
              </a:extLst>
            </p:cNvPr>
            <p:cNvSpPr/>
            <p:nvPr/>
          </p:nvSpPr>
          <p:spPr>
            <a:xfrm rot="18493190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Folyamatábra: Egyesítés 131">
              <a:extLst>
                <a:ext uri="{FF2B5EF4-FFF2-40B4-BE49-F238E27FC236}">
                  <a16:creationId xmlns:a16="http://schemas.microsoft.com/office/drawing/2014/main" id="{3B320581-CFB0-4280-975C-BE34426823BF}"/>
                </a:ext>
              </a:extLst>
            </p:cNvPr>
            <p:cNvSpPr/>
            <p:nvPr/>
          </p:nvSpPr>
          <p:spPr>
            <a:xfrm rot="16200000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Folyamatábra: Egyesítés 132">
              <a:extLst>
                <a:ext uri="{FF2B5EF4-FFF2-40B4-BE49-F238E27FC236}">
                  <a16:creationId xmlns:a16="http://schemas.microsoft.com/office/drawing/2014/main" id="{ECFAF548-4AD9-4349-A45D-2CE7D24E762F}"/>
                </a:ext>
              </a:extLst>
            </p:cNvPr>
            <p:cNvSpPr/>
            <p:nvPr/>
          </p:nvSpPr>
          <p:spPr>
            <a:xfrm rot="16683626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Folyamatábra: Egyesítés 133">
              <a:extLst>
                <a:ext uri="{FF2B5EF4-FFF2-40B4-BE49-F238E27FC236}">
                  <a16:creationId xmlns:a16="http://schemas.microsoft.com/office/drawing/2014/main" id="{20E924C6-925B-48BC-B762-5CD0E26D0F3D}"/>
                </a:ext>
              </a:extLst>
            </p:cNvPr>
            <p:cNvSpPr/>
            <p:nvPr/>
          </p:nvSpPr>
          <p:spPr>
            <a:xfrm rot="18708393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Folyamatábra: Egyesítés 134">
              <a:extLst>
                <a:ext uri="{FF2B5EF4-FFF2-40B4-BE49-F238E27FC236}">
                  <a16:creationId xmlns:a16="http://schemas.microsoft.com/office/drawing/2014/main" id="{17563DCD-972B-4ADD-9BD8-D184A38BF1E3}"/>
                </a:ext>
              </a:extLst>
            </p:cNvPr>
            <p:cNvSpPr/>
            <p:nvPr/>
          </p:nvSpPr>
          <p:spPr>
            <a:xfrm rot="18522937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Folyamatábra: Egyesítés 135">
              <a:extLst>
                <a:ext uri="{FF2B5EF4-FFF2-40B4-BE49-F238E27FC236}">
                  <a16:creationId xmlns:a16="http://schemas.microsoft.com/office/drawing/2014/main" id="{4BE16F67-0F24-476E-A7D3-B02F81E88515}"/>
                </a:ext>
              </a:extLst>
            </p:cNvPr>
            <p:cNvSpPr/>
            <p:nvPr/>
          </p:nvSpPr>
          <p:spPr>
            <a:xfrm rot="19328032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Folyamatábra: Egyesítés 136">
              <a:extLst>
                <a:ext uri="{FF2B5EF4-FFF2-40B4-BE49-F238E27FC236}">
                  <a16:creationId xmlns:a16="http://schemas.microsoft.com/office/drawing/2014/main" id="{3510B2D6-A3F5-490B-AF88-F87F6C76FADF}"/>
                </a:ext>
              </a:extLst>
            </p:cNvPr>
            <p:cNvSpPr/>
            <p:nvPr/>
          </p:nvSpPr>
          <p:spPr>
            <a:xfrm rot="15048854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Folyamatábra: Egyesítés 137">
              <a:extLst>
                <a:ext uri="{FF2B5EF4-FFF2-40B4-BE49-F238E27FC236}">
                  <a16:creationId xmlns:a16="http://schemas.microsoft.com/office/drawing/2014/main" id="{1E7A9D92-5678-4B50-87AA-B828B50C456C}"/>
                </a:ext>
              </a:extLst>
            </p:cNvPr>
            <p:cNvSpPr/>
            <p:nvPr/>
          </p:nvSpPr>
          <p:spPr>
            <a:xfrm rot="15722902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9" name="Folyamatábra: Egyesítés 138">
              <a:extLst>
                <a:ext uri="{FF2B5EF4-FFF2-40B4-BE49-F238E27FC236}">
                  <a16:creationId xmlns:a16="http://schemas.microsoft.com/office/drawing/2014/main" id="{89218220-0F6D-42C2-B785-FAC0C664CC65}"/>
                </a:ext>
              </a:extLst>
            </p:cNvPr>
            <p:cNvSpPr/>
            <p:nvPr/>
          </p:nvSpPr>
          <p:spPr>
            <a:xfrm rot="15608194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0" name="Folyamatábra: Egyesítés 139">
              <a:extLst>
                <a:ext uri="{FF2B5EF4-FFF2-40B4-BE49-F238E27FC236}">
                  <a16:creationId xmlns:a16="http://schemas.microsoft.com/office/drawing/2014/main" id="{96985A44-EF4D-4BE6-907E-E95063005165}"/>
                </a:ext>
              </a:extLst>
            </p:cNvPr>
            <p:cNvSpPr/>
            <p:nvPr/>
          </p:nvSpPr>
          <p:spPr>
            <a:xfrm rot="17165528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Folyamatábra: Egyesítés 140">
              <a:extLst>
                <a:ext uri="{FF2B5EF4-FFF2-40B4-BE49-F238E27FC236}">
                  <a16:creationId xmlns:a16="http://schemas.microsoft.com/office/drawing/2014/main" id="{464BA3A1-3915-44DE-93EF-22F658F1F8E1}"/>
                </a:ext>
              </a:extLst>
            </p:cNvPr>
            <p:cNvSpPr/>
            <p:nvPr/>
          </p:nvSpPr>
          <p:spPr>
            <a:xfrm rot="15677015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5308636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" name="Csoportba foglalás 141">
            <a:extLst>
              <a:ext uri="{FF2B5EF4-FFF2-40B4-BE49-F238E27FC236}">
                <a16:creationId xmlns:a16="http://schemas.microsoft.com/office/drawing/2014/main" id="{3B4FE993-EE55-47B5-845C-5D55A60A37CA}"/>
              </a:ext>
            </a:extLst>
          </p:cNvPr>
          <p:cNvGrpSpPr/>
          <p:nvPr/>
        </p:nvGrpSpPr>
        <p:grpSpPr>
          <a:xfrm>
            <a:off x="3614148" y="5374346"/>
            <a:ext cx="2225019" cy="1474687"/>
            <a:chOff x="-1940302" y="5316774"/>
            <a:chExt cx="2225019" cy="1474687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98B4CC26-F6E3-4291-AD4C-C5846951BC74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Folyamatábra: Kézi művelet 143">
              <a:extLst>
                <a:ext uri="{FF2B5EF4-FFF2-40B4-BE49-F238E27FC236}">
                  <a16:creationId xmlns:a16="http://schemas.microsoft.com/office/drawing/2014/main" id="{E8F8F7A3-D8A4-4798-B67D-1B27579F266C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Háromszög 144">
              <a:extLst>
                <a:ext uri="{FF2B5EF4-FFF2-40B4-BE49-F238E27FC236}">
                  <a16:creationId xmlns:a16="http://schemas.microsoft.com/office/drawing/2014/main" id="{502CD3B7-BEC5-4640-96B4-EA3ADC994EF0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46" name="Picture 2" descr="Forráskép megtekintése">
              <a:extLst>
                <a:ext uri="{FF2B5EF4-FFF2-40B4-BE49-F238E27FC236}">
                  <a16:creationId xmlns:a16="http://schemas.microsoft.com/office/drawing/2014/main" id="{35C455C9-251B-4159-A1FB-C824FCD36E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270EFE62-D894-4101-8360-F6638A4FE6AF}"/>
              </a:ext>
            </a:extLst>
          </p:cNvPr>
          <p:cNvSpPr/>
          <p:nvPr/>
        </p:nvSpPr>
        <p:spPr>
          <a:xfrm rot="19577717">
            <a:off x="9915020" y="29139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220B652B-45A1-4493-8440-0C5DC4808815}"/>
              </a:ext>
            </a:extLst>
          </p:cNvPr>
          <p:cNvSpPr/>
          <p:nvPr/>
        </p:nvSpPr>
        <p:spPr>
          <a:xfrm rot="19577717">
            <a:off x="10735202" y="31878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B3C2DF76-28E2-43F4-804A-2772C2C58096}"/>
              </a:ext>
            </a:extLst>
          </p:cNvPr>
          <p:cNvSpPr/>
          <p:nvPr/>
        </p:nvSpPr>
        <p:spPr>
          <a:xfrm rot="19577717">
            <a:off x="10035201" y="312999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3EAB39BB-02A4-45EA-9964-622BF7EFB993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441A0BE8-76B0-4E38-9A0A-49D39CEB8FA2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26BDA5CE-B94C-4463-914B-D4C2E9CA117A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D4E847D7-7746-4B84-83E0-75A19F882936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CAC224C6-80B2-4C87-B092-745BA375C12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191B883C-79CD-430C-A562-DAACBAC12F8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D6EBB2E9-9927-44EE-BE41-98446E0FE24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E13D32C2-29A1-4CBD-B82B-8AF32BC565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D99DFAA2-9DEE-4030-9011-8235ED55E8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D9EBA4A9-4519-46AE-9A01-81FBC3226C12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1221B318-5DEB-4B37-A931-9BF6EAA1044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8847B804-D673-48D7-BF63-56EE31FAB838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7" name="Csoportba foglalás 16">
            <a:extLst>
              <a:ext uri="{FF2B5EF4-FFF2-40B4-BE49-F238E27FC236}">
                <a16:creationId xmlns:a16="http://schemas.microsoft.com/office/drawing/2014/main" id="{A1886F6E-73D4-42AE-A310-CC4222A22706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18" name="Csoportba foglalás 17">
              <a:extLst>
                <a:ext uri="{FF2B5EF4-FFF2-40B4-BE49-F238E27FC236}">
                  <a16:creationId xmlns:a16="http://schemas.microsoft.com/office/drawing/2014/main" id="{12F44954-8438-4821-9889-AE0870839CDF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60" name="Csoportba foglalás 59">
                <a:extLst>
                  <a:ext uri="{FF2B5EF4-FFF2-40B4-BE49-F238E27FC236}">
                    <a16:creationId xmlns:a16="http://schemas.microsoft.com/office/drawing/2014/main" id="{CEA6DEA6-E353-49FC-AF6E-9FBD2CFBE3C4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63" name="Derékszögű háromszög 62">
                  <a:extLst>
                    <a:ext uri="{FF2B5EF4-FFF2-40B4-BE49-F238E27FC236}">
                      <a16:creationId xmlns:a16="http://schemas.microsoft.com/office/drawing/2014/main" id="{BAC9581C-F767-4301-886E-49EE2B1DE4A0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4" name="Derékszögű háromszög 63">
                  <a:extLst>
                    <a:ext uri="{FF2B5EF4-FFF2-40B4-BE49-F238E27FC236}">
                      <a16:creationId xmlns:a16="http://schemas.microsoft.com/office/drawing/2014/main" id="{BFD3ECBB-E32A-44C2-80CE-CF9B46E6BBEF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Téglalap 15">
                  <a:extLst>
                    <a:ext uri="{FF2B5EF4-FFF2-40B4-BE49-F238E27FC236}">
                      <a16:creationId xmlns:a16="http://schemas.microsoft.com/office/drawing/2014/main" id="{B4F962AB-671B-4C98-BF1C-E82DE7B885C8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Folyamatábra: Tárolt adat 17">
                  <a:extLst>
                    <a:ext uri="{FF2B5EF4-FFF2-40B4-BE49-F238E27FC236}">
                      <a16:creationId xmlns:a16="http://schemas.microsoft.com/office/drawing/2014/main" id="{44673BF1-6672-4C25-8686-EE0BB6043D6A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7" name="Derékszögű háromszög 66">
                  <a:extLst>
                    <a:ext uri="{FF2B5EF4-FFF2-40B4-BE49-F238E27FC236}">
                      <a16:creationId xmlns:a16="http://schemas.microsoft.com/office/drawing/2014/main" id="{D482C30C-202B-4F60-86D8-4A8718EC7E42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Romboid 67">
                  <a:extLst>
                    <a:ext uri="{FF2B5EF4-FFF2-40B4-BE49-F238E27FC236}">
                      <a16:creationId xmlns:a16="http://schemas.microsoft.com/office/drawing/2014/main" id="{80FB5581-D70A-422B-B88C-C91A72B9CD10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Téglalap 68">
                  <a:extLst>
                    <a:ext uri="{FF2B5EF4-FFF2-40B4-BE49-F238E27FC236}">
                      <a16:creationId xmlns:a16="http://schemas.microsoft.com/office/drawing/2014/main" id="{A0C586D8-DE8C-413D-A128-594C668610FD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0" name="Téglalap: lekerekített 69">
                  <a:extLst>
                    <a:ext uri="{FF2B5EF4-FFF2-40B4-BE49-F238E27FC236}">
                      <a16:creationId xmlns:a16="http://schemas.microsoft.com/office/drawing/2014/main" id="{B8D0291B-11B5-44F9-934C-5E75681159C2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1" name="Téglalap: lekerekített 70">
                  <a:extLst>
                    <a:ext uri="{FF2B5EF4-FFF2-40B4-BE49-F238E27FC236}">
                      <a16:creationId xmlns:a16="http://schemas.microsoft.com/office/drawing/2014/main" id="{A6887B96-777E-40E0-A99D-36E28FBDE36D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2" name="Téglalap: lekerekített 71">
                  <a:extLst>
                    <a:ext uri="{FF2B5EF4-FFF2-40B4-BE49-F238E27FC236}">
                      <a16:creationId xmlns:a16="http://schemas.microsoft.com/office/drawing/2014/main" id="{A265659F-A9DE-45F2-AFF0-03E1010B88F7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3" name="Téglalap: lekerekített 72">
                  <a:extLst>
                    <a:ext uri="{FF2B5EF4-FFF2-40B4-BE49-F238E27FC236}">
                      <a16:creationId xmlns:a16="http://schemas.microsoft.com/office/drawing/2014/main" id="{11F5BBDD-39B3-4922-8477-C6966816A5DE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Téglalap: lekerekített 73">
                  <a:extLst>
                    <a:ext uri="{FF2B5EF4-FFF2-40B4-BE49-F238E27FC236}">
                      <a16:creationId xmlns:a16="http://schemas.microsoft.com/office/drawing/2014/main" id="{6C557E70-A9F5-4640-A8FA-1E60386B1534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: lekerekített 74">
                  <a:extLst>
                    <a:ext uri="{FF2B5EF4-FFF2-40B4-BE49-F238E27FC236}">
                      <a16:creationId xmlns:a16="http://schemas.microsoft.com/office/drawing/2014/main" id="{35631BBF-1C22-4D5F-B3A2-0684E9661148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61" name="Picture 2" descr="Forráskép megtekintése">
                <a:extLst>
                  <a:ext uri="{FF2B5EF4-FFF2-40B4-BE49-F238E27FC236}">
                    <a16:creationId xmlns:a16="http://schemas.microsoft.com/office/drawing/2014/main" id="{2CD83F41-7BA6-4A8A-A081-457C1B980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2" name="Picture 6" descr="Forráskép megtekintése">
                <a:extLst>
                  <a:ext uri="{FF2B5EF4-FFF2-40B4-BE49-F238E27FC236}">
                    <a16:creationId xmlns:a16="http://schemas.microsoft.com/office/drawing/2014/main" id="{F8D3581C-2BDC-4B73-8F3A-483BEACE7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9" name="Csoportba foglalás 18">
              <a:extLst>
                <a:ext uri="{FF2B5EF4-FFF2-40B4-BE49-F238E27FC236}">
                  <a16:creationId xmlns:a16="http://schemas.microsoft.com/office/drawing/2014/main" id="{A975DFBE-EBE3-457B-9E21-3BE7ABADD08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48" name="Csoportba foglalás 47">
                <a:extLst>
                  <a:ext uri="{FF2B5EF4-FFF2-40B4-BE49-F238E27FC236}">
                    <a16:creationId xmlns:a16="http://schemas.microsoft.com/office/drawing/2014/main" id="{46D30DF0-3AB7-4F11-AB97-B6843919EB56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51" name="Henger 50">
                  <a:extLst>
                    <a:ext uri="{FF2B5EF4-FFF2-40B4-BE49-F238E27FC236}">
                      <a16:creationId xmlns:a16="http://schemas.microsoft.com/office/drawing/2014/main" id="{03C9D125-021A-498E-BE7B-C3AFA6F0AB75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5BEC6A4F-7514-4DA5-8414-A21CBE8F8E49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3" name="Téglalap 52">
                  <a:extLst>
                    <a:ext uri="{FF2B5EF4-FFF2-40B4-BE49-F238E27FC236}">
                      <a16:creationId xmlns:a16="http://schemas.microsoft.com/office/drawing/2014/main" id="{20684AC4-C45D-48E5-A40F-7F343F32DE23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EC57399C-69C1-4E53-8D32-E162F2080B1A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FCA54C20-949C-4DE2-9163-68C2396261F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7972AA79-F79E-48AF-8FA6-A6CC9CA55D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50E8AF48-EE6C-4067-88ED-B003C26879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30DF705B-7484-4C42-89AD-90794762C0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9" name="Ellipszis 58">
                  <a:extLst>
                    <a:ext uri="{FF2B5EF4-FFF2-40B4-BE49-F238E27FC236}">
                      <a16:creationId xmlns:a16="http://schemas.microsoft.com/office/drawing/2014/main" id="{6A3CE8F4-74C7-4F14-808B-3A397CD5E39D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49" name="Egyenes összekötő 48">
                <a:extLst>
                  <a:ext uri="{FF2B5EF4-FFF2-40B4-BE49-F238E27FC236}">
                    <a16:creationId xmlns:a16="http://schemas.microsoft.com/office/drawing/2014/main" id="{FB2C8AAE-951B-4DC5-BD4D-B7564CFB2AF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0" name="Egyenes összekötő 49">
                <a:extLst>
                  <a:ext uri="{FF2B5EF4-FFF2-40B4-BE49-F238E27FC236}">
                    <a16:creationId xmlns:a16="http://schemas.microsoft.com/office/drawing/2014/main" id="{192BE63A-8119-4D62-91B8-B1E1E6E71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20" name="Csoportba foglalás 19">
              <a:extLst>
                <a:ext uri="{FF2B5EF4-FFF2-40B4-BE49-F238E27FC236}">
                  <a16:creationId xmlns:a16="http://schemas.microsoft.com/office/drawing/2014/main" id="{12D5DA93-F507-4D36-8754-9071DFB5EF38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38" name="Henger 37">
                <a:extLst>
                  <a:ext uri="{FF2B5EF4-FFF2-40B4-BE49-F238E27FC236}">
                    <a16:creationId xmlns:a16="http://schemas.microsoft.com/office/drawing/2014/main" id="{77BBCE17-0D7A-4169-AED8-037E57AE9AB1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39" name="Csoportba foglalás 38">
                <a:extLst>
                  <a:ext uri="{FF2B5EF4-FFF2-40B4-BE49-F238E27FC236}">
                    <a16:creationId xmlns:a16="http://schemas.microsoft.com/office/drawing/2014/main" id="{D0E2B605-1A2F-4BB3-8B0D-BA1456129550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A2E70764-624F-4EC6-B6E3-815C48250AFE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3FDE5B0B-7D00-41DF-9F5E-04ADAE92CCB6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43" name="Egyenes összekötő 42">
                  <a:extLst>
                    <a:ext uri="{FF2B5EF4-FFF2-40B4-BE49-F238E27FC236}">
                      <a16:creationId xmlns:a16="http://schemas.microsoft.com/office/drawing/2014/main" id="{D7DFA107-AD63-483C-A2EF-F360C109B1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Egyenes összekötő 43">
                  <a:extLst>
                    <a:ext uri="{FF2B5EF4-FFF2-40B4-BE49-F238E27FC236}">
                      <a16:creationId xmlns:a16="http://schemas.microsoft.com/office/drawing/2014/main" id="{EFF90752-E111-4055-88B5-9EA9EA8E57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Egyenes összekötő 44">
                  <a:extLst>
                    <a:ext uri="{FF2B5EF4-FFF2-40B4-BE49-F238E27FC236}">
                      <a16:creationId xmlns:a16="http://schemas.microsoft.com/office/drawing/2014/main" id="{3DF8E12D-EC86-4010-93A4-AA489E9B44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Egyenes összekötő 45">
                  <a:extLst>
                    <a:ext uri="{FF2B5EF4-FFF2-40B4-BE49-F238E27FC236}">
                      <a16:creationId xmlns:a16="http://schemas.microsoft.com/office/drawing/2014/main" id="{4C784EE7-2F42-49A2-92E2-79E2E4D1EE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394FE6AA-F67B-4B9B-9AD5-31524B14215C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0" name="Téglalap 39">
                <a:extLst>
                  <a:ext uri="{FF2B5EF4-FFF2-40B4-BE49-F238E27FC236}">
                    <a16:creationId xmlns:a16="http://schemas.microsoft.com/office/drawing/2014/main" id="{555F844F-9764-4865-AC08-A61D4FEB8FC9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1" name="Csoportba foglalás 20">
              <a:extLst>
                <a:ext uri="{FF2B5EF4-FFF2-40B4-BE49-F238E27FC236}">
                  <a16:creationId xmlns:a16="http://schemas.microsoft.com/office/drawing/2014/main" id="{566E7264-1912-45C1-9A52-16B531060C05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22" name="Csoportba foglalás 21">
                <a:extLst>
                  <a:ext uri="{FF2B5EF4-FFF2-40B4-BE49-F238E27FC236}">
                    <a16:creationId xmlns:a16="http://schemas.microsoft.com/office/drawing/2014/main" id="{16FBAC45-8BB1-4FED-9306-968388DBD6A2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30" name="Henger 29">
                  <a:extLst>
                    <a:ext uri="{FF2B5EF4-FFF2-40B4-BE49-F238E27FC236}">
                      <a16:creationId xmlns:a16="http://schemas.microsoft.com/office/drawing/2014/main" id="{22F99255-8BD8-4CF0-8F62-338125828CEB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1" name="Ellipszis 30">
                  <a:extLst>
                    <a:ext uri="{FF2B5EF4-FFF2-40B4-BE49-F238E27FC236}">
                      <a16:creationId xmlns:a16="http://schemas.microsoft.com/office/drawing/2014/main" id="{A560ED7C-E610-45B8-AC73-5605267EB209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2" name="Ív 31">
                  <a:extLst>
                    <a:ext uri="{FF2B5EF4-FFF2-40B4-BE49-F238E27FC236}">
                      <a16:creationId xmlns:a16="http://schemas.microsoft.com/office/drawing/2014/main" id="{39D98360-2687-42BE-BBAB-90786EEA1E0E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33" name="Picture 2" descr="Forráskép megtekintése">
                  <a:extLst>
                    <a:ext uri="{FF2B5EF4-FFF2-40B4-BE49-F238E27FC236}">
                      <a16:creationId xmlns:a16="http://schemas.microsoft.com/office/drawing/2014/main" id="{BA27DE3B-A316-4851-8356-2B74E2A5E54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34" name="Téglalap 33">
                  <a:extLst>
                    <a:ext uri="{FF2B5EF4-FFF2-40B4-BE49-F238E27FC236}">
                      <a16:creationId xmlns:a16="http://schemas.microsoft.com/office/drawing/2014/main" id="{7B3CFAD9-C2BD-4538-94C7-535288544BA1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5" name="Csillag: 4 ágú 34">
                  <a:extLst>
                    <a:ext uri="{FF2B5EF4-FFF2-40B4-BE49-F238E27FC236}">
                      <a16:creationId xmlns:a16="http://schemas.microsoft.com/office/drawing/2014/main" id="{0FDDEA11-9FDE-4608-8F15-1AC7FD025A25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6" name="Szabadkézi sokszög: alakzat 35">
                  <a:extLst>
                    <a:ext uri="{FF2B5EF4-FFF2-40B4-BE49-F238E27FC236}">
                      <a16:creationId xmlns:a16="http://schemas.microsoft.com/office/drawing/2014/main" id="{80FD1411-0FA6-4519-8784-8A295D0845C3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7" name="Ellipszis 36">
                  <a:extLst>
                    <a:ext uri="{FF2B5EF4-FFF2-40B4-BE49-F238E27FC236}">
                      <a16:creationId xmlns:a16="http://schemas.microsoft.com/office/drawing/2014/main" id="{3086289A-AF7C-402B-AE3E-C83F6C02232F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23" name="Ellipszis 22">
                <a:extLst>
                  <a:ext uri="{FF2B5EF4-FFF2-40B4-BE49-F238E27FC236}">
                    <a16:creationId xmlns:a16="http://schemas.microsoft.com/office/drawing/2014/main" id="{6819CF79-A02A-4B81-B6D5-482CE3C081D6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" name="Ellipszis 23">
                <a:extLst>
                  <a:ext uri="{FF2B5EF4-FFF2-40B4-BE49-F238E27FC236}">
                    <a16:creationId xmlns:a16="http://schemas.microsoft.com/office/drawing/2014/main" id="{52A4208F-86FB-4804-A505-A331389FBEA3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E9C50ACD-FC35-46E5-AB40-5E72142FA18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A106C3A4-1E1C-4A15-8D42-2581BC13CB68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C3875EA9-9CB8-4CED-A7EC-38B3D4C8E850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28" name="Kép 27">
                <a:extLst>
                  <a:ext uri="{FF2B5EF4-FFF2-40B4-BE49-F238E27FC236}">
                    <a16:creationId xmlns:a16="http://schemas.microsoft.com/office/drawing/2014/main" id="{F7D1D137-DFA3-4FEC-BFCF-3CB6ADEA3E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CE59A0AA-8D2F-4558-B348-44209AF385A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76" name="Könnycsepp 75">
            <a:extLst>
              <a:ext uri="{FF2B5EF4-FFF2-40B4-BE49-F238E27FC236}">
                <a16:creationId xmlns:a16="http://schemas.microsoft.com/office/drawing/2014/main" id="{AD1234EA-F724-413C-9488-2A10321EF86D}"/>
              </a:ext>
            </a:extLst>
          </p:cNvPr>
          <p:cNvSpPr/>
          <p:nvPr/>
        </p:nvSpPr>
        <p:spPr>
          <a:xfrm rot="19577717">
            <a:off x="7983091" y="296224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7" name="Könnycsepp 76">
            <a:extLst>
              <a:ext uri="{FF2B5EF4-FFF2-40B4-BE49-F238E27FC236}">
                <a16:creationId xmlns:a16="http://schemas.microsoft.com/office/drawing/2014/main" id="{517D27FC-459E-4545-A467-C2B5D06ECF63}"/>
              </a:ext>
            </a:extLst>
          </p:cNvPr>
          <p:cNvSpPr/>
          <p:nvPr/>
        </p:nvSpPr>
        <p:spPr>
          <a:xfrm rot="19577717">
            <a:off x="8333073" y="416227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8" name="Könnycsepp 77">
            <a:extLst>
              <a:ext uri="{FF2B5EF4-FFF2-40B4-BE49-F238E27FC236}">
                <a16:creationId xmlns:a16="http://schemas.microsoft.com/office/drawing/2014/main" id="{EE71549C-9E1A-457C-BA89-4CF62A8AB843}"/>
              </a:ext>
            </a:extLst>
          </p:cNvPr>
          <p:cNvSpPr/>
          <p:nvPr/>
        </p:nvSpPr>
        <p:spPr>
          <a:xfrm rot="19577717">
            <a:off x="11304316" y="34347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9" name="Könnycsepp 78">
            <a:extLst>
              <a:ext uri="{FF2B5EF4-FFF2-40B4-BE49-F238E27FC236}">
                <a16:creationId xmlns:a16="http://schemas.microsoft.com/office/drawing/2014/main" id="{AA9D55C0-4849-424F-B798-3D7FA886562B}"/>
              </a:ext>
            </a:extLst>
          </p:cNvPr>
          <p:cNvSpPr/>
          <p:nvPr/>
        </p:nvSpPr>
        <p:spPr>
          <a:xfrm rot="19577717">
            <a:off x="7642258" y="19683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0" name="Könnycsepp 79">
            <a:extLst>
              <a:ext uri="{FF2B5EF4-FFF2-40B4-BE49-F238E27FC236}">
                <a16:creationId xmlns:a16="http://schemas.microsoft.com/office/drawing/2014/main" id="{7324C7EE-7FB6-4694-83B6-EFCEE7841BCA}"/>
              </a:ext>
            </a:extLst>
          </p:cNvPr>
          <p:cNvSpPr/>
          <p:nvPr/>
        </p:nvSpPr>
        <p:spPr>
          <a:xfrm rot="19577717">
            <a:off x="7148879" y="37238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1" name="Könnycsepp 80">
            <a:extLst>
              <a:ext uri="{FF2B5EF4-FFF2-40B4-BE49-F238E27FC236}">
                <a16:creationId xmlns:a16="http://schemas.microsoft.com/office/drawing/2014/main" id="{B1123CBD-385D-4FEB-B65E-C43A8FB10057}"/>
              </a:ext>
            </a:extLst>
          </p:cNvPr>
          <p:cNvSpPr/>
          <p:nvPr/>
        </p:nvSpPr>
        <p:spPr>
          <a:xfrm rot="19577717">
            <a:off x="11240182" y="58654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2" name="Könnycsepp 81">
            <a:extLst>
              <a:ext uri="{FF2B5EF4-FFF2-40B4-BE49-F238E27FC236}">
                <a16:creationId xmlns:a16="http://schemas.microsoft.com/office/drawing/2014/main" id="{970C28E3-04B4-4684-B979-CA6168CFC2BE}"/>
              </a:ext>
            </a:extLst>
          </p:cNvPr>
          <p:cNvSpPr/>
          <p:nvPr/>
        </p:nvSpPr>
        <p:spPr>
          <a:xfrm rot="18333733">
            <a:off x="7015594" y="49337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3" name="Könnycsepp 82">
            <a:extLst>
              <a:ext uri="{FF2B5EF4-FFF2-40B4-BE49-F238E27FC236}">
                <a16:creationId xmlns:a16="http://schemas.microsoft.com/office/drawing/2014/main" id="{167C3885-4F49-4882-A2E9-07DB8E12D4FD}"/>
              </a:ext>
            </a:extLst>
          </p:cNvPr>
          <p:cNvSpPr/>
          <p:nvPr/>
        </p:nvSpPr>
        <p:spPr>
          <a:xfrm rot="19577717">
            <a:off x="8585465" y="47071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4" name="Felhő 83">
            <a:extLst>
              <a:ext uri="{FF2B5EF4-FFF2-40B4-BE49-F238E27FC236}">
                <a16:creationId xmlns:a16="http://schemas.microsoft.com/office/drawing/2014/main" id="{34D20FC4-21DA-4695-B5E8-147D3B1E5656}"/>
              </a:ext>
            </a:extLst>
          </p:cNvPr>
          <p:cNvSpPr/>
          <p:nvPr/>
        </p:nvSpPr>
        <p:spPr>
          <a:xfrm>
            <a:off x="7321422" y="1144281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5" name="Könnycsepp 84">
            <a:extLst>
              <a:ext uri="{FF2B5EF4-FFF2-40B4-BE49-F238E27FC236}">
                <a16:creationId xmlns:a16="http://schemas.microsoft.com/office/drawing/2014/main" id="{6D79BFF3-AE27-4638-9F66-3091D6A8D0A1}"/>
              </a:ext>
            </a:extLst>
          </p:cNvPr>
          <p:cNvSpPr/>
          <p:nvPr/>
        </p:nvSpPr>
        <p:spPr>
          <a:xfrm rot="19577717">
            <a:off x="7603189" y="351367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6" name="Könnycsepp 85">
            <a:extLst>
              <a:ext uri="{FF2B5EF4-FFF2-40B4-BE49-F238E27FC236}">
                <a16:creationId xmlns:a16="http://schemas.microsoft.com/office/drawing/2014/main" id="{DE702628-BFB7-4E9B-A7DC-B7F9102A2CBF}"/>
              </a:ext>
            </a:extLst>
          </p:cNvPr>
          <p:cNvSpPr/>
          <p:nvPr/>
        </p:nvSpPr>
        <p:spPr>
          <a:xfrm rot="19577717">
            <a:off x="8717355" y="27705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Könnycsepp 86">
            <a:extLst>
              <a:ext uri="{FF2B5EF4-FFF2-40B4-BE49-F238E27FC236}">
                <a16:creationId xmlns:a16="http://schemas.microsoft.com/office/drawing/2014/main" id="{C8FFAE78-0F85-4F0F-BB71-B881AE59F695}"/>
              </a:ext>
            </a:extLst>
          </p:cNvPr>
          <p:cNvSpPr/>
          <p:nvPr/>
        </p:nvSpPr>
        <p:spPr>
          <a:xfrm rot="19577717">
            <a:off x="8694553" y="22166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Könnycsepp 87">
            <a:extLst>
              <a:ext uri="{FF2B5EF4-FFF2-40B4-BE49-F238E27FC236}">
                <a16:creationId xmlns:a16="http://schemas.microsoft.com/office/drawing/2014/main" id="{3DCDE122-51AA-4876-A335-F25391DB43F8}"/>
              </a:ext>
            </a:extLst>
          </p:cNvPr>
          <p:cNvSpPr/>
          <p:nvPr/>
        </p:nvSpPr>
        <p:spPr>
          <a:xfrm rot="19577717">
            <a:off x="11766035" y="20094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Könnycsepp 88">
            <a:extLst>
              <a:ext uri="{FF2B5EF4-FFF2-40B4-BE49-F238E27FC236}">
                <a16:creationId xmlns:a16="http://schemas.microsoft.com/office/drawing/2014/main" id="{1A62FD35-0476-4558-80EE-339830AEBADD}"/>
              </a:ext>
            </a:extLst>
          </p:cNvPr>
          <p:cNvSpPr/>
          <p:nvPr/>
        </p:nvSpPr>
        <p:spPr>
          <a:xfrm rot="19577717">
            <a:off x="9105955" y="189818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1B88A3C6-F81A-4E18-A7C6-691A08A1B3C1}"/>
              </a:ext>
            </a:extLst>
          </p:cNvPr>
          <p:cNvSpPr/>
          <p:nvPr/>
        </p:nvSpPr>
        <p:spPr>
          <a:xfrm rot="19577717">
            <a:off x="10008057" y="278871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784CC66E-FBB0-4218-9A44-C1A915426F5B}"/>
              </a:ext>
            </a:extLst>
          </p:cNvPr>
          <p:cNvSpPr/>
          <p:nvPr/>
        </p:nvSpPr>
        <p:spPr>
          <a:xfrm rot="19577717">
            <a:off x="8013531" y="18717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C885197B-EFDE-4FD9-B293-00DF7DCB1195}"/>
              </a:ext>
            </a:extLst>
          </p:cNvPr>
          <p:cNvSpPr/>
          <p:nvPr/>
        </p:nvSpPr>
        <p:spPr>
          <a:xfrm rot="19577717">
            <a:off x="10066778" y="218607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D30F0C2A-1980-43C0-8FAF-ACF5883660EC}"/>
              </a:ext>
            </a:extLst>
          </p:cNvPr>
          <p:cNvSpPr/>
          <p:nvPr/>
        </p:nvSpPr>
        <p:spPr>
          <a:xfrm rot="19577717">
            <a:off x="9816469" y="181359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5259BAA8-A567-4E03-B58B-A62568EF274D}"/>
              </a:ext>
            </a:extLst>
          </p:cNvPr>
          <p:cNvSpPr/>
          <p:nvPr/>
        </p:nvSpPr>
        <p:spPr>
          <a:xfrm rot="19577717">
            <a:off x="7466292" y="248432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776F75B6-E841-42AC-A956-DE68895E5927}"/>
              </a:ext>
            </a:extLst>
          </p:cNvPr>
          <p:cNvSpPr/>
          <p:nvPr/>
        </p:nvSpPr>
        <p:spPr>
          <a:xfrm rot="19577717">
            <a:off x="9000751" y="362145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C68DB78A-4925-47C2-A979-D0AEF686B45C}"/>
              </a:ext>
            </a:extLst>
          </p:cNvPr>
          <p:cNvSpPr/>
          <p:nvPr/>
        </p:nvSpPr>
        <p:spPr>
          <a:xfrm rot="19577717">
            <a:off x="8750042" y="322710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FCEC5385-2DE6-435D-AE1C-456497AA9103}"/>
              </a:ext>
            </a:extLst>
          </p:cNvPr>
          <p:cNvSpPr/>
          <p:nvPr/>
        </p:nvSpPr>
        <p:spPr>
          <a:xfrm rot="19577717">
            <a:off x="7786727" y="452030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9002FD28-CBB3-40DA-AD0C-6588D277139A}"/>
              </a:ext>
            </a:extLst>
          </p:cNvPr>
          <p:cNvSpPr/>
          <p:nvPr/>
        </p:nvSpPr>
        <p:spPr>
          <a:xfrm rot="2022283" flipH="1">
            <a:off x="10633274" y="577011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383D9332-3BEF-4070-B65D-D796D4E468E1}"/>
              </a:ext>
            </a:extLst>
          </p:cNvPr>
          <p:cNvSpPr/>
          <p:nvPr/>
        </p:nvSpPr>
        <p:spPr>
          <a:xfrm rot="2022283" flipH="1">
            <a:off x="9506512" y="494982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Könnycsepp 99">
            <a:extLst>
              <a:ext uri="{FF2B5EF4-FFF2-40B4-BE49-F238E27FC236}">
                <a16:creationId xmlns:a16="http://schemas.microsoft.com/office/drawing/2014/main" id="{B4A7BFA8-4C43-481E-B323-F55E5BCECE08}"/>
              </a:ext>
            </a:extLst>
          </p:cNvPr>
          <p:cNvSpPr/>
          <p:nvPr/>
        </p:nvSpPr>
        <p:spPr>
          <a:xfrm rot="2022283" flipH="1">
            <a:off x="9940707" y="41449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3EFC20AD-56C4-4FA7-BC50-394F826C3709}"/>
              </a:ext>
            </a:extLst>
          </p:cNvPr>
          <p:cNvSpPr/>
          <p:nvPr/>
        </p:nvSpPr>
        <p:spPr>
          <a:xfrm rot="2022283" flipH="1">
            <a:off x="9532346" y="459389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Felhő 101">
            <a:extLst>
              <a:ext uri="{FF2B5EF4-FFF2-40B4-BE49-F238E27FC236}">
                <a16:creationId xmlns:a16="http://schemas.microsoft.com/office/drawing/2014/main" id="{8C426F6E-A124-4B85-99A1-CC8F18F773D6}"/>
              </a:ext>
            </a:extLst>
          </p:cNvPr>
          <p:cNvSpPr/>
          <p:nvPr/>
        </p:nvSpPr>
        <p:spPr>
          <a:xfrm>
            <a:off x="10132117" y="931763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4D5D96AB-6F36-4A3C-A478-5384227B4AB4}"/>
              </a:ext>
            </a:extLst>
          </p:cNvPr>
          <p:cNvSpPr/>
          <p:nvPr/>
        </p:nvSpPr>
        <p:spPr>
          <a:xfrm rot="19577717">
            <a:off x="11307703" y="22298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8DDA5DAA-2D48-4457-AC02-2BD6EC1C84C1}"/>
              </a:ext>
            </a:extLst>
          </p:cNvPr>
          <p:cNvSpPr/>
          <p:nvPr/>
        </p:nvSpPr>
        <p:spPr>
          <a:xfrm rot="19577717">
            <a:off x="11322477" y="450655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2C5493BC-1AEC-46FB-BC84-4E987A9DA1E0}"/>
              </a:ext>
            </a:extLst>
          </p:cNvPr>
          <p:cNvSpPr/>
          <p:nvPr/>
        </p:nvSpPr>
        <p:spPr>
          <a:xfrm rot="19577717">
            <a:off x="10636345" y="41449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FF68D030-D3E1-4BC0-A0E2-6C347E145C19}"/>
              </a:ext>
            </a:extLst>
          </p:cNvPr>
          <p:cNvSpPr/>
          <p:nvPr/>
        </p:nvSpPr>
        <p:spPr>
          <a:xfrm rot="19577717">
            <a:off x="9982462" y="30085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9CF2E4D4-A7CA-48FA-BE0E-99CB1C0ED0D2}"/>
              </a:ext>
            </a:extLst>
          </p:cNvPr>
          <p:cNvSpPr/>
          <p:nvPr/>
        </p:nvSpPr>
        <p:spPr>
          <a:xfrm rot="19577717">
            <a:off x="11803757" y="29793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86C88E97-880E-42FB-814D-7C2D34DFF96D}"/>
              </a:ext>
            </a:extLst>
          </p:cNvPr>
          <p:cNvSpPr/>
          <p:nvPr/>
        </p:nvSpPr>
        <p:spPr>
          <a:xfrm rot="19577717">
            <a:off x="11298965" y="27705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7210DFC7-198D-43C4-B7BD-BCD201AB9E26}"/>
              </a:ext>
            </a:extLst>
          </p:cNvPr>
          <p:cNvSpPr/>
          <p:nvPr/>
        </p:nvSpPr>
        <p:spPr>
          <a:xfrm rot="19577717">
            <a:off x="10353285" y="27629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1810C027-883A-4F06-A016-08BD3FF811A7}"/>
              </a:ext>
            </a:extLst>
          </p:cNvPr>
          <p:cNvSpPr/>
          <p:nvPr/>
        </p:nvSpPr>
        <p:spPr>
          <a:xfrm rot="19577717">
            <a:off x="11733858" y="40091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B5D1726A-9AC0-4894-9420-E56F2DE22741}"/>
              </a:ext>
            </a:extLst>
          </p:cNvPr>
          <p:cNvSpPr/>
          <p:nvPr/>
        </p:nvSpPr>
        <p:spPr>
          <a:xfrm rot="19577717">
            <a:off x="9901153" y="243533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EEFE75EC-4AF8-479F-BFC2-AC2D5833D1C0}"/>
              </a:ext>
            </a:extLst>
          </p:cNvPr>
          <p:cNvSpPr/>
          <p:nvPr/>
        </p:nvSpPr>
        <p:spPr>
          <a:xfrm rot="19577717">
            <a:off x="9325096" y="292799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B751403D-941B-43F3-9D91-F35AEC23C3A2}"/>
              </a:ext>
            </a:extLst>
          </p:cNvPr>
          <p:cNvSpPr/>
          <p:nvPr/>
        </p:nvSpPr>
        <p:spPr>
          <a:xfrm rot="19577717">
            <a:off x="7279893" y="285913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30417106-9549-446F-9A6F-F7A56A5E76D1}"/>
              </a:ext>
            </a:extLst>
          </p:cNvPr>
          <p:cNvSpPr/>
          <p:nvPr/>
        </p:nvSpPr>
        <p:spPr>
          <a:xfrm rot="19577717">
            <a:off x="11292232" y="512557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0D3263D8-A724-41FC-BBF2-AC8E866EA1A1}"/>
              </a:ext>
            </a:extLst>
          </p:cNvPr>
          <p:cNvSpPr/>
          <p:nvPr/>
        </p:nvSpPr>
        <p:spPr>
          <a:xfrm rot="19577717">
            <a:off x="7525323" y="428000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E67E5AC2-B6E1-4E8B-A775-1DD034B109A4}"/>
              </a:ext>
            </a:extLst>
          </p:cNvPr>
          <p:cNvSpPr/>
          <p:nvPr/>
        </p:nvSpPr>
        <p:spPr>
          <a:xfrm rot="19577717">
            <a:off x="11779229" y="51148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418A8D7F-F64E-4C7D-965E-8E9C22C6F90F}"/>
              </a:ext>
            </a:extLst>
          </p:cNvPr>
          <p:cNvSpPr/>
          <p:nvPr/>
        </p:nvSpPr>
        <p:spPr>
          <a:xfrm rot="2022283" flipH="1">
            <a:off x="12602672" y="42241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B8425A52-1DA3-4685-9012-1F0FC2C83582}"/>
              </a:ext>
            </a:extLst>
          </p:cNvPr>
          <p:cNvSpPr/>
          <p:nvPr/>
        </p:nvSpPr>
        <p:spPr>
          <a:xfrm rot="19577717">
            <a:off x="10794236" y="53362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007F513F-9F95-4EF6-86C1-27E963AC4A11}"/>
              </a:ext>
            </a:extLst>
          </p:cNvPr>
          <p:cNvSpPr/>
          <p:nvPr/>
        </p:nvSpPr>
        <p:spPr>
          <a:xfrm rot="2022283" flipH="1">
            <a:off x="10678674" y="468122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Könnycsepp 119">
            <a:extLst>
              <a:ext uri="{FF2B5EF4-FFF2-40B4-BE49-F238E27FC236}">
                <a16:creationId xmlns:a16="http://schemas.microsoft.com/office/drawing/2014/main" id="{27DDAE54-C2A5-4C35-B47E-2F2A0C2F1C88}"/>
              </a:ext>
            </a:extLst>
          </p:cNvPr>
          <p:cNvSpPr/>
          <p:nvPr/>
        </p:nvSpPr>
        <p:spPr>
          <a:xfrm rot="19577717">
            <a:off x="11733858" y="59875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Könnycsepp 120">
            <a:extLst>
              <a:ext uri="{FF2B5EF4-FFF2-40B4-BE49-F238E27FC236}">
                <a16:creationId xmlns:a16="http://schemas.microsoft.com/office/drawing/2014/main" id="{B18C0FD2-FEEF-4A64-A9D3-B2A2068494E2}"/>
              </a:ext>
            </a:extLst>
          </p:cNvPr>
          <p:cNvSpPr/>
          <p:nvPr/>
        </p:nvSpPr>
        <p:spPr>
          <a:xfrm rot="2022283" flipH="1">
            <a:off x="8898026" y="51205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020FC7F0-7C85-4D0F-A5CC-9C3ACE51D706}"/>
              </a:ext>
            </a:extLst>
          </p:cNvPr>
          <p:cNvSpPr/>
          <p:nvPr/>
        </p:nvSpPr>
        <p:spPr>
          <a:xfrm rot="2022283" flipH="1">
            <a:off x="9982462" y="603687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3302D51F-4A72-44ED-A0FC-A3631D2B459D}"/>
              </a:ext>
            </a:extLst>
          </p:cNvPr>
          <p:cNvSpPr/>
          <p:nvPr/>
        </p:nvSpPr>
        <p:spPr>
          <a:xfrm rot="18333733">
            <a:off x="8425669" y="530745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52174159-B897-4EC1-8138-6EFCB7214DD0}"/>
              </a:ext>
            </a:extLst>
          </p:cNvPr>
          <p:cNvSpPr/>
          <p:nvPr/>
        </p:nvSpPr>
        <p:spPr>
          <a:xfrm rot="2022283" flipH="1">
            <a:off x="9106748" y="619530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88C434A4-F4AF-40D1-8AFE-0ED8D22DB80B}"/>
              </a:ext>
            </a:extLst>
          </p:cNvPr>
          <p:cNvSpPr/>
          <p:nvPr/>
        </p:nvSpPr>
        <p:spPr>
          <a:xfrm rot="18333733">
            <a:off x="7422858" y="558274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CC8876B0-78B6-4E88-B6E6-7083D3F0DF12}"/>
              </a:ext>
            </a:extLst>
          </p:cNvPr>
          <p:cNvSpPr/>
          <p:nvPr/>
        </p:nvSpPr>
        <p:spPr>
          <a:xfrm rot="2022283" flipH="1">
            <a:off x="7862668" y="558925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03EBE7E9-DBC5-4CBA-AFB3-F6096DEF0807}"/>
              </a:ext>
            </a:extLst>
          </p:cNvPr>
          <p:cNvSpPr/>
          <p:nvPr/>
        </p:nvSpPr>
        <p:spPr>
          <a:xfrm rot="19577717">
            <a:off x="7996360" y="583121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28" name="Csoportba foglalás 127">
            <a:extLst>
              <a:ext uri="{FF2B5EF4-FFF2-40B4-BE49-F238E27FC236}">
                <a16:creationId xmlns:a16="http://schemas.microsoft.com/office/drawing/2014/main" id="{E6601E41-66FE-4212-8FBA-91494CE75A58}"/>
              </a:ext>
            </a:extLst>
          </p:cNvPr>
          <p:cNvGrpSpPr/>
          <p:nvPr/>
        </p:nvGrpSpPr>
        <p:grpSpPr>
          <a:xfrm>
            <a:off x="695211" y="6131272"/>
            <a:ext cx="11101604" cy="936521"/>
            <a:chOff x="695211" y="6131272"/>
            <a:chExt cx="11101604" cy="936521"/>
          </a:xfrm>
        </p:grpSpPr>
        <p:sp>
          <p:nvSpPr>
            <p:cNvPr id="129" name="Folyamatábra: Egyesítés 128">
              <a:extLst>
                <a:ext uri="{FF2B5EF4-FFF2-40B4-BE49-F238E27FC236}">
                  <a16:creationId xmlns:a16="http://schemas.microsoft.com/office/drawing/2014/main" id="{8FCF36E7-AF55-4708-B4E1-37051B8B3009}"/>
                </a:ext>
              </a:extLst>
            </p:cNvPr>
            <p:cNvSpPr/>
            <p:nvPr/>
          </p:nvSpPr>
          <p:spPr>
            <a:xfrm rot="17366323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Folyamatábra: Egyesítés 129">
              <a:extLst>
                <a:ext uri="{FF2B5EF4-FFF2-40B4-BE49-F238E27FC236}">
                  <a16:creationId xmlns:a16="http://schemas.microsoft.com/office/drawing/2014/main" id="{9DB3BD36-254A-47B5-B518-C72F4E6CC56A}"/>
                </a:ext>
              </a:extLst>
            </p:cNvPr>
            <p:cNvSpPr/>
            <p:nvPr/>
          </p:nvSpPr>
          <p:spPr>
            <a:xfrm rot="19239608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Folyamatábra: Egyesítés 130">
              <a:extLst>
                <a:ext uri="{FF2B5EF4-FFF2-40B4-BE49-F238E27FC236}">
                  <a16:creationId xmlns:a16="http://schemas.microsoft.com/office/drawing/2014/main" id="{745D4D8D-44BA-4248-B97E-03CCE64F4A14}"/>
                </a:ext>
              </a:extLst>
            </p:cNvPr>
            <p:cNvSpPr/>
            <p:nvPr/>
          </p:nvSpPr>
          <p:spPr>
            <a:xfrm rot="17224976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Folyamatábra: Egyesítés 131">
              <a:extLst>
                <a:ext uri="{FF2B5EF4-FFF2-40B4-BE49-F238E27FC236}">
                  <a16:creationId xmlns:a16="http://schemas.microsoft.com/office/drawing/2014/main" id="{BFC5446F-5041-43D6-AEC6-E7DB810BFBD3}"/>
                </a:ext>
              </a:extLst>
            </p:cNvPr>
            <p:cNvSpPr/>
            <p:nvPr/>
          </p:nvSpPr>
          <p:spPr>
            <a:xfrm rot="18236867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Folyamatábra: Egyesítés 132">
              <a:extLst>
                <a:ext uri="{FF2B5EF4-FFF2-40B4-BE49-F238E27FC236}">
                  <a16:creationId xmlns:a16="http://schemas.microsoft.com/office/drawing/2014/main" id="{53E8FE3B-5904-4D77-991C-20BCCC5311DD}"/>
                </a:ext>
              </a:extLst>
            </p:cNvPr>
            <p:cNvSpPr/>
            <p:nvPr/>
          </p:nvSpPr>
          <p:spPr>
            <a:xfrm rot="18288260">
              <a:off x="4102315" y="63169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Folyamatábra: Egyesítés 133">
              <a:extLst>
                <a:ext uri="{FF2B5EF4-FFF2-40B4-BE49-F238E27FC236}">
                  <a16:creationId xmlns:a16="http://schemas.microsoft.com/office/drawing/2014/main" id="{DE9C919C-3E86-41A3-A578-961B4066DE49}"/>
                </a:ext>
              </a:extLst>
            </p:cNvPr>
            <p:cNvSpPr/>
            <p:nvPr/>
          </p:nvSpPr>
          <p:spPr>
            <a:xfrm rot="16772107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Folyamatábra: Egyesítés 134">
              <a:extLst>
                <a:ext uri="{FF2B5EF4-FFF2-40B4-BE49-F238E27FC236}">
                  <a16:creationId xmlns:a16="http://schemas.microsoft.com/office/drawing/2014/main" id="{5FFB2381-CCCE-4717-852D-1E654E474E37}"/>
                </a:ext>
              </a:extLst>
            </p:cNvPr>
            <p:cNvSpPr/>
            <p:nvPr/>
          </p:nvSpPr>
          <p:spPr>
            <a:xfrm rot="17330237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Folyamatábra: Egyesítés 135">
              <a:extLst>
                <a:ext uri="{FF2B5EF4-FFF2-40B4-BE49-F238E27FC236}">
                  <a16:creationId xmlns:a16="http://schemas.microsoft.com/office/drawing/2014/main" id="{B7530578-4FBF-4338-ADCF-B4CE39F7770D}"/>
                </a:ext>
              </a:extLst>
            </p:cNvPr>
            <p:cNvSpPr/>
            <p:nvPr/>
          </p:nvSpPr>
          <p:spPr>
            <a:xfrm rot="18309251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Folyamatábra: Egyesítés 136">
              <a:extLst>
                <a:ext uri="{FF2B5EF4-FFF2-40B4-BE49-F238E27FC236}">
                  <a16:creationId xmlns:a16="http://schemas.microsoft.com/office/drawing/2014/main" id="{54097220-2AFE-4463-87F8-1841CE6689FD}"/>
                </a:ext>
              </a:extLst>
            </p:cNvPr>
            <p:cNvSpPr/>
            <p:nvPr/>
          </p:nvSpPr>
          <p:spPr>
            <a:xfrm rot="16902864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Folyamatábra: Egyesítés 137">
              <a:extLst>
                <a:ext uri="{FF2B5EF4-FFF2-40B4-BE49-F238E27FC236}">
                  <a16:creationId xmlns:a16="http://schemas.microsoft.com/office/drawing/2014/main" id="{68218866-BB0D-4714-ABE0-CE4D899970BD}"/>
                </a:ext>
              </a:extLst>
            </p:cNvPr>
            <p:cNvSpPr/>
            <p:nvPr/>
          </p:nvSpPr>
          <p:spPr>
            <a:xfrm rot="14262009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9" name="Folyamatábra: Egyesítés 138">
              <a:extLst>
                <a:ext uri="{FF2B5EF4-FFF2-40B4-BE49-F238E27FC236}">
                  <a16:creationId xmlns:a16="http://schemas.microsoft.com/office/drawing/2014/main" id="{10C9385A-182A-495D-8825-AB436C661B26}"/>
                </a:ext>
              </a:extLst>
            </p:cNvPr>
            <p:cNvSpPr/>
            <p:nvPr/>
          </p:nvSpPr>
          <p:spPr>
            <a:xfrm rot="17682249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0" name="Folyamatábra: Egyesítés 139">
              <a:extLst>
                <a:ext uri="{FF2B5EF4-FFF2-40B4-BE49-F238E27FC236}">
                  <a16:creationId xmlns:a16="http://schemas.microsoft.com/office/drawing/2014/main" id="{E730970F-7157-4F8D-A683-8247EC5BDD9D}"/>
                </a:ext>
              </a:extLst>
            </p:cNvPr>
            <p:cNvSpPr/>
            <p:nvPr/>
          </p:nvSpPr>
          <p:spPr>
            <a:xfrm rot="16200000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Folyamatábra: Egyesítés 140">
              <a:extLst>
                <a:ext uri="{FF2B5EF4-FFF2-40B4-BE49-F238E27FC236}">
                  <a16:creationId xmlns:a16="http://schemas.microsoft.com/office/drawing/2014/main" id="{89493A5D-DB2D-467D-81E0-558CCBFF87DB}"/>
                </a:ext>
              </a:extLst>
            </p:cNvPr>
            <p:cNvSpPr/>
            <p:nvPr/>
          </p:nvSpPr>
          <p:spPr>
            <a:xfrm rot="18284045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235023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" name="Csoportba foglalás 141">
            <a:extLst>
              <a:ext uri="{FF2B5EF4-FFF2-40B4-BE49-F238E27FC236}">
                <a16:creationId xmlns:a16="http://schemas.microsoft.com/office/drawing/2014/main" id="{3269AD64-B109-42E9-8053-E242286100F4}"/>
              </a:ext>
            </a:extLst>
          </p:cNvPr>
          <p:cNvGrpSpPr/>
          <p:nvPr/>
        </p:nvGrpSpPr>
        <p:grpSpPr>
          <a:xfrm>
            <a:off x="4052690" y="5234384"/>
            <a:ext cx="2225019" cy="1474687"/>
            <a:chOff x="-1940302" y="5316774"/>
            <a:chExt cx="2225019" cy="1474687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2E5D2B2E-1330-4FD5-88FE-B1F6A7197EAB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Folyamatábra: Kézi művelet 143">
              <a:extLst>
                <a:ext uri="{FF2B5EF4-FFF2-40B4-BE49-F238E27FC236}">
                  <a16:creationId xmlns:a16="http://schemas.microsoft.com/office/drawing/2014/main" id="{11776179-3CA1-48AD-8E8C-7B27FBA37991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Háromszög 144">
              <a:extLst>
                <a:ext uri="{FF2B5EF4-FFF2-40B4-BE49-F238E27FC236}">
                  <a16:creationId xmlns:a16="http://schemas.microsoft.com/office/drawing/2014/main" id="{E07CC97C-A161-4EEF-905C-0B6461D038BE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46" name="Picture 2" descr="Forráskép megtekintése">
              <a:extLst>
                <a:ext uri="{FF2B5EF4-FFF2-40B4-BE49-F238E27FC236}">
                  <a16:creationId xmlns:a16="http://schemas.microsoft.com/office/drawing/2014/main" id="{2A922504-E957-4304-A872-889D39D252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ABB78BC8-9DFF-407F-B149-4F42DA343632}"/>
              </a:ext>
            </a:extLst>
          </p:cNvPr>
          <p:cNvSpPr/>
          <p:nvPr/>
        </p:nvSpPr>
        <p:spPr>
          <a:xfrm rot="19577717">
            <a:off x="11587169" y="284339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DD96A1E5-FBD1-4C37-99AC-A46504A0824E}"/>
              </a:ext>
            </a:extLst>
          </p:cNvPr>
          <p:cNvSpPr/>
          <p:nvPr/>
        </p:nvSpPr>
        <p:spPr>
          <a:xfrm rot="19577717">
            <a:off x="10735202" y="318783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BD2DF6CA-796D-4D69-9A20-FCB35DE9CA24}"/>
              </a:ext>
            </a:extLst>
          </p:cNvPr>
          <p:cNvSpPr/>
          <p:nvPr/>
        </p:nvSpPr>
        <p:spPr>
          <a:xfrm rot="19577717">
            <a:off x="11707350" y="305943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0CE8C718-2264-4A60-998D-3C53BE3E1A32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4CC9FC1D-8E00-46A0-BAFE-E052E060928C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C0E4ED32-859C-48C9-804E-924FCA07D91B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1B8E38B8-E42C-45CE-BE77-BA9FDB019195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D8945090-FB27-4313-A1C8-204574C539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33F83598-4888-4214-B0B4-AEB011303C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CFC92F17-8AB5-46B3-84E0-D04820A82EF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74F5EF05-65D2-4ECE-902B-556D57FCEBE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869D6EDE-4191-4817-B148-D960786F4C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0CB5EF39-90A8-46D0-A044-845DE1873EB1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D7D0C674-8BE0-43C7-B45F-962C81B98AE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4FC8C33B-263C-49D7-B4CA-A54F85233144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7" name="Csoportba foglalás 16">
            <a:extLst>
              <a:ext uri="{FF2B5EF4-FFF2-40B4-BE49-F238E27FC236}">
                <a16:creationId xmlns:a16="http://schemas.microsoft.com/office/drawing/2014/main" id="{D9F6F68B-B2E5-4139-9602-2EE833C6ACB3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18" name="Csoportba foglalás 17">
              <a:extLst>
                <a:ext uri="{FF2B5EF4-FFF2-40B4-BE49-F238E27FC236}">
                  <a16:creationId xmlns:a16="http://schemas.microsoft.com/office/drawing/2014/main" id="{DC2CF30D-A7A3-40F6-B3C0-F12B2390E938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60" name="Csoportba foglalás 59">
                <a:extLst>
                  <a:ext uri="{FF2B5EF4-FFF2-40B4-BE49-F238E27FC236}">
                    <a16:creationId xmlns:a16="http://schemas.microsoft.com/office/drawing/2014/main" id="{FD48F87E-C9A3-467F-A2F5-F36B3BDF43E2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63" name="Derékszögű háromszög 62">
                  <a:extLst>
                    <a:ext uri="{FF2B5EF4-FFF2-40B4-BE49-F238E27FC236}">
                      <a16:creationId xmlns:a16="http://schemas.microsoft.com/office/drawing/2014/main" id="{6D799A86-17D8-4B89-B549-8D1FDE76965A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4" name="Derékszögű háromszög 63">
                  <a:extLst>
                    <a:ext uri="{FF2B5EF4-FFF2-40B4-BE49-F238E27FC236}">
                      <a16:creationId xmlns:a16="http://schemas.microsoft.com/office/drawing/2014/main" id="{3089B07E-D564-4C95-A3AC-BAC3A26354DD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Téglalap 15">
                  <a:extLst>
                    <a:ext uri="{FF2B5EF4-FFF2-40B4-BE49-F238E27FC236}">
                      <a16:creationId xmlns:a16="http://schemas.microsoft.com/office/drawing/2014/main" id="{20A4D6B7-046F-4E8B-8AA4-C8FA54F21C85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Folyamatábra: Tárolt adat 17">
                  <a:extLst>
                    <a:ext uri="{FF2B5EF4-FFF2-40B4-BE49-F238E27FC236}">
                      <a16:creationId xmlns:a16="http://schemas.microsoft.com/office/drawing/2014/main" id="{AD43B3CD-FDD3-4407-8AB5-2B609CE7930C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7" name="Derékszögű háromszög 66">
                  <a:extLst>
                    <a:ext uri="{FF2B5EF4-FFF2-40B4-BE49-F238E27FC236}">
                      <a16:creationId xmlns:a16="http://schemas.microsoft.com/office/drawing/2014/main" id="{39930E7E-3439-4C5B-9D93-07B43D4EBA72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Romboid 67">
                  <a:extLst>
                    <a:ext uri="{FF2B5EF4-FFF2-40B4-BE49-F238E27FC236}">
                      <a16:creationId xmlns:a16="http://schemas.microsoft.com/office/drawing/2014/main" id="{A2E75C54-FE64-461B-83BF-ADCF8C9AADDB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Téglalap 68">
                  <a:extLst>
                    <a:ext uri="{FF2B5EF4-FFF2-40B4-BE49-F238E27FC236}">
                      <a16:creationId xmlns:a16="http://schemas.microsoft.com/office/drawing/2014/main" id="{B4B3E892-907A-4F1A-B6C3-67F6215D02C7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0" name="Téglalap: lekerekített 69">
                  <a:extLst>
                    <a:ext uri="{FF2B5EF4-FFF2-40B4-BE49-F238E27FC236}">
                      <a16:creationId xmlns:a16="http://schemas.microsoft.com/office/drawing/2014/main" id="{AF344657-7DE8-44E3-A006-742E85DCADC2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1" name="Téglalap: lekerekített 70">
                  <a:extLst>
                    <a:ext uri="{FF2B5EF4-FFF2-40B4-BE49-F238E27FC236}">
                      <a16:creationId xmlns:a16="http://schemas.microsoft.com/office/drawing/2014/main" id="{53962717-196E-4E15-9EA0-E4F5DAA1C714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2" name="Téglalap: lekerekített 71">
                  <a:extLst>
                    <a:ext uri="{FF2B5EF4-FFF2-40B4-BE49-F238E27FC236}">
                      <a16:creationId xmlns:a16="http://schemas.microsoft.com/office/drawing/2014/main" id="{7A1037FB-3765-424D-AFFD-7426813BF8A8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3" name="Téglalap: lekerekített 72">
                  <a:extLst>
                    <a:ext uri="{FF2B5EF4-FFF2-40B4-BE49-F238E27FC236}">
                      <a16:creationId xmlns:a16="http://schemas.microsoft.com/office/drawing/2014/main" id="{9E23EA16-9278-4473-BABA-36FFEB48EAA6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Téglalap: lekerekített 73">
                  <a:extLst>
                    <a:ext uri="{FF2B5EF4-FFF2-40B4-BE49-F238E27FC236}">
                      <a16:creationId xmlns:a16="http://schemas.microsoft.com/office/drawing/2014/main" id="{35AE5B2E-C602-4042-BE1F-45ED8902652C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: lekerekített 74">
                  <a:extLst>
                    <a:ext uri="{FF2B5EF4-FFF2-40B4-BE49-F238E27FC236}">
                      <a16:creationId xmlns:a16="http://schemas.microsoft.com/office/drawing/2014/main" id="{274969F1-9EA3-4374-8740-E4295A1AA62F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61" name="Picture 2" descr="Forráskép megtekintése">
                <a:extLst>
                  <a:ext uri="{FF2B5EF4-FFF2-40B4-BE49-F238E27FC236}">
                    <a16:creationId xmlns:a16="http://schemas.microsoft.com/office/drawing/2014/main" id="{D7DCE316-174A-476B-BA75-BEDDF1DC4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2" name="Picture 6" descr="Forráskép megtekintése">
                <a:extLst>
                  <a:ext uri="{FF2B5EF4-FFF2-40B4-BE49-F238E27FC236}">
                    <a16:creationId xmlns:a16="http://schemas.microsoft.com/office/drawing/2014/main" id="{9A7E0036-7F19-4ECD-B90E-AF4E20FD8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9" name="Csoportba foglalás 18">
              <a:extLst>
                <a:ext uri="{FF2B5EF4-FFF2-40B4-BE49-F238E27FC236}">
                  <a16:creationId xmlns:a16="http://schemas.microsoft.com/office/drawing/2014/main" id="{C0643277-5480-4CF1-81CD-0EA124B09B37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48" name="Csoportba foglalás 47">
                <a:extLst>
                  <a:ext uri="{FF2B5EF4-FFF2-40B4-BE49-F238E27FC236}">
                    <a16:creationId xmlns:a16="http://schemas.microsoft.com/office/drawing/2014/main" id="{749B8FD4-BA7C-414D-BAF5-91040B8AA1E9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51" name="Henger 50">
                  <a:extLst>
                    <a:ext uri="{FF2B5EF4-FFF2-40B4-BE49-F238E27FC236}">
                      <a16:creationId xmlns:a16="http://schemas.microsoft.com/office/drawing/2014/main" id="{9D1FADCC-ED78-471A-9162-9F68302DA555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CFF03BD2-A028-4DD1-BDF2-996D650CCFEA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3" name="Téglalap 52">
                  <a:extLst>
                    <a:ext uri="{FF2B5EF4-FFF2-40B4-BE49-F238E27FC236}">
                      <a16:creationId xmlns:a16="http://schemas.microsoft.com/office/drawing/2014/main" id="{F7AC9E4D-4305-43A9-90ED-954673778FD5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26E99C61-DBEB-432F-A651-A82BEF37ACF6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D54AF8C6-5C8A-4548-A3FD-461E425796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01139DBD-0AD0-481F-B512-D856BD92EA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B1E94410-C4F5-484D-AA8C-A82E28F687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07FDF756-EBE3-4225-9102-D60189A5F0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9" name="Ellipszis 58">
                  <a:extLst>
                    <a:ext uri="{FF2B5EF4-FFF2-40B4-BE49-F238E27FC236}">
                      <a16:creationId xmlns:a16="http://schemas.microsoft.com/office/drawing/2014/main" id="{C7FF0B58-AF52-420B-BA50-25277360026F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49" name="Egyenes összekötő 48">
                <a:extLst>
                  <a:ext uri="{FF2B5EF4-FFF2-40B4-BE49-F238E27FC236}">
                    <a16:creationId xmlns:a16="http://schemas.microsoft.com/office/drawing/2014/main" id="{8D0AA375-79C9-4097-90C5-1E31D2FFBAD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0" name="Egyenes összekötő 49">
                <a:extLst>
                  <a:ext uri="{FF2B5EF4-FFF2-40B4-BE49-F238E27FC236}">
                    <a16:creationId xmlns:a16="http://schemas.microsoft.com/office/drawing/2014/main" id="{8E1F1514-FF51-432D-9088-5E35D1C08B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20" name="Csoportba foglalás 19">
              <a:extLst>
                <a:ext uri="{FF2B5EF4-FFF2-40B4-BE49-F238E27FC236}">
                  <a16:creationId xmlns:a16="http://schemas.microsoft.com/office/drawing/2014/main" id="{7B43A987-168E-4F19-8C10-5C688CDE75CE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38" name="Henger 37">
                <a:extLst>
                  <a:ext uri="{FF2B5EF4-FFF2-40B4-BE49-F238E27FC236}">
                    <a16:creationId xmlns:a16="http://schemas.microsoft.com/office/drawing/2014/main" id="{A5FFD32F-AF86-4B95-B277-1312DC245E07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39" name="Csoportba foglalás 38">
                <a:extLst>
                  <a:ext uri="{FF2B5EF4-FFF2-40B4-BE49-F238E27FC236}">
                    <a16:creationId xmlns:a16="http://schemas.microsoft.com/office/drawing/2014/main" id="{18069714-22B0-4CFD-A172-7DAD98ED7BE6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3835E2A4-AFE3-4A7D-8067-FA239608E0AC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458C12F0-47BA-445E-98BB-B1A9A0FB2CA7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43" name="Egyenes összekötő 42">
                  <a:extLst>
                    <a:ext uri="{FF2B5EF4-FFF2-40B4-BE49-F238E27FC236}">
                      <a16:creationId xmlns:a16="http://schemas.microsoft.com/office/drawing/2014/main" id="{3B5278A8-74C8-47FE-81C0-53DD25E668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Egyenes összekötő 43">
                  <a:extLst>
                    <a:ext uri="{FF2B5EF4-FFF2-40B4-BE49-F238E27FC236}">
                      <a16:creationId xmlns:a16="http://schemas.microsoft.com/office/drawing/2014/main" id="{246D613B-48B2-48E9-8415-CAA021F92B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Egyenes összekötő 44">
                  <a:extLst>
                    <a:ext uri="{FF2B5EF4-FFF2-40B4-BE49-F238E27FC236}">
                      <a16:creationId xmlns:a16="http://schemas.microsoft.com/office/drawing/2014/main" id="{FC2627AA-7DFE-48A0-8E5F-829D6BE435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Egyenes összekötő 45">
                  <a:extLst>
                    <a:ext uri="{FF2B5EF4-FFF2-40B4-BE49-F238E27FC236}">
                      <a16:creationId xmlns:a16="http://schemas.microsoft.com/office/drawing/2014/main" id="{51E4FF01-5600-4083-886F-43878B636C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AE8C5EEB-4B1B-485D-B215-161CC0B61D5E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0" name="Téglalap 39">
                <a:extLst>
                  <a:ext uri="{FF2B5EF4-FFF2-40B4-BE49-F238E27FC236}">
                    <a16:creationId xmlns:a16="http://schemas.microsoft.com/office/drawing/2014/main" id="{163D751A-94AF-4E58-A4EE-5FC90069C04E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1" name="Csoportba foglalás 20">
              <a:extLst>
                <a:ext uri="{FF2B5EF4-FFF2-40B4-BE49-F238E27FC236}">
                  <a16:creationId xmlns:a16="http://schemas.microsoft.com/office/drawing/2014/main" id="{03A47A92-01CB-4BA7-85DB-3E6FC34BAC0F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22" name="Csoportba foglalás 21">
                <a:extLst>
                  <a:ext uri="{FF2B5EF4-FFF2-40B4-BE49-F238E27FC236}">
                    <a16:creationId xmlns:a16="http://schemas.microsoft.com/office/drawing/2014/main" id="{45AAAB76-268A-4BD3-BF1C-72F09F3CDC93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30" name="Henger 29">
                  <a:extLst>
                    <a:ext uri="{FF2B5EF4-FFF2-40B4-BE49-F238E27FC236}">
                      <a16:creationId xmlns:a16="http://schemas.microsoft.com/office/drawing/2014/main" id="{882CB752-8BE9-4BC6-8559-B6FF4F683FB6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1" name="Ellipszis 30">
                  <a:extLst>
                    <a:ext uri="{FF2B5EF4-FFF2-40B4-BE49-F238E27FC236}">
                      <a16:creationId xmlns:a16="http://schemas.microsoft.com/office/drawing/2014/main" id="{ACF6C3D1-9C04-470C-8EFE-D0A6A07E828F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2" name="Ív 31">
                  <a:extLst>
                    <a:ext uri="{FF2B5EF4-FFF2-40B4-BE49-F238E27FC236}">
                      <a16:creationId xmlns:a16="http://schemas.microsoft.com/office/drawing/2014/main" id="{D60D011B-EA84-4D2E-A821-B167316A5981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33" name="Picture 2" descr="Forráskép megtekintése">
                  <a:extLst>
                    <a:ext uri="{FF2B5EF4-FFF2-40B4-BE49-F238E27FC236}">
                      <a16:creationId xmlns:a16="http://schemas.microsoft.com/office/drawing/2014/main" id="{C1C716ED-416D-4C98-A89D-38F8CA45CAE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34" name="Téglalap 33">
                  <a:extLst>
                    <a:ext uri="{FF2B5EF4-FFF2-40B4-BE49-F238E27FC236}">
                      <a16:creationId xmlns:a16="http://schemas.microsoft.com/office/drawing/2014/main" id="{D3417DBB-33E2-46F1-8556-054F8F3CE7AD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5" name="Csillag: 4 ágú 34">
                  <a:extLst>
                    <a:ext uri="{FF2B5EF4-FFF2-40B4-BE49-F238E27FC236}">
                      <a16:creationId xmlns:a16="http://schemas.microsoft.com/office/drawing/2014/main" id="{13084390-7D07-47F3-8FA6-07960BA782C7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6" name="Szabadkézi sokszög: alakzat 35">
                  <a:extLst>
                    <a:ext uri="{FF2B5EF4-FFF2-40B4-BE49-F238E27FC236}">
                      <a16:creationId xmlns:a16="http://schemas.microsoft.com/office/drawing/2014/main" id="{71D326B9-670D-4841-A7AA-F2791E1B5EFF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7" name="Ellipszis 36">
                  <a:extLst>
                    <a:ext uri="{FF2B5EF4-FFF2-40B4-BE49-F238E27FC236}">
                      <a16:creationId xmlns:a16="http://schemas.microsoft.com/office/drawing/2014/main" id="{3DBC6AEA-EA14-4FD9-81E2-1F1C48CBAF96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23" name="Ellipszis 22">
                <a:extLst>
                  <a:ext uri="{FF2B5EF4-FFF2-40B4-BE49-F238E27FC236}">
                    <a16:creationId xmlns:a16="http://schemas.microsoft.com/office/drawing/2014/main" id="{52A17220-936B-454D-9C21-2B4CEB926D03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" name="Ellipszis 23">
                <a:extLst>
                  <a:ext uri="{FF2B5EF4-FFF2-40B4-BE49-F238E27FC236}">
                    <a16:creationId xmlns:a16="http://schemas.microsoft.com/office/drawing/2014/main" id="{E8A2E17D-A924-43C3-A92D-4DA09A03F2CA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D1A88AA7-8050-479D-926E-5BDD11C41D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20ED9DA3-15FE-480B-8298-8C0A35A8BBBC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2EC30FFC-D91E-4C5F-83EA-C3350E78F671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28" name="Kép 27">
                <a:extLst>
                  <a:ext uri="{FF2B5EF4-FFF2-40B4-BE49-F238E27FC236}">
                    <a16:creationId xmlns:a16="http://schemas.microsoft.com/office/drawing/2014/main" id="{CC5BE42F-643D-4CA7-BF07-D8E5199E1F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7021B394-6F2F-4148-BDEB-D0FED5D7374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76" name="Könnycsepp 75">
            <a:extLst>
              <a:ext uri="{FF2B5EF4-FFF2-40B4-BE49-F238E27FC236}">
                <a16:creationId xmlns:a16="http://schemas.microsoft.com/office/drawing/2014/main" id="{80830C34-D5E3-442D-911F-15692D5610BC}"/>
              </a:ext>
            </a:extLst>
          </p:cNvPr>
          <p:cNvSpPr/>
          <p:nvPr/>
        </p:nvSpPr>
        <p:spPr>
          <a:xfrm rot="19577717">
            <a:off x="9655240" y="289168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7" name="Könnycsepp 76">
            <a:extLst>
              <a:ext uri="{FF2B5EF4-FFF2-40B4-BE49-F238E27FC236}">
                <a16:creationId xmlns:a16="http://schemas.microsoft.com/office/drawing/2014/main" id="{9075F6A5-3929-4DD1-B090-DD246065E8ED}"/>
              </a:ext>
            </a:extLst>
          </p:cNvPr>
          <p:cNvSpPr/>
          <p:nvPr/>
        </p:nvSpPr>
        <p:spPr>
          <a:xfrm rot="19577717">
            <a:off x="10005222" y="40917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8" name="Könnycsepp 77">
            <a:extLst>
              <a:ext uri="{FF2B5EF4-FFF2-40B4-BE49-F238E27FC236}">
                <a16:creationId xmlns:a16="http://schemas.microsoft.com/office/drawing/2014/main" id="{FD375F3C-B188-4B16-87CE-4C9727714EEC}"/>
              </a:ext>
            </a:extLst>
          </p:cNvPr>
          <p:cNvSpPr/>
          <p:nvPr/>
        </p:nvSpPr>
        <p:spPr>
          <a:xfrm rot="19577717">
            <a:off x="11304316" y="34347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9" name="Könnycsepp 78">
            <a:extLst>
              <a:ext uri="{FF2B5EF4-FFF2-40B4-BE49-F238E27FC236}">
                <a16:creationId xmlns:a16="http://schemas.microsoft.com/office/drawing/2014/main" id="{3356523D-EED5-4C8D-B7AA-2E102FC4690E}"/>
              </a:ext>
            </a:extLst>
          </p:cNvPr>
          <p:cNvSpPr/>
          <p:nvPr/>
        </p:nvSpPr>
        <p:spPr>
          <a:xfrm rot="19577717">
            <a:off x="9314407" y="18977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0" name="Könnycsepp 79">
            <a:extLst>
              <a:ext uri="{FF2B5EF4-FFF2-40B4-BE49-F238E27FC236}">
                <a16:creationId xmlns:a16="http://schemas.microsoft.com/office/drawing/2014/main" id="{B6E33D7C-705A-40D5-B846-87BD01B962C5}"/>
              </a:ext>
            </a:extLst>
          </p:cNvPr>
          <p:cNvSpPr/>
          <p:nvPr/>
        </p:nvSpPr>
        <p:spPr>
          <a:xfrm rot="19577717">
            <a:off x="8821028" y="36533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1" name="Könnycsepp 80">
            <a:extLst>
              <a:ext uri="{FF2B5EF4-FFF2-40B4-BE49-F238E27FC236}">
                <a16:creationId xmlns:a16="http://schemas.microsoft.com/office/drawing/2014/main" id="{1F696C1B-96D6-47E3-827F-C013C1840212}"/>
              </a:ext>
            </a:extLst>
          </p:cNvPr>
          <p:cNvSpPr/>
          <p:nvPr/>
        </p:nvSpPr>
        <p:spPr>
          <a:xfrm rot="19577717">
            <a:off x="11240182" y="586547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2" name="Könnycsepp 81">
            <a:extLst>
              <a:ext uri="{FF2B5EF4-FFF2-40B4-BE49-F238E27FC236}">
                <a16:creationId xmlns:a16="http://schemas.microsoft.com/office/drawing/2014/main" id="{6A0FA0DE-8792-435C-AA3B-AD09AACBC4B7}"/>
              </a:ext>
            </a:extLst>
          </p:cNvPr>
          <p:cNvSpPr/>
          <p:nvPr/>
        </p:nvSpPr>
        <p:spPr>
          <a:xfrm rot="18333733">
            <a:off x="8687743" y="48631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3" name="Könnycsepp 82">
            <a:extLst>
              <a:ext uri="{FF2B5EF4-FFF2-40B4-BE49-F238E27FC236}">
                <a16:creationId xmlns:a16="http://schemas.microsoft.com/office/drawing/2014/main" id="{9C206D79-2487-43A6-BE13-DEAAF89AB1D1}"/>
              </a:ext>
            </a:extLst>
          </p:cNvPr>
          <p:cNvSpPr/>
          <p:nvPr/>
        </p:nvSpPr>
        <p:spPr>
          <a:xfrm rot="19577717">
            <a:off x="10257614" y="463663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4" name="Felhő 83">
            <a:extLst>
              <a:ext uri="{FF2B5EF4-FFF2-40B4-BE49-F238E27FC236}">
                <a16:creationId xmlns:a16="http://schemas.microsoft.com/office/drawing/2014/main" id="{F7AD5127-5DAE-420E-81BC-4D662548D134}"/>
              </a:ext>
            </a:extLst>
          </p:cNvPr>
          <p:cNvSpPr/>
          <p:nvPr/>
        </p:nvSpPr>
        <p:spPr>
          <a:xfrm>
            <a:off x="8993571" y="1073722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5" name="Könnycsepp 84">
            <a:extLst>
              <a:ext uri="{FF2B5EF4-FFF2-40B4-BE49-F238E27FC236}">
                <a16:creationId xmlns:a16="http://schemas.microsoft.com/office/drawing/2014/main" id="{3B18E46C-DBCC-40A9-9C18-A1C7F27137E6}"/>
              </a:ext>
            </a:extLst>
          </p:cNvPr>
          <p:cNvSpPr/>
          <p:nvPr/>
        </p:nvSpPr>
        <p:spPr>
          <a:xfrm rot="19577717">
            <a:off x="9275338" y="344311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6" name="Könnycsepp 85">
            <a:extLst>
              <a:ext uri="{FF2B5EF4-FFF2-40B4-BE49-F238E27FC236}">
                <a16:creationId xmlns:a16="http://schemas.microsoft.com/office/drawing/2014/main" id="{EB2975BA-73E7-4037-8DB8-B5789918770E}"/>
              </a:ext>
            </a:extLst>
          </p:cNvPr>
          <p:cNvSpPr/>
          <p:nvPr/>
        </p:nvSpPr>
        <p:spPr>
          <a:xfrm rot="19577717">
            <a:off x="10389504" y="270000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Könnycsepp 86">
            <a:extLst>
              <a:ext uri="{FF2B5EF4-FFF2-40B4-BE49-F238E27FC236}">
                <a16:creationId xmlns:a16="http://schemas.microsoft.com/office/drawing/2014/main" id="{11ACD5EB-AE29-48E4-A9EC-D131DE0A2E6D}"/>
              </a:ext>
            </a:extLst>
          </p:cNvPr>
          <p:cNvSpPr/>
          <p:nvPr/>
        </p:nvSpPr>
        <p:spPr>
          <a:xfrm rot="19577717">
            <a:off x="10366702" y="214605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Könnycsepp 87">
            <a:extLst>
              <a:ext uri="{FF2B5EF4-FFF2-40B4-BE49-F238E27FC236}">
                <a16:creationId xmlns:a16="http://schemas.microsoft.com/office/drawing/2014/main" id="{34F23DC0-B1FE-4451-8FDC-3553E1D936B5}"/>
              </a:ext>
            </a:extLst>
          </p:cNvPr>
          <p:cNvSpPr/>
          <p:nvPr/>
        </p:nvSpPr>
        <p:spPr>
          <a:xfrm rot="19577717">
            <a:off x="11766035" y="20094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Könnycsepp 88">
            <a:extLst>
              <a:ext uri="{FF2B5EF4-FFF2-40B4-BE49-F238E27FC236}">
                <a16:creationId xmlns:a16="http://schemas.microsoft.com/office/drawing/2014/main" id="{F46420C2-106A-4D6C-A9BB-4B70ABCD7186}"/>
              </a:ext>
            </a:extLst>
          </p:cNvPr>
          <p:cNvSpPr/>
          <p:nvPr/>
        </p:nvSpPr>
        <p:spPr>
          <a:xfrm rot="19577717">
            <a:off x="10778104" y="18276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69966FBC-B069-4B99-9FF2-B9F0A2A2F6E1}"/>
              </a:ext>
            </a:extLst>
          </p:cNvPr>
          <p:cNvSpPr/>
          <p:nvPr/>
        </p:nvSpPr>
        <p:spPr>
          <a:xfrm rot="19577717">
            <a:off x="11680206" y="27181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03C77BED-6C4A-4839-980D-D2FE92B68870}"/>
              </a:ext>
            </a:extLst>
          </p:cNvPr>
          <p:cNvSpPr/>
          <p:nvPr/>
        </p:nvSpPr>
        <p:spPr>
          <a:xfrm rot="19577717">
            <a:off x="9685680" y="180123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98E49E65-D5E1-469B-B5B6-B6EBDDB5426A}"/>
              </a:ext>
            </a:extLst>
          </p:cNvPr>
          <p:cNvSpPr/>
          <p:nvPr/>
        </p:nvSpPr>
        <p:spPr>
          <a:xfrm rot="19577717">
            <a:off x="11738927" y="211551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D8B42A90-5347-48DD-A402-A3019BEA839F}"/>
              </a:ext>
            </a:extLst>
          </p:cNvPr>
          <p:cNvSpPr/>
          <p:nvPr/>
        </p:nvSpPr>
        <p:spPr>
          <a:xfrm rot="19577717">
            <a:off x="11488618" y="174303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DE6F0CB9-1278-4969-910D-F32AE3C27993}"/>
              </a:ext>
            </a:extLst>
          </p:cNvPr>
          <p:cNvSpPr/>
          <p:nvPr/>
        </p:nvSpPr>
        <p:spPr>
          <a:xfrm rot="19577717">
            <a:off x="9138441" y="241376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25616EAB-E0D4-4A50-9AD5-230D3FB12F16}"/>
              </a:ext>
            </a:extLst>
          </p:cNvPr>
          <p:cNvSpPr/>
          <p:nvPr/>
        </p:nvSpPr>
        <p:spPr>
          <a:xfrm rot="19577717">
            <a:off x="10672900" y="355089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6CA85F17-891E-4FA1-A858-B1D16A375B36}"/>
              </a:ext>
            </a:extLst>
          </p:cNvPr>
          <p:cNvSpPr/>
          <p:nvPr/>
        </p:nvSpPr>
        <p:spPr>
          <a:xfrm rot="19577717">
            <a:off x="10422191" y="31565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7F7CCE61-3A03-4CBC-9BB5-99F40185494E}"/>
              </a:ext>
            </a:extLst>
          </p:cNvPr>
          <p:cNvSpPr/>
          <p:nvPr/>
        </p:nvSpPr>
        <p:spPr>
          <a:xfrm rot="19577717">
            <a:off x="9458876" y="44497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761A1E9B-979B-4AE0-8776-50CC3BCB6B9A}"/>
              </a:ext>
            </a:extLst>
          </p:cNvPr>
          <p:cNvSpPr/>
          <p:nvPr/>
        </p:nvSpPr>
        <p:spPr>
          <a:xfrm rot="2022283" flipH="1">
            <a:off x="10633274" y="577011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1A503B1E-41B9-4FDA-972C-E2330C21EF14}"/>
              </a:ext>
            </a:extLst>
          </p:cNvPr>
          <p:cNvSpPr/>
          <p:nvPr/>
        </p:nvSpPr>
        <p:spPr>
          <a:xfrm rot="2022283" flipH="1">
            <a:off x="11178661" y="48792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Könnycsepp 99">
            <a:extLst>
              <a:ext uri="{FF2B5EF4-FFF2-40B4-BE49-F238E27FC236}">
                <a16:creationId xmlns:a16="http://schemas.microsoft.com/office/drawing/2014/main" id="{B743D31E-7E0F-4D6A-A2B4-191589D74140}"/>
              </a:ext>
            </a:extLst>
          </p:cNvPr>
          <p:cNvSpPr/>
          <p:nvPr/>
        </p:nvSpPr>
        <p:spPr>
          <a:xfrm rot="2022283" flipH="1">
            <a:off x="11612856" y="407440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DEBC45EC-6460-4628-91DD-799E34F254D7}"/>
              </a:ext>
            </a:extLst>
          </p:cNvPr>
          <p:cNvSpPr/>
          <p:nvPr/>
        </p:nvSpPr>
        <p:spPr>
          <a:xfrm rot="2022283" flipH="1">
            <a:off x="11204495" y="452333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Felhő 101">
            <a:extLst>
              <a:ext uri="{FF2B5EF4-FFF2-40B4-BE49-F238E27FC236}">
                <a16:creationId xmlns:a16="http://schemas.microsoft.com/office/drawing/2014/main" id="{242020F1-1966-4BB2-89A5-569A55878CA1}"/>
              </a:ext>
            </a:extLst>
          </p:cNvPr>
          <p:cNvSpPr/>
          <p:nvPr/>
        </p:nvSpPr>
        <p:spPr>
          <a:xfrm>
            <a:off x="10658326" y="921777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16554FE8-DEF0-498B-8D8C-180CBFC99939}"/>
              </a:ext>
            </a:extLst>
          </p:cNvPr>
          <p:cNvSpPr/>
          <p:nvPr/>
        </p:nvSpPr>
        <p:spPr>
          <a:xfrm rot="19577717">
            <a:off x="11307703" y="22298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D82AF1BF-4DE4-4AED-826A-F1D588723F71}"/>
              </a:ext>
            </a:extLst>
          </p:cNvPr>
          <p:cNvSpPr/>
          <p:nvPr/>
        </p:nvSpPr>
        <p:spPr>
          <a:xfrm rot="19577717">
            <a:off x="11322477" y="450655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64C7D2C7-4AC3-4822-B69E-992607CF3C62}"/>
              </a:ext>
            </a:extLst>
          </p:cNvPr>
          <p:cNvSpPr/>
          <p:nvPr/>
        </p:nvSpPr>
        <p:spPr>
          <a:xfrm rot="19577717">
            <a:off x="10636345" y="414496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B3734CBB-B4D4-4C0C-AB6D-5517DBCCDFE3}"/>
              </a:ext>
            </a:extLst>
          </p:cNvPr>
          <p:cNvSpPr/>
          <p:nvPr/>
        </p:nvSpPr>
        <p:spPr>
          <a:xfrm rot="19577717">
            <a:off x="11654611" y="293797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F8AE4EAE-A420-4EFC-921D-007C234B4922}"/>
              </a:ext>
            </a:extLst>
          </p:cNvPr>
          <p:cNvSpPr/>
          <p:nvPr/>
        </p:nvSpPr>
        <p:spPr>
          <a:xfrm rot="19577717">
            <a:off x="11803757" y="29793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0CB3F4F7-F9D0-4C04-A33E-0027A194B266}"/>
              </a:ext>
            </a:extLst>
          </p:cNvPr>
          <p:cNvSpPr/>
          <p:nvPr/>
        </p:nvSpPr>
        <p:spPr>
          <a:xfrm rot="19577717">
            <a:off x="11298965" y="27705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CE1E2A46-4A8E-4F19-9620-CDB5C33452CF}"/>
              </a:ext>
            </a:extLst>
          </p:cNvPr>
          <p:cNvSpPr/>
          <p:nvPr/>
        </p:nvSpPr>
        <p:spPr>
          <a:xfrm rot="19577717">
            <a:off x="10353285" y="27629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7EFB4DF7-B15A-458B-A53F-1868E2745924}"/>
              </a:ext>
            </a:extLst>
          </p:cNvPr>
          <p:cNvSpPr/>
          <p:nvPr/>
        </p:nvSpPr>
        <p:spPr>
          <a:xfrm rot="19577717">
            <a:off x="11733858" y="400913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80D95E6B-0591-4209-A800-6543A67786E9}"/>
              </a:ext>
            </a:extLst>
          </p:cNvPr>
          <p:cNvSpPr/>
          <p:nvPr/>
        </p:nvSpPr>
        <p:spPr>
          <a:xfrm rot="19577717">
            <a:off x="11573302" y="236477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BDFF49C6-BC91-4F92-9780-4DCE89D15766}"/>
              </a:ext>
            </a:extLst>
          </p:cNvPr>
          <p:cNvSpPr/>
          <p:nvPr/>
        </p:nvSpPr>
        <p:spPr>
          <a:xfrm rot="19577717">
            <a:off x="10997245" y="285743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8289E3DB-F0F1-4F6F-8C7E-229CBCC3C8EC}"/>
              </a:ext>
            </a:extLst>
          </p:cNvPr>
          <p:cNvSpPr/>
          <p:nvPr/>
        </p:nvSpPr>
        <p:spPr>
          <a:xfrm rot="19577717">
            <a:off x="8952042" y="278857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8347392C-6C1C-46E7-8B7C-05B8C630CE48}"/>
              </a:ext>
            </a:extLst>
          </p:cNvPr>
          <p:cNvSpPr/>
          <p:nvPr/>
        </p:nvSpPr>
        <p:spPr>
          <a:xfrm rot="19577717">
            <a:off x="11292232" y="512557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2B2D7549-1D85-45E5-8204-E25FF55D15FA}"/>
              </a:ext>
            </a:extLst>
          </p:cNvPr>
          <p:cNvSpPr/>
          <p:nvPr/>
        </p:nvSpPr>
        <p:spPr>
          <a:xfrm rot="19577717">
            <a:off x="9197472" y="420944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AA68589A-3020-41AD-BF4E-B6614F2B8A73}"/>
              </a:ext>
            </a:extLst>
          </p:cNvPr>
          <p:cNvSpPr/>
          <p:nvPr/>
        </p:nvSpPr>
        <p:spPr>
          <a:xfrm rot="19577717">
            <a:off x="11779229" y="51148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942F4B5B-DF86-43AA-AD4B-4D7344E98B63}"/>
              </a:ext>
            </a:extLst>
          </p:cNvPr>
          <p:cNvSpPr/>
          <p:nvPr/>
        </p:nvSpPr>
        <p:spPr>
          <a:xfrm rot="2022283" flipH="1">
            <a:off x="12602672" y="422413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0E2B8EC0-DF55-45A7-9F7B-40EB833DD5D8}"/>
              </a:ext>
            </a:extLst>
          </p:cNvPr>
          <p:cNvSpPr/>
          <p:nvPr/>
        </p:nvSpPr>
        <p:spPr>
          <a:xfrm rot="19577717">
            <a:off x="10794236" y="533623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0A719F26-74AD-4AB2-8B8F-E9E57B9E6DBE}"/>
              </a:ext>
            </a:extLst>
          </p:cNvPr>
          <p:cNvSpPr/>
          <p:nvPr/>
        </p:nvSpPr>
        <p:spPr>
          <a:xfrm rot="2022283" flipH="1">
            <a:off x="10678674" y="468122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Könnycsepp 119">
            <a:extLst>
              <a:ext uri="{FF2B5EF4-FFF2-40B4-BE49-F238E27FC236}">
                <a16:creationId xmlns:a16="http://schemas.microsoft.com/office/drawing/2014/main" id="{06D0495C-553E-4678-9D43-39CDC3F8B0E8}"/>
              </a:ext>
            </a:extLst>
          </p:cNvPr>
          <p:cNvSpPr/>
          <p:nvPr/>
        </p:nvSpPr>
        <p:spPr>
          <a:xfrm rot="19577717">
            <a:off x="11733858" y="59875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Könnycsepp 120">
            <a:extLst>
              <a:ext uri="{FF2B5EF4-FFF2-40B4-BE49-F238E27FC236}">
                <a16:creationId xmlns:a16="http://schemas.microsoft.com/office/drawing/2014/main" id="{3B967A82-BD10-4B99-A65B-8A7120C584D7}"/>
              </a:ext>
            </a:extLst>
          </p:cNvPr>
          <p:cNvSpPr/>
          <p:nvPr/>
        </p:nvSpPr>
        <p:spPr>
          <a:xfrm rot="2022283" flipH="1">
            <a:off x="10570175" y="504995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15EDF04C-8058-48F5-9F39-405BD9C50B4B}"/>
              </a:ext>
            </a:extLst>
          </p:cNvPr>
          <p:cNvSpPr/>
          <p:nvPr/>
        </p:nvSpPr>
        <p:spPr>
          <a:xfrm rot="2022283" flipH="1">
            <a:off x="11654611" y="596631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69DBAF76-6048-4AF3-A0E3-DEC7BAF95862}"/>
              </a:ext>
            </a:extLst>
          </p:cNvPr>
          <p:cNvSpPr/>
          <p:nvPr/>
        </p:nvSpPr>
        <p:spPr>
          <a:xfrm rot="18333733">
            <a:off x="10097818" y="52368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C4EC3FAA-220A-421C-87C9-00A67CA107D9}"/>
              </a:ext>
            </a:extLst>
          </p:cNvPr>
          <p:cNvSpPr/>
          <p:nvPr/>
        </p:nvSpPr>
        <p:spPr>
          <a:xfrm rot="2022283" flipH="1">
            <a:off x="10778897" y="612474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19CDD444-BFE1-4284-A734-6C9173C884EF}"/>
              </a:ext>
            </a:extLst>
          </p:cNvPr>
          <p:cNvSpPr/>
          <p:nvPr/>
        </p:nvSpPr>
        <p:spPr>
          <a:xfrm rot="18333733">
            <a:off x="9095007" y="55121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3D0A9BD4-9D6F-4047-9F16-FFD95E9DF1CE}"/>
              </a:ext>
            </a:extLst>
          </p:cNvPr>
          <p:cNvSpPr/>
          <p:nvPr/>
        </p:nvSpPr>
        <p:spPr>
          <a:xfrm rot="2022283" flipH="1">
            <a:off x="9534817" y="551869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1E7FEB1F-CEFF-487D-8F95-4ABEC17FE861}"/>
              </a:ext>
            </a:extLst>
          </p:cNvPr>
          <p:cNvSpPr/>
          <p:nvPr/>
        </p:nvSpPr>
        <p:spPr>
          <a:xfrm rot="19577717">
            <a:off x="9668509" y="576066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28" name="Csoportba foglalás 127">
            <a:extLst>
              <a:ext uri="{FF2B5EF4-FFF2-40B4-BE49-F238E27FC236}">
                <a16:creationId xmlns:a16="http://schemas.microsoft.com/office/drawing/2014/main" id="{1B0C70EF-82E4-47CD-A08A-9FBDAC39B0C4}"/>
              </a:ext>
            </a:extLst>
          </p:cNvPr>
          <p:cNvGrpSpPr/>
          <p:nvPr/>
        </p:nvGrpSpPr>
        <p:grpSpPr>
          <a:xfrm>
            <a:off x="630902" y="6131272"/>
            <a:ext cx="11165913" cy="936521"/>
            <a:chOff x="630902" y="6131272"/>
            <a:chExt cx="11165913" cy="936521"/>
          </a:xfrm>
        </p:grpSpPr>
        <p:sp>
          <p:nvSpPr>
            <p:cNvPr id="129" name="Folyamatábra: Egyesítés 128">
              <a:extLst>
                <a:ext uri="{FF2B5EF4-FFF2-40B4-BE49-F238E27FC236}">
                  <a16:creationId xmlns:a16="http://schemas.microsoft.com/office/drawing/2014/main" id="{8EBC338C-EB65-41BC-89B1-8D81835212D2}"/>
                </a:ext>
              </a:extLst>
            </p:cNvPr>
            <p:cNvSpPr/>
            <p:nvPr/>
          </p:nvSpPr>
          <p:spPr>
            <a:xfrm rot="19641923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Folyamatábra: Egyesítés 129">
              <a:extLst>
                <a:ext uri="{FF2B5EF4-FFF2-40B4-BE49-F238E27FC236}">
                  <a16:creationId xmlns:a16="http://schemas.microsoft.com/office/drawing/2014/main" id="{DCC854B7-F6E9-4CB7-A48B-7A01EEA923E7}"/>
                </a:ext>
              </a:extLst>
            </p:cNvPr>
            <p:cNvSpPr/>
            <p:nvPr/>
          </p:nvSpPr>
          <p:spPr>
            <a:xfrm rot="17204751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Folyamatábra: Egyesítés 130">
              <a:extLst>
                <a:ext uri="{FF2B5EF4-FFF2-40B4-BE49-F238E27FC236}">
                  <a16:creationId xmlns:a16="http://schemas.microsoft.com/office/drawing/2014/main" id="{15CD405B-FAAB-4D0B-9468-F6402DB504B7}"/>
                </a:ext>
              </a:extLst>
            </p:cNvPr>
            <p:cNvSpPr/>
            <p:nvPr/>
          </p:nvSpPr>
          <p:spPr>
            <a:xfrm rot="19065823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Folyamatábra: Egyesítés 131">
              <a:extLst>
                <a:ext uri="{FF2B5EF4-FFF2-40B4-BE49-F238E27FC236}">
                  <a16:creationId xmlns:a16="http://schemas.microsoft.com/office/drawing/2014/main" id="{00B5429C-139D-469A-A5C0-1A48855D43ED}"/>
                </a:ext>
              </a:extLst>
            </p:cNvPr>
            <p:cNvSpPr/>
            <p:nvPr/>
          </p:nvSpPr>
          <p:spPr>
            <a:xfrm rot="16419582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Folyamatábra: Egyesítés 132">
              <a:extLst>
                <a:ext uri="{FF2B5EF4-FFF2-40B4-BE49-F238E27FC236}">
                  <a16:creationId xmlns:a16="http://schemas.microsoft.com/office/drawing/2014/main" id="{CD1219A7-DF57-4A8C-A42F-BAECFF3BBFB8}"/>
                </a:ext>
              </a:extLst>
            </p:cNvPr>
            <p:cNvSpPr/>
            <p:nvPr/>
          </p:nvSpPr>
          <p:spPr>
            <a:xfrm rot="17024053">
              <a:off x="4200313" y="638182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Folyamatábra: Egyesítés 133">
              <a:extLst>
                <a:ext uri="{FF2B5EF4-FFF2-40B4-BE49-F238E27FC236}">
                  <a16:creationId xmlns:a16="http://schemas.microsoft.com/office/drawing/2014/main" id="{82482179-9FD5-4199-B199-755D6A469DC5}"/>
                </a:ext>
              </a:extLst>
            </p:cNvPr>
            <p:cNvSpPr/>
            <p:nvPr/>
          </p:nvSpPr>
          <p:spPr>
            <a:xfrm rot="19074995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Folyamatábra: Egyesítés 134">
              <a:extLst>
                <a:ext uri="{FF2B5EF4-FFF2-40B4-BE49-F238E27FC236}">
                  <a16:creationId xmlns:a16="http://schemas.microsoft.com/office/drawing/2014/main" id="{B3F858E2-2ADE-4587-BECE-EE8F6E441C98}"/>
                </a:ext>
              </a:extLst>
            </p:cNvPr>
            <p:cNvSpPr/>
            <p:nvPr/>
          </p:nvSpPr>
          <p:spPr>
            <a:xfrm rot="20036386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Folyamatábra: Egyesítés 135">
              <a:extLst>
                <a:ext uri="{FF2B5EF4-FFF2-40B4-BE49-F238E27FC236}">
                  <a16:creationId xmlns:a16="http://schemas.microsoft.com/office/drawing/2014/main" id="{3AAC5A10-4329-48EB-A5F9-BD37C4FDD208}"/>
                </a:ext>
              </a:extLst>
            </p:cNvPr>
            <p:cNvSpPr/>
            <p:nvPr/>
          </p:nvSpPr>
          <p:spPr>
            <a:xfrm rot="17074266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Folyamatábra: Egyesítés 136">
              <a:extLst>
                <a:ext uri="{FF2B5EF4-FFF2-40B4-BE49-F238E27FC236}">
                  <a16:creationId xmlns:a16="http://schemas.microsoft.com/office/drawing/2014/main" id="{31B4EB9F-80B9-4BC2-9BAE-985B3CFF4BA2}"/>
                </a:ext>
              </a:extLst>
            </p:cNvPr>
            <p:cNvSpPr/>
            <p:nvPr/>
          </p:nvSpPr>
          <p:spPr>
            <a:xfrm rot="16490115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Folyamatábra: Egyesítés 137">
              <a:extLst>
                <a:ext uri="{FF2B5EF4-FFF2-40B4-BE49-F238E27FC236}">
                  <a16:creationId xmlns:a16="http://schemas.microsoft.com/office/drawing/2014/main" id="{32EF9E6A-8B89-4BFB-81ED-67790C4F6F1E}"/>
                </a:ext>
              </a:extLst>
            </p:cNvPr>
            <p:cNvSpPr/>
            <p:nvPr/>
          </p:nvSpPr>
          <p:spPr>
            <a:xfrm rot="16200000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9" name="Folyamatábra: Egyesítés 138">
              <a:extLst>
                <a:ext uri="{FF2B5EF4-FFF2-40B4-BE49-F238E27FC236}">
                  <a16:creationId xmlns:a16="http://schemas.microsoft.com/office/drawing/2014/main" id="{D703912B-3D02-4C15-885F-6D631C70724B}"/>
                </a:ext>
              </a:extLst>
            </p:cNvPr>
            <p:cNvSpPr/>
            <p:nvPr/>
          </p:nvSpPr>
          <p:spPr>
            <a:xfrm rot="15977339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0" name="Folyamatábra: Egyesítés 139">
              <a:extLst>
                <a:ext uri="{FF2B5EF4-FFF2-40B4-BE49-F238E27FC236}">
                  <a16:creationId xmlns:a16="http://schemas.microsoft.com/office/drawing/2014/main" id="{8230F5E5-FA99-461B-87E0-BE4DC1BF4103}"/>
                </a:ext>
              </a:extLst>
            </p:cNvPr>
            <p:cNvSpPr/>
            <p:nvPr/>
          </p:nvSpPr>
          <p:spPr>
            <a:xfrm rot="17357916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Folyamatábra: Egyesítés 140">
              <a:extLst>
                <a:ext uri="{FF2B5EF4-FFF2-40B4-BE49-F238E27FC236}">
                  <a16:creationId xmlns:a16="http://schemas.microsoft.com/office/drawing/2014/main" id="{CCC6254E-2909-4052-9F0C-34AD8B010D71}"/>
                </a:ext>
              </a:extLst>
            </p:cNvPr>
            <p:cNvSpPr/>
            <p:nvPr/>
          </p:nvSpPr>
          <p:spPr>
            <a:xfrm rot="17129553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2762275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5D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" name="Csoportba foglalás 141">
            <a:extLst>
              <a:ext uri="{FF2B5EF4-FFF2-40B4-BE49-F238E27FC236}">
                <a16:creationId xmlns:a16="http://schemas.microsoft.com/office/drawing/2014/main" id="{4D5C6580-B3CF-41D8-9C54-AE2251A95EA2}"/>
              </a:ext>
            </a:extLst>
          </p:cNvPr>
          <p:cNvGrpSpPr/>
          <p:nvPr/>
        </p:nvGrpSpPr>
        <p:grpSpPr>
          <a:xfrm>
            <a:off x="4715164" y="5206391"/>
            <a:ext cx="2225019" cy="1474687"/>
            <a:chOff x="-1940302" y="5316774"/>
            <a:chExt cx="2225019" cy="1474687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905023D3-54E6-425E-B5A6-EC27AD09949A}"/>
                </a:ext>
              </a:extLst>
            </p:cNvPr>
            <p:cNvSpPr/>
            <p:nvPr/>
          </p:nvSpPr>
          <p:spPr>
            <a:xfrm>
              <a:off x="-1108392" y="5321760"/>
              <a:ext cx="59821" cy="918289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Folyamatábra: Kézi művelet 143">
              <a:extLst>
                <a:ext uri="{FF2B5EF4-FFF2-40B4-BE49-F238E27FC236}">
                  <a16:creationId xmlns:a16="http://schemas.microsoft.com/office/drawing/2014/main" id="{3E1E763F-A836-4AAB-9E7D-DED58B0253E4}"/>
                </a:ext>
              </a:extLst>
            </p:cNvPr>
            <p:cNvSpPr/>
            <p:nvPr/>
          </p:nvSpPr>
          <p:spPr>
            <a:xfrm>
              <a:off x="-1940302" y="6117297"/>
              <a:ext cx="2225019" cy="674164"/>
            </a:xfrm>
            <a:prstGeom prst="flowChartManualOperation">
              <a:avLst/>
            </a:prstGeom>
            <a:blipFill>
              <a:blip r:embed="rId2"/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Háromszög 144">
              <a:extLst>
                <a:ext uri="{FF2B5EF4-FFF2-40B4-BE49-F238E27FC236}">
                  <a16:creationId xmlns:a16="http://schemas.microsoft.com/office/drawing/2014/main" id="{B6B37D1D-B810-45D5-B275-3B0706CC6244}"/>
                </a:ext>
              </a:extLst>
            </p:cNvPr>
            <p:cNvSpPr/>
            <p:nvPr/>
          </p:nvSpPr>
          <p:spPr>
            <a:xfrm rot="16200000">
              <a:off x="-1509378" y="5321760"/>
              <a:ext cx="453331" cy="443360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pic>
          <p:nvPicPr>
            <p:cNvPr id="146" name="Picture 2" descr="Forráskép megtekintése">
              <a:extLst>
                <a:ext uri="{FF2B5EF4-FFF2-40B4-BE49-F238E27FC236}">
                  <a16:creationId xmlns:a16="http://schemas.microsoft.com/office/drawing/2014/main" id="{13A691E3-F293-48F0-A061-E43EACF11F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>
                          <a14:foregroundMark x1="56250" y1="51429" x2="35417" y2="43929"/>
                          <a14:foregroundMark x1="35417" y1="43929" x2="22917" y2="27143"/>
                          <a14:foregroundMark x1="22917" y1="27143" x2="44583" y2="35000"/>
                          <a14:foregroundMark x1="44583" y1="35000" x2="42500" y2="29643"/>
                          <a14:foregroundMark x1="30833" y1="31429" x2="46250" y2="42143"/>
                          <a14:foregroundMark x1="26667" y1="40000" x2="30417" y2="43214"/>
                          <a14:foregroundMark x1="38750" y1="30714" x2="50000" y2="30714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23197" y="5406401"/>
              <a:ext cx="268396" cy="3131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Könnycsepp 1">
            <a:extLst>
              <a:ext uri="{FF2B5EF4-FFF2-40B4-BE49-F238E27FC236}">
                <a16:creationId xmlns:a16="http://schemas.microsoft.com/office/drawing/2014/main" id="{5DD5C5C1-9000-42C5-B4DF-8EFD0251BC68}"/>
              </a:ext>
            </a:extLst>
          </p:cNvPr>
          <p:cNvSpPr/>
          <p:nvPr/>
        </p:nvSpPr>
        <p:spPr>
          <a:xfrm rot="19577717">
            <a:off x="12808588" y="266462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" name="Könnycsepp 2">
            <a:extLst>
              <a:ext uri="{FF2B5EF4-FFF2-40B4-BE49-F238E27FC236}">
                <a16:creationId xmlns:a16="http://schemas.microsoft.com/office/drawing/2014/main" id="{97C0FEC9-1CA4-4706-B2A7-DF7B48CAC2B9}"/>
              </a:ext>
            </a:extLst>
          </p:cNvPr>
          <p:cNvSpPr/>
          <p:nvPr/>
        </p:nvSpPr>
        <p:spPr>
          <a:xfrm rot="19577717">
            <a:off x="11956621" y="300906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4" name="Könnycsepp 3">
            <a:extLst>
              <a:ext uri="{FF2B5EF4-FFF2-40B4-BE49-F238E27FC236}">
                <a16:creationId xmlns:a16="http://schemas.microsoft.com/office/drawing/2014/main" id="{98F692CE-A2B3-4C75-BE19-21EC4B8451DE}"/>
              </a:ext>
            </a:extLst>
          </p:cNvPr>
          <p:cNvSpPr/>
          <p:nvPr/>
        </p:nvSpPr>
        <p:spPr>
          <a:xfrm rot="19577717">
            <a:off x="12928769" y="288066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A14F179C-F3FB-4070-B8D7-E5C6D3D37B6B}"/>
              </a:ext>
            </a:extLst>
          </p:cNvPr>
          <p:cNvGrpSpPr/>
          <p:nvPr/>
        </p:nvGrpSpPr>
        <p:grpSpPr>
          <a:xfrm>
            <a:off x="6397530" y="20757"/>
            <a:ext cx="1922054" cy="1744418"/>
            <a:chOff x="6154860" y="5305327"/>
            <a:chExt cx="1922054" cy="1744418"/>
          </a:xfrm>
        </p:grpSpPr>
        <p:grpSp>
          <p:nvGrpSpPr>
            <p:cNvPr id="6" name="Csoportba foglalás 5">
              <a:extLst>
                <a:ext uri="{FF2B5EF4-FFF2-40B4-BE49-F238E27FC236}">
                  <a16:creationId xmlns:a16="http://schemas.microsoft.com/office/drawing/2014/main" id="{378294C3-EE53-48C5-9F2F-FCC107D1E0F2}"/>
                </a:ext>
              </a:extLst>
            </p:cNvPr>
            <p:cNvGrpSpPr/>
            <p:nvPr/>
          </p:nvGrpSpPr>
          <p:grpSpPr>
            <a:xfrm>
              <a:off x="6154860" y="5305327"/>
              <a:ext cx="1922054" cy="1249835"/>
              <a:chOff x="6129413" y="5699857"/>
              <a:chExt cx="1922054" cy="1249835"/>
            </a:xfrm>
          </p:grpSpPr>
          <p:sp>
            <p:nvSpPr>
              <p:cNvPr id="10" name="Ellipszis 9">
                <a:extLst>
                  <a:ext uri="{FF2B5EF4-FFF2-40B4-BE49-F238E27FC236}">
                    <a16:creationId xmlns:a16="http://schemas.microsoft.com/office/drawing/2014/main" id="{E5DBAAEE-787E-4D5C-B300-618FB1A3E989}"/>
                  </a:ext>
                </a:extLst>
              </p:cNvPr>
              <p:cNvSpPr/>
              <p:nvPr/>
            </p:nvSpPr>
            <p:spPr>
              <a:xfrm>
                <a:off x="6780340" y="6196206"/>
                <a:ext cx="753486" cy="75348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1" name="Egyenes összekötő 10">
                <a:extLst>
                  <a:ext uri="{FF2B5EF4-FFF2-40B4-BE49-F238E27FC236}">
                    <a16:creationId xmlns:a16="http://schemas.microsoft.com/office/drawing/2014/main" id="{DE1D078D-D0EA-4973-B119-DBC66A8685A7}"/>
                  </a:ext>
                </a:extLst>
              </p:cNvPr>
              <p:cNvCxnSpPr/>
              <p:nvPr/>
            </p:nvCxnSpPr>
            <p:spPr>
              <a:xfrm flipH="1" flipV="1">
                <a:off x="6567898" y="5762913"/>
                <a:ext cx="317185" cy="364482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2" name="Egyenes összekötő 11">
                <a:extLst>
                  <a:ext uri="{FF2B5EF4-FFF2-40B4-BE49-F238E27FC236}">
                    <a16:creationId xmlns:a16="http://schemas.microsoft.com/office/drawing/2014/main" id="{5175F0DD-1C64-4959-92D8-C50069C9A7F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49755" y="5699857"/>
                <a:ext cx="0" cy="413119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3" name="Egyenes összekötő 12">
                <a:extLst>
                  <a:ext uri="{FF2B5EF4-FFF2-40B4-BE49-F238E27FC236}">
                    <a16:creationId xmlns:a16="http://schemas.microsoft.com/office/drawing/2014/main" id="{086C9F37-623C-4B5C-8BA9-1A135AC3CC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30990" y="5833466"/>
                <a:ext cx="357737" cy="289306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4" name="Egyenes összekötő 13">
                <a:extLst>
                  <a:ext uri="{FF2B5EF4-FFF2-40B4-BE49-F238E27FC236}">
                    <a16:creationId xmlns:a16="http://schemas.microsoft.com/office/drawing/2014/main" id="{5BEA58A6-78D5-4934-9FEE-403845A2E14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1770" y="6401677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  <p:cxnSp>
            <p:nvCxnSpPr>
              <p:cNvPr id="15" name="Egyenes összekötő 14">
                <a:extLst>
                  <a:ext uri="{FF2B5EF4-FFF2-40B4-BE49-F238E27FC236}">
                    <a16:creationId xmlns:a16="http://schemas.microsoft.com/office/drawing/2014/main" id="{737B1048-DA2C-433D-8EA7-8CA84A43B24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9413" y="6451926"/>
                <a:ext cx="459697" cy="28715"/>
              </a:xfrm>
              <a:prstGeom prst="line">
                <a:avLst/>
              </a:prstGeom>
              <a:ln w="57150">
                <a:solidFill>
                  <a:srgbClr val="FFFF00"/>
                </a:solidFill>
              </a:ln>
            </p:spPr>
            <p:style>
              <a:lnRef idx="3">
                <a:schemeClr val="accent4"/>
              </a:lnRef>
              <a:fillRef idx="0">
                <a:schemeClr val="accent4"/>
              </a:fillRef>
              <a:effectRef idx="2">
                <a:schemeClr val="accent4"/>
              </a:effectRef>
              <a:fontRef idx="minor">
                <a:schemeClr val="tx1"/>
              </a:fontRef>
            </p:style>
          </p:cxnSp>
        </p:grp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11525F3B-823C-40E8-BB20-8839E532FD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74904" y="6636626"/>
              <a:ext cx="0" cy="413119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AE997FC8-3FC6-413F-91C4-ACA84B4E7F09}"/>
                </a:ext>
              </a:extLst>
            </p:cNvPr>
            <p:cNvCxnSpPr/>
            <p:nvPr/>
          </p:nvCxnSpPr>
          <p:spPr>
            <a:xfrm flipH="1" flipV="1">
              <a:off x="7494638" y="6461115"/>
              <a:ext cx="317185" cy="364482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95815B58-79B4-4CA5-8A61-6D5D9C2F67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67052" y="6493665"/>
              <a:ext cx="357737" cy="289306"/>
            </a:xfrm>
            <a:prstGeom prst="line">
              <a:avLst/>
            </a:prstGeom>
            <a:ln w="57150">
              <a:solidFill>
                <a:srgbClr val="FFFF00"/>
              </a:solidFill>
            </a:ln>
          </p:spPr>
          <p:style>
            <a:lnRef idx="3">
              <a:schemeClr val="accent4"/>
            </a:lnRef>
            <a:fillRef idx="0">
              <a:schemeClr val="accent4"/>
            </a:fillRef>
            <a:effectRef idx="2">
              <a:schemeClr val="accent4"/>
            </a:effectRef>
            <a:fontRef idx="minor">
              <a:schemeClr val="tx1"/>
            </a:fontRef>
          </p:style>
        </p:cxnSp>
      </p:grpSp>
      <p:sp>
        <p:nvSpPr>
          <p:cNvPr id="16" name="Téglalap 15">
            <a:extLst>
              <a:ext uri="{FF2B5EF4-FFF2-40B4-BE49-F238E27FC236}">
                <a16:creationId xmlns:a16="http://schemas.microsoft.com/office/drawing/2014/main" id="{57864A21-6AF9-4E2C-B426-99F20C7BC65F}"/>
              </a:ext>
            </a:extLst>
          </p:cNvPr>
          <p:cNvSpPr/>
          <p:nvPr/>
        </p:nvSpPr>
        <p:spPr>
          <a:xfrm>
            <a:off x="0" y="6536173"/>
            <a:ext cx="12192000" cy="321827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7" name="Csoportba foglalás 16">
            <a:extLst>
              <a:ext uri="{FF2B5EF4-FFF2-40B4-BE49-F238E27FC236}">
                <a16:creationId xmlns:a16="http://schemas.microsoft.com/office/drawing/2014/main" id="{A2ED8940-9BA9-4CD0-B0C7-803D33DAE1C4}"/>
              </a:ext>
            </a:extLst>
          </p:cNvPr>
          <p:cNvGrpSpPr/>
          <p:nvPr/>
        </p:nvGrpSpPr>
        <p:grpSpPr>
          <a:xfrm>
            <a:off x="3707870" y="1940238"/>
            <a:ext cx="6706659" cy="3797671"/>
            <a:chOff x="3704909" y="2358578"/>
            <a:chExt cx="6706659" cy="3797671"/>
          </a:xfrm>
        </p:grpSpPr>
        <p:grpSp>
          <p:nvGrpSpPr>
            <p:cNvPr id="18" name="Csoportba foglalás 17">
              <a:extLst>
                <a:ext uri="{FF2B5EF4-FFF2-40B4-BE49-F238E27FC236}">
                  <a16:creationId xmlns:a16="http://schemas.microsoft.com/office/drawing/2014/main" id="{6C446253-C3B9-421B-A49D-A7B241742431}"/>
                </a:ext>
              </a:extLst>
            </p:cNvPr>
            <p:cNvGrpSpPr/>
            <p:nvPr/>
          </p:nvGrpSpPr>
          <p:grpSpPr>
            <a:xfrm>
              <a:off x="3704909" y="2358578"/>
              <a:ext cx="6706659" cy="3797671"/>
              <a:chOff x="3704909" y="2358578"/>
              <a:chExt cx="6706659" cy="3797671"/>
            </a:xfrm>
          </p:grpSpPr>
          <p:grpSp>
            <p:nvGrpSpPr>
              <p:cNvPr id="60" name="Csoportba foglalás 59">
                <a:extLst>
                  <a:ext uri="{FF2B5EF4-FFF2-40B4-BE49-F238E27FC236}">
                    <a16:creationId xmlns:a16="http://schemas.microsoft.com/office/drawing/2014/main" id="{3788965B-E184-46CA-AF44-15E54E3C167C}"/>
                  </a:ext>
                </a:extLst>
              </p:cNvPr>
              <p:cNvGrpSpPr/>
              <p:nvPr/>
            </p:nvGrpSpPr>
            <p:grpSpPr>
              <a:xfrm>
                <a:off x="3704909" y="2358578"/>
                <a:ext cx="6706659" cy="3797671"/>
                <a:chOff x="3343352" y="2428372"/>
                <a:chExt cx="6706659" cy="3797671"/>
              </a:xfrm>
            </p:grpSpPr>
            <p:sp>
              <p:nvSpPr>
                <p:cNvPr id="63" name="Derékszögű háromszög 62">
                  <a:extLst>
                    <a:ext uri="{FF2B5EF4-FFF2-40B4-BE49-F238E27FC236}">
                      <a16:creationId xmlns:a16="http://schemas.microsoft.com/office/drawing/2014/main" id="{E2BC7D9A-ADE9-4EE1-B748-3DEE3DE97821}"/>
                    </a:ext>
                  </a:extLst>
                </p:cNvPr>
                <p:cNvSpPr/>
                <p:nvPr/>
              </p:nvSpPr>
              <p:spPr>
                <a:xfrm flipH="1">
                  <a:off x="8577739" y="2487347"/>
                  <a:ext cx="878051" cy="1298919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4" name="Derékszögű háromszög 63">
                  <a:extLst>
                    <a:ext uri="{FF2B5EF4-FFF2-40B4-BE49-F238E27FC236}">
                      <a16:creationId xmlns:a16="http://schemas.microsoft.com/office/drawing/2014/main" id="{D83C797D-EB76-4E70-9E3E-DACAFCDA4E2F}"/>
                    </a:ext>
                  </a:extLst>
                </p:cNvPr>
                <p:cNvSpPr/>
                <p:nvPr/>
              </p:nvSpPr>
              <p:spPr>
                <a:xfrm>
                  <a:off x="5753681" y="2428372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5" name="Téglalap 15">
                  <a:extLst>
                    <a:ext uri="{FF2B5EF4-FFF2-40B4-BE49-F238E27FC236}">
                      <a16:creationId xmlns:a16="http://schemas.microsoft.com/office/drawing/2014/main" id="{595D2E84-4349-46AA-BA0F-157CC456CF70}"/>
                    </a:ext>
                  </a:extLst>
                </p:cNvPr>
                <p:cNvSpPr/>
                <p:nvPr/>
              </p:nvSpPr>
              <p:spPr>
                <a:xfrm>
                  <a:off x="4494230" y="3621604"/>
                  <a:ext cx="5555781" cy="1184234"/>
                </a:xfrm>
                <a:custGeom>
                  <a:avLst/>
                  <a:gdLst>
                    <a:gd name="connsiteX0" fmla="*/ 0 w 5299045"/>
                    <a:gd name="connsiteY0" fmla="*/ 0 h 1012968"/>
                    <a:gd name="connsiteX1" fmla="*/ 5299045 w 5299045"/>
                    <a:gd name="connsiteY1" fmla="*/ 0 h 1012968"/>
                    <a:gd name="connsiteX2" fmla="*/ 5299045 w 5299045"/>
                    <a:gd name="connsiteY2" fmla="*/ 1012968 h 1012968"/>
                    <a:gd name="connsiteX3" fmla="*/ 0 w 5299045"/>
                    <a:gd name="connsiteY3" fmla="*/ 1012968 h 1012968"/>
                    <a:gd name="connsiteX4" fmla="*/ 0 w 5299045"/>
                    <a:gd name="connsiteY4" fmla="*/ 0 h 1012968"/>
                    <a:gd name="connsiteX0" fmla="*/ 0 w 5299045"/>
                    <a:gd name="connsiteY0" fmla="*/ 9436 h 1022404"/>
                    <a:gd name="connsiteX1" fmla="*/ 2653190 w 5299045"/>
                    <a:gd name="connsiteY1" fmla="*/ 0 h 1022404"/>
                    <a:gd name="connsiteX2" fmla="*/ 5299045 w 5299045"/>
                    <a:gd name="connsiteY2" fmla="*/ 9436 h 1022404"/>
                    <a:gd name="connsiteX3" fmla="*/ 5299045 w 5299045"/>
                    <a:gd name="connsiteY3" fmla="*/ 1022404 h 1022404"/>
                    <a:gd name="connsiteX4" fmla="*/ 0 w 5299045"/>
                    <a:gd name="connsiteY4" fmla="*/ 1022404 h 1022404"/>
                    <a:gd name="connsiteX5" fmla="*/ 0 w 5299045"/>
                    <a:gd name="connsiteY5" fmla="*/ 9436 h 1022404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5299045 w 5299045"/>
                    <a:gd name="connsiteY2" fmla="*/ 135271 h 1148239"/>
                    <a:gd name="connsiteX3" fmla="*/ 5299045 w 5299045"/>
                    <a:gd name="connsiteY3" fmla="*/ 1148239 h 1148239"/>
                    <a:gd name="connsiteX4" fmla="*/ 0 w 5299045"/>
                    <a:gd name="connsiteY4" fmla="*/ 1148239 h 1148239"/>
                    <a:gd name="connsiteX5" fmla="*/ 0 w 5299045"/>
                    <a:gd name="connsiteY5" fmla="*/ 135271 h 1148239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3685036 w 5299045"/>
                    <a:gd name="connsiteY2" fmla="*/ 58724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93993 h 1206961"/>
                    <a:gd name="connsiteX1" fmla="*/ 2359575 w 5299045"/>
                    <a:gd name="connsiteY1" fmla="*/ 58722 h 1206961"/>
                    <a:gd name="connsiteX2" fmla="*/ 4440045 w 5299045"/>
                    <a:gd name="connsiteY2" fmla="*/ 0 h 1206961"/>
                    <a:gd name="connsiteX3" fmla="*/ 5299045 w 5299045"/>
                    <a:gd name="connsiteY3" fmla="*/ 193993 h 1206961"/>
                    <a:gd name="connsiteX4" fmla="*/ 5299045 w 5299045"/>
                    <a:gd name="connsiteY4" fmla="*/ 1206961 h 1206961"/>
                    <a:gd name="connsiteX5" fmla="*/ 0 w 5299045"/>
                    <a:gd name="connsiteY5" fmla="*/ 1206961 h 1206961"/>
                    <a:gd name="connsiteX6" fmla="*/ 0 w 5299045"/>
                    <a:gd name="connsiteY6" fmla="*/ 193993 h 1206961"/>
                    <a:gd name="connsiteX0" fmla="*/ 0 w 5299045"/>
                    <a:gd name="connsiteY0" fmla="*/ 135271 h 1148239"/>
                    <a:gd name="connsiteX1" fmla="*/ 2359575 w 5299045"/>
                    <a:gd name="connsiteY1" fmla="*/ 0 h 1148239"/>
                    <a:gd name="connsiteX2" fmla="*/ 4490379 w 5299045"/>
                    <a:gd name="connsiteY2" fmla="*/ 25168 h 1148239"/>
                    <a:gd name="connsiteX3" fmla="*/ 5299045 w 5299045"/>
                    <a:gd name="connsiteY3" fmla="*/ 135271 h 1148239"/>
                    <a:gd name="connsiteX4" fmla="*/ 5299045 w 5299045"/>
                    <a:gd name="connsiteY4" fmla="*/ 1148239 h 1148239"/>
                    <a:gd name="connsiteX5" fmla="*/ 0 w 5299045"/>
                    <a:gd name="connsiteY5" fmla="*/ 1148239 h 1148239"/>
                    <a:gd name="connsiteX6" fmla="*/ 0 w 5299045"/>
                    <a:gd name="connsiteY6" fmla="*/ 135271 h 1148239"/>
                    <a:gd name="connsiteX0" fmla="*/ 0 w 5299045"/>
                    <a:gd name="connsiteY0" fmla="*/ 156441 h 1169409"/>
                    <a:gd name="connsiteX1" fmla="*/ 2359575 w 5299045"/>
                    <a:gd name="connsiteY1" fmla="*/ 21170 h 1169409"/>
                    <a:gd name="connsiteX2" fmla="*/ 4490379 w 5299045"/>
                    <a:gd name="connsiteY2" fmla="*/ 46338 h 1169409"/>
                    <a:gd name="connsiteX3" fmla="*/ 5299045 w 5299045"/>
                    <a:gd name="connsiteY3" fmla="*/ 156441 h 1169409"/>
                    <a:gd name="connsiteX4" fmla="*/ 5299045 w 5299045"/>
                    <a:gd name="connsiteY4" fmla="*/ 1169409 h 1169409"/>
                    <a:gd name="connsiteX5" fmla="*/ 0 w 5299045"/>
                    <a:gd name="connsiteY5" fmla="*/ 1169409 h 1169409"/>
                    <a:gd name="connsiteX6" fmla="*/ 0 w 5299045"/>
                    <a:gd name="connsiteY6" fmla="*/ 156441 h 1169409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99045 w 5299045"/>
                    <a:gd name="connsiteY4" fmla="*/ 1184234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602759 w 5299045"/>
                    <a:gd name="connsiteY4" fmla="*/ 1175845 h 1184234"/>
                    <a:gd name="connsiteX5" fmla="*/ 0 w 5299045"/>
                    <a:gd name="connsiteY5" fmla="*/ 1184234 h 1184234"/>
                    <a:gd name="connsiteX6" fmla="*/ 0 w 5299045"/>
                    <a:gd name="connsiteY6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4918218 w 5299045"/>
                    <a:gd name="connsiteY4" fmla="*/ 698726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11832 w 5299045"/>
                    <a:gd name="connsiteY4" fmla="*/ 799394 h 1184234"/>
                    <a:gd name="connsiteX5" fmla="*/ 4602759 w 5299045"/>
                    <a:gd name="connsiteY5" fmla="*/ 1175845 h 1184234"/>
                    <a:gd name="connsiteX6" fmla="*/ 0 w 5299045"/>
                    <a:gd name="connsiteY6" fmla="*/ 1184234 h 1184234"/>
                    <a:gd name="connsiteX7" fmla="*/ 0 w 5299045"/>
                    <a:gd name="connsiteY7" fmla="*/ 171266 h 1184234"/>
                    <a:gd name="connsiteX0" fmla="*/ 0 w 5299045"/>
                    <a:gd name="connsiteY0" fmla="*/ 171266 h 1184234"/>
                    <a:gd name="connsiteX1" fmla="*/ 2351186 w 5299045"/>
                    <a:gd name="connsiteY1" fmla="*/ 2439 h 1184234"/>
                    <a:gd name="connsiteX2" fmla="*/ 4490379 w 5299045"/>
                    <a:gd name="connsiteY2" fmla="*/ 61163 h 1184234"/>
                    <a:gd name="connsiteX3" fmla="*/ 5299045 w 5299045"/>
                    <a:gd name="connsiteY3" fmla="*/ 171266 h 1184234"/>
                    <a:gd name="connsiteX4" fmla="*/ 5253777 w 5299045"/>
                    <a:gd name="connsiteY4" fmla="*/ 522557 h 1184234"/>
                    <a:gd name="connsiteX5" fmla="*/ 5211832 w 5299045"/>
                    <a:gd name="connsiteY5" fmla="*/ 799394 h 1184234"/>
                    <a:gd name="connsiteX6" fmla="*/ 4602759 w 5299045"/>
                    <a:gd name="connsiteY6" fmla="*/ 1175845 h 1184234"/>
                    <a:gd name="connsiteX7" fmla="*/ 0 w 5299045"/>
                    <a:gd name="connsiteY7" fmla="*/ 1184234 h 1184234"/>
                    <a:gd name="connsiteX8" fmla="*/ 0 w 5299045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211832 w 5631282"/>
                    <a:gd name="connsiteY5" fmla="*/ 799394 h 1184234"/>
                    <a:gd name="connsiteX6" fmla="*/ 4602759 w 5631282"/>
                    <a:gd name="connsiteY6" fmla="*/ 1175845 h 1184234"/>
                    <a:gd name="connsiteX7" fmla="*/ 0 w 5631282"/>
                    <a:gd name="connsiteY7" fmla="*/ 1184234 h 1184234"/>
                    <a:gd name="connsiteX8" fmla="*/ 0 w 5631282"/>
                    <a:gd name="connsiteY8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421556 w 5631282"/>
                    <a:gd name="connsiteY5" fmla="*/ 589669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631282"/>
                    <a:gd name="connsiteY0" fmla="*/ 171266 h 1184234"/>
                    <a:gd name="connsiteX1" fmla="*/ 2351186 w 5631282"/>
                    <a:gd name="connsiteY1" fmla="*/ 2439 h 1184234"/>
                    <a:gd name="connsiteX2" fmla="*/ 4490379 w 5631282"/>
                    <a:gd name="connsiteY2" fmla="*/ 61163 h 1184234"/>
                    <a:gd name="connsiteX3" fmla="*/ 5299045 w 5631282"/>
                    <a:gd name="connsiteY3" fmla="*/ 171266 h 1184234"/>
                    <a:gd name="connsiteX4" fmla="*/ 5631282 w 5631282"/>
                    <a:gd name="connsiteY4" fmla="*/ 371556 h 1184234"/>
                    <a:gd name="connsiteX5" fmla="*/ 5539002 w 5631282"/>
                    <a:gd name="connsiteY5" fmla="*/ 690337 h 1184234"/>
                    <a:gd name="connsiteX6" fmla="*/ 5211832 w 5631282"/>
                    <a:gd name="connsiteY6" fmla="*/ 799394 h 1184234"/>
                    <a:gd name="connsiteX7" fmla="*/ 4602759 w 5631282"/>
                    <a:gd name="connsiteY7" fmla="*/ 1175845 h 1184234"/>
                    <a:gd name="connsiteX8" fmla="*/ 0 w 5631282"/>
                    <a:gd name="connsiteY8" fmla="*/ 1184234 h 1184234"/>
                    <a:gd name="connsiteX9" fmla="*/ 0 w 5631282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11832 w 5555781"/>
                    <a:gd name="connsiteY6" fmla="*/ 799394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  <a:gd name="connsiteX0" fmla="*/ 0 w 5555781"/>
                    <a:gd name="connsiteY0" fmla="*/ 171266 h 1184234"/>
                    <a:gd name="connsiteX1" fmla="*/ 2351186 w 5555781"/>
                    <a:gd name="connsiteY1" fmla="*/ 2439 h 1184234"/>
                    <a:gd name="connsiteX2" fmla="*/ 4490379 w 5555781"/>
                    <a:gd name="connsiteY2" fmla="*/ 61163 h 1184234"/>
                    <a:gd name="connsiteX3" fmla="*/ 5299045 w 5555781"/>
                    <a:gd name="connsiteY3" fmla="*/ 171266 h 1184234"/>
                    <a:gd name="connsiteX4" fmla="*/ 5555781 w 5555781"/>
                    <a:gd name="connsiteY4" fmla="*/ 346389 h 1184234"/>
                    <a:gd name="connsiteX5" fmla="*/ 5539002 w 5555781"/>
                    <a:gd name="connsiteY5" fmla="*/ 690337 h 1184234"/>
                    <a:gd name="connsiteX6" fmla="*/ 5245388 w 5555781"/>
                    <a:gd name="connsiteY6" fmla="*/ 925229 h 1184234"/>
                    <a:gd name="connsiteX7" fmla="*/ 4602759 w 5555781"/>
                    <a:gd name="connsiteY7" fmla="*/ 1175845 h 1184234"/>
                    <a:gd name="connsiteX8" fmla="*/ 0 w 5555781"/>
                    <a:gd name="connsiteY8" fmla="*/ 1184234 h 1184234"/>
                    <a:gd name="connsiteX9" fmla="*/ 0 w 5555781"/>
                    <a:gd name="connsiteY9" fmla="*/ 171266 h 118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55781" h="1184234">
                      <a:moveTo>
                        <a:pt x="0" y="171266"/>
                      </a:moveTo>
                      <a:lnTo>
                        <a:pt x="2351186" y="2439"/>
                      </a:lnTo>
                      <a:cubicBezTo>
                        <a:pt x="3061454" y="10828"/>
                        <a:pt x="4090504" y="-31116"/>
                        <a:pt x="4490379" y="61163"/>
                      </a:cubicBezTo>
                      <a:lnTo>
                        <a:pt x="5299045" y="171266"/>
                      </a:lnTo>
                      <a:lnTo>
                        <a:pt x="5555781" y="346389"/>
                      </a:lnTo>
                      <a:lnTo>
                        <a:pt x="5539002" y="690337"/>
                      </a:lnTo>
                      <a:lnTo>
                        <a:pt x="5245388" y="925229"/>
                      </a:lnTo>
                      <a:lnTo>
                        <a:pt x="4602759" y="1175845"/>
                      </a:lnTo>
                      <a:lnTo>
                        <a:pt x="0" y="1184234"/>
                      </a:lnTo>
                      <a:lnTo>
                        <a:pt x="0" y="17126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66" name="Folyamatábra: Tárolt adat 17">
                  <a:extLst>
                    <a:ext uri="{FF2B5EF4-FFF2-40B4-BE49-F238E27FC236}">
                      <a16:creationId xmlns:a16="http://schemas.microsoft.com/office/drawing/2014/main" id="{A852592B-D2DC-4F62-A30E-3F94191897E2}"/>
                    </a:ext>
                  </a:extLst>
                </p:cNvPr>
                <p:cNvSpPr/>
                <p:nvPr/>
              </p:nvSpPr>
              <p:spPr>
                <a:xfrm>
                  <a:off x="3343352" y="3568070"/>
                  <a:ext cx="3652943" cy="123776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504 w 10837"/>
                    <a:gd name="connsiteY0" fmla="*/ 0 h 10000"/>
                    <a:gd name="connsiteX1" fmla="*/ 10837 w 10837"/>
                    <a:gd name="connsiteY1" fmla="*/ 0 h 10000"/>
                    <a:gd name="connsiteX2" fmla="*/ 9170 w 10837"/>
                    <a:gd name="connsiteY2" fmla="*/ 5000 h 10000"/>
                    <a:gd name="connsiteX3" fmla="*/ 10837 w 10837"/>
                    <a:gd name="connsiteY3" fmla="*/ 10000 h 10000"/>
                    <a:gd name="connsiteX4" fmla="*/ 2504 w 10837"/>
                    <a:gd name="connsiteY4" fmla="*/ 10000 h 10000"/>
                    <a:gd name="connsiteX5" fmla="*/ 0 w 10837"/>
                    <a:gd name="connsiteY5" fmla="*/ 5500 h 10000"/>
                    <a:gd name="connsiteX6" fmla="*/ 2504 w 10837"/>
                    <a:gd name="connsiteY6" fmla="*/ 0 h 10000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0 h 11084"/>
                    <a:gd name="connsiteX1" fmla="*/ 10841 w 10841"/>
                    <a:gd name="connsiteY1" fmla="*/ 1084 h 11084"/>
                    <a:gd name="connsiteX2" fmla="*/ 9174 w 10841"/>
                    <a:gd name="connsiteY2" fmla="*/ 6084 h 11084"/>
                    <a:gd name="connsiteX3" fmla="*/ 10841 w 10841"/>
                    <a:gd name="connsiteY3" fmla="*/ 11084 h 11084"/>
                    <a:gd name="connsiteX4" fmla="*/ 2508 w 10841"/>
                    <a:gd name="connsiteY4" fmla="*/ 11084 h 11084"/>
                    <a:gd name="connsiteX5" fmla="*/ 4 w 10841"/>
                    <a:gd name="connsiteY5" fmla="*/ 6584 h 11084"/>
                    <a:gd name="connsiteX6" fmla="*/ 3114 w 10841"/>
                    <a:gd name="connsiteY6" fmla="*/ 0 h 11084"/>
                    <a:gd name="connsiteX0" fmla="*/ 3114 w 10841"/>
                    <a:gd name="connsiteY0" fmla="*/ 468 h 11552"/>
                    <a:gd name="connsiteX1" fmla="*/ 10841 w 10841"/>
                    <a:gd name="connsiteY1" fmla="*/ 1552 h 11552"/>
                    <a:gd name="connsiteX2" fmla="*/ 9174 w 10841"/>
                    <a:gd name="connsiteY2" fmla="*/ 6552 h 11552"/>
                    <a:gd name="connsiteX3" fmla="*/ 10841 w 10841"/>
                    <a:gd name="connsiteY3" fmla="*/ 11552 h 11552"/>
                    <a:gd name="connsiteX4" fmla="*/ 2508 w 10841"/>
                    <a:gd name="connsiteY4" fmla="*/ 11552 h 11552"/>
                    <a:gd name="connsiteX5" fmla="*/ 4 w 10841"/>
                    <a:gd name="connsiteY5" fmla="*/ 7052 h 11552"/>
                    <a:gd name="connsiteX6" fmla="*/ 3114 w 10841"/>
                    <a:gd name="connsiteY6" fmla="*/ 468 h 11552"/>
                    <a:gd name="connsiteX0" fmla="*/ 3114 w 10841"/>
                    <a:gd name="connsiteY0" fmla="*/ 1218 h 12302"/>
                    <a:gd name="connsiteX1" fmla="*/ 8358 w 10841"/>
                    <a:gd name="connsiteY1" fmla="*/ 56 h 12302"/>
                    <a:gd name="connsiteX2" fmla="*/ 10841 w 10841"/>
                    <a:gd name="connsiteY2" fmla="*/ 2302 h 12302"/>
                    <a:gd name="connsiteX3" fmla="*/ 9174 w 10841"/>
                    <a:gd name="connsiteY3" fmla="*/ 7302 h 12302"/>
                    <a:gd name="connsiteX4" fmla="*/ 10841 w 10841"/>
                    <a:gd name="connsiteY4" fmla="*/ 12302 h 12302"/>
                    <a:gd name="connsiteX5" fmla="*/ 2508 w 10841"/>
                    <a:gd name="connsiteY5" fmla="*/ 12302 h 12302"/>
                    <a:gd name="connsiteX6" fmla="*/ 4 w 10841"/>
                    <a:gd name="connsiteY6" fmla="*/ 7802 h 12302"/>
                    <a:gd name="connsiteX7" fmla="*/ 3114 w 10841"/>
                    <a:gd name="connsiteY7" fmla="*/ 1218 h 12302"/>
                    <a:gd name="connsiteX0" fmla="*/ 3114 w 12573"/>
                    <a:gd name="connsiteY0" fmla="*/ 1218 h 12302"/>
                    <a:gd name="connsiteX1" fmla="*/ 8358 w 12573"/>
                    <a:gd name="connsiteY1" fmla="*/ 56 h 12302"/>
                    <a:gd name="connsiteX2" fmla="*/ 12573 w 12573"/>
                    <a:gd name="connsiteY2" fmla="*/ 1135 h 12302"/>
                    <a:gd name="connsiteX3" fmla="*/ 9174 w 12573"/>
                    <a:gd name="connsiteY3" fmla="*/ 7302 h 12302"/>
                    <a:gd name="connsiteX4" fmla="*/ 10841 w 12573"/>
                    <a:gd name="connsiteY4" fmla="*/ 12302 h 12302"/>
                    <a:gd name="connsiteX5" fmla="*/ 2508 w 12573"/>
                    <a:gd name="connsiteY5" fmla="*/ 12302 h 12302"/>
                    <a:gd name="connsiteX6" fmla="*/ 4 w 12573"/>
                    <a:gd name="connsiteY6" fmla="*/ 7802 h 12302"/>
                    <a:gd name="connsiteX7" fmla="*/ 3114 w 12573"/>
                    <a:gd name="connsiteY7" fmla="*/ 1218 h 1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3" h="12302">
                      <a:moveTo>
                        <a:pt x="3114" y="1218"/>
                      </a:moveTo>
                      <a:cubicBezTo>
                        <a:pt x="4362" y="94"/>
                        <a:pt x="7070" y="-125"/>
                        <a:pt x="8358" y="56"/>
                      </a:cubicBezTo>
                      <a:cubicBezTo>
                        <a:pt x="9646" y="237"/>
                        <a:pt x="12293" y="94"/>
                        <a:pt x="12573" y="1135"/>
                      </a:cubicBezTo>
                      <a:cubicBezTo>
                        <a:pt x="11652" y="1135"/>
                        <a:pt x="9463" y="5441"/>
                        <a:pt x="9174" y="7302"/>
                      </a:cubicBezTo>
                      <a:cubicBezTo>
                        <a:pt x="8885" y="9163"/>
                        <a:pt x="9920" y="12302"/>
                        <a:pt x="10841" y="12302"/>
                      </a:cubicBezTo>
                      <a:lnTo>
                        <a:pt x="2508" y="12302"/>
                      </a:lnTo>
                      <a:cubicBezTo>
                        <a:pt x="1587" y="12302"/>
                        <a:pt x="-97" y="9649"/>
                        <a:pt x="4" y="7802"/>
                      </a:cubicBezTo>
                      <a:cubicBezTo>
                        <a:pt x="105" y="5955"/>
                        <a:pt x="2193" y="1218"/>
                        <a:pt x="3114" y="121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7" name="Derékszögű háromszög 66">
                  <a:extLst>
                    <a:ext uri="{FF2B5EF4-FFF2-40B4-BE49-F238E27FC236}">
                      <a16:creationId xmlns:a16="http://schemas.microsoft.com/office/drawing/2014/main" id="{C00E002B-3EAF-40EE-84EF-866F7224759C}"/>
                    </a:ext>
                  </a:extLst>
                </p:cNvPr>
                <p:cNvSpPr/>
                <p:nvPr/>
              </p:nvSpPr>
              <p:spPr>
                <a:xfrm rot="21372173" flipV="1">
                  <a:off x="5836289" y="4528636"/>
                  <a:ext cx="878051" cy="1697407"/>
                </a:xfrm>
                <a:prstGeom prst="rtTriangle">
                  <a:avLst/>
                </a:pr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8" name="Romboid 67">
                  <a:extLst>
                    <a:ext uri="{FF2B5EF4-FFF2-40B4-BE49-F238E27FC236}">
                      <a16:creationId xmlns:a16="http://schemas.microsoft.com/office/drawing/2014/main" id="{B2FF0A95-485B-4DF3-A496-360ECCD13554}"/>
                    </a:ext>
                  </a:extLst>
                </p:cNvPr>
                <p:cNvSpPr/>
                <p:nvPr/>
              </p:nvSpPr>
              <p:spPr>
                <a:xfrm rot="2439114">
                  <a:off x="3708046" y="3888749"/>
                  <a:ext cx="442772" cy="255238"/>
                </a:xfrm>
                <a:prstGeom prst="parallelogram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69" name="Téglalap 68">
                  <a:extLst>
                    <a:ext uri="{FF2B5EF4-FFF2-40B4-BE49-F238E27FC236}">
                      <a16:creationId xmlns:a16="http://schemas.microsoft.com/office/drawing/2014/main" id="{09048962-FC84-4DA4-8A49-E32889E1B463}"/>
                    </a:ext>
                  </a:extLst>
                </p:cNvPr>
                <p:cNvSpPr/>
                <p:nvPr/>
              </p:nvSpPr>
              <p:spPr>
                <a:xfrm>
                  <a:off x="4800962" y="4080923"/>
                  <a:ext cx="340586" cy="669912"/>
                </a:xfrm>
                <a:prstGeom prst="rect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0" name="Téglalap: lekerekített 69">
                  <a:extLst>
                    <a:ext uri="{FF2B5EF4-FFF2-40B4-BE49-F238E27FC236}">
                      <a16:creationId xmlns:a16="http://schemas.microsoft.com/office/drawing/2014/main" id="{626C598C-CA67-4F50-ABA6-951AB21A65EF}"/>
                    </a:ext>
                  </a:extLst>
                </p:cNvPr>
                <p:cNvSpPr/>
                <p:nvPr/>
              </p:nvSpPr>
              <p:spPr>
                <a:xfrm>
                  <a:off x="5661424" y="4073114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1" name="Téglalap: lekerekített 70">
                  <a:extLst>
                    <a:ext uri="{FF2B5EF4-FFF2-40B4-BE49-F238E27FC236}">
                      <a16:creationId xmlns:a16="http://schemas.microsoft.com/office/drawing/2014/main" id="{9044DB17-0A90-4923-B8CC-701C467EC8F2}"/>
                    </a:ext>
                  </a:extLst>
                </p:cNvPr>
                <p:cNvSpPr/>
                <p:nvPr/>
              </p:nvSpPr>
              <p:spPr>
                <a:xfrm>
                  <a:off x="6162268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2" name="Téglalap: lekerekített 71">
                  <a:extLst>
                    <a:ext uri="{FF2B5EF4-FFF2-40B4-BE49-F238E27FC236}">
                      <a16:creationId xmlns:a16="http://schemas.microsoft.com/office/drawing/2014/main" id="{390B369E-0819-4105-847D-F0F732D58FC6}"/>
                    </a:ext>
                  </a:extLst>
                </p:cNvPr>
                <p:cNvSpPr/>
                <p:nvPr/>
              </p:nvSpPr>
              <p:spPr>
                <a:xfrm>
                  <a:off x="6657700" y="406666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3" name="Téglalap: lekerekített 72">
                  <a:extLst>
                    <a:ext uri="{FF2B5EF4-FFF2-40B4-BE49-F238E27FC236}">
                      <a16:creationId xmlns:a16="http://schemas.microsoft.com/office/drawing/2014/main" id="{AB883735-4621-44C0-B061-084E20002415}"/>
                    </a:ext>
                  </a:extLst>
                </p:cNvPr>
                <p:cNvSpPr/>
                <p:nvPr/>
              </p:nvSpPr>
              <p:spPr>
                <a:xfrm>
                  <a:off x="7144255" y="4058852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4" name="Téglalap: lekerekített 73">
                  <a:extLst>
                    <a:ext uri="{FF2B5EF4-FFF2-40B4-BE49-F238E27FC236}">
                      <a16:creationId xmlns:a16="http://schemas.microsoft.com/office/drawing/2014/main" id="{1AB2CE27-8D44-4EFF-8344-6DF77543EF31}"/>
                    </a:ext>
                  </a:extLst>
                </p:cNvPr>
                <p:cNvSpPr/>
                <p:nvPr/>
              </p:nvSpPr>
              <p:spPr>
                <a:xfrm>
                  <a:off x="7599017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75" name="Téglalap: lekerekített 74">
                  <a:extLst>
                    <a:ext uri="{FF2B5EF4-FFF2-40B4-BE49-F238E27FC236}">
                      <a16:creationId xmlns:a16="http://schemas.microsoft.com/office/drawing/2014/main" id="{8FE64861-4486-4B68-8FF7-53EC3FF79CDF}"/>
                    </a:ext>
                  </a:extLst>
                </p:cNvPr>
                <p:cNvSpPr/>
                <p:nvPr/>
              </p:nvSpPr>
              <p:spPr>
                <a:xfrm>
                  <a:off x="8038861" y="4058273"/>
                  <a:ext cx="197635" cy="310787"/>
                </a:xfrm>
                <a:prstGeom prst="roundRect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pic>
            <p:nvPicPr>
              <p:cNvPr id="61" name="Picture 2" descr="Forráskép megtekintése">
                <a:extLst>
                  <a:ext uri="{FF2B5EF4-FFF2-40B4-BE49-F238E27FC236}">
                    <a16:creationId xmlns:a16="http://schemas.microsoft.com/office/drawing/2014/main" id="{E00129A7-9B45-49A7-A3E8-6B1E4E94D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0000" b="90000" l="10000" r="90000">
                            <a14:foregroundMark x1="56250" y1="51429" x2="35417" y2="43929"/>
                            <a14:foregroundMark x1="35417" y1="43929" x2="22917" y2="27143"/>
                            <a14:foregroundMark x1="22917" y1="27143" x2="44583" y2="35000"/>
                            <a14:foregroundMark x1="44583" y1="35000" x2="42500" y2="29643"/>
                            <a14:foregroundMark x1="30833" y1="31429" x2="46250" y2="42143"/>
                            <a14:foregroundMark x1="26667" y1="40000" x2="30417" y2="43214"/>
                            <a14:foregroundMark x1="38750" y1="30714" x2="50000" y2="3071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95183" y="3935780"/>
                <a:ext cx="506808" cy="5912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2" name="Picture 6" descr="Forráskép megtekintése">
                <a:extLst>
                  <a:ext uri="{FF2B5EF4-FFF2-40B4-BE49-F238E27FC236}">
                    <a16:creationId xmlns:a16="http://schemas.microsoft.com/office/drawing/2014/main" id="{0E5F6024-D364-4268-92CC-BC53D3E2F4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09570" y="3867966"/>
                <a:ext cx="876545" cy="52442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9" name="Csoportba foglalás 18">
              <a:extLst>
                <a:ext uri="{FF2B5EF4-FFF2-40B4-BE49-F238E27FC236}">
                  <a16:creationId xmlns:a16="http://schemas.microsoft.com/office/drawing/2014/main" id="{255143CE-2842-4DAF-9637-3C7CB88E251E}"/>
                </a:ext>
              </a:extLst>
            </p:cNvPr>
            <p:cNvGrpSpPr/>
            <p:nvPr/>
          </p:nvGrpSpPr>
          <p:grpSpPr>
            <a:xfrm>
              <a:off x="7956976" y="4044722"/>
              <a:ext cx="167010" cy="267276"/>
              <a:chOff x="3714334" y="2820709"/>
              <a:chExt cx="313655" cy="597856"/>
            </a:xfrm>
          </p:grpSpPr>
          <p:grpSp>
            <p:nvGrpSpPr>
              <p:cNvPr id="48" name="Csoportba foglalás 47">
                <a:extLst>
                  <a:ext uri="{FF2B5EF4-FFF2-40B4-BE49-F238E27FC236}">
                    <a16:creationId xmlns:a16="http://schemas.microsoft.com/office/drawing/2014/main" id="{68594CD0-C408-4BC2-9308-7C11F2A3380A}"/>
                  </a:ext>
                </a:extLst>
              </p:cNvPr>
              <p:cNvGrpSpPr/>
              <p:nvPr/>
            </p:nvGrpSpPr>
            <p:grpSpPr>
              <a:xfrm>
                <a:off x="3714334" y="2853226"/>
                <a:ext cx="313655" cy="565339"/>
                <a:chOff x="3714334" y="2853226"/>
                <a:chExt cx="313655" cy="565339"/>
              </a:xfrm>
            </p:grpSpPr>
            <p:sp>
              <p:nvSpPr>
                <p:cNvPr id="51" name="Henger 50">
                  <a:extLst>
                    <a:ext uri="{FF2B5EF4-FFF2-40B4-BE49-F238E27FC236}">
                      <a16:creationId xmlns:a16="http://schemas.microsoft.com/office/drawing/2014/main" id="{27B8DCC3-68FF-480D-8A2A-2575175B5262}"/>
                    </a:ext>
                  </a:extLst>
                </p:cNvPr>
                <p:cNvSpPr/>
                <p:nvPr/>
              </p:nvSpPr>
              <p:spPr>
                <a:xfrm>
                  <a:off x="3801877" y="3100552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52" name="Ellipszis 51">
                  <a:extLst>
                    <a:ext uri="{FF2B5EF4-FFF2-40B4-BE49-F238E27FC236}">
                      <a16:creationId xmlns:a16="http://schemas.microsoft.com/office/drawing/2014/main" id="{6094906B-2105-47E3-AA74-2F4290B2594E}"/>
                    </a:ext>
                  </a:extLst>
                </p:cNvPr>
                <p:cNvSpPr/>
                <p:nvPr/>
              </p:nvSpPr>
              <p:spPr>
                <a:xfrm>
                  <a:off x="3750784" y="2894580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3" name="Téglalap 52">
                  <a:extLst>
                    <a:ext uri="{FF2B5EF4-FFF2-40B4-BE49-F238E27FC236}">
                      <a16:creationId xmlns:a16="http://schemas.microsoft.com/office/drawing/2014/main" id="{642CCFDD-1753-47D1-A68F-B4851106034A}"/>
                    </a:ext>
                  </a:extLst>
                </p:cNvPr>
                <p:cNvSpPr/>
                <p:nvPr/>
              </p:nvSpPr>
              <p:spPr>
                <a:xfrm>
                  <a:off x="3714334" y="3198596"/>
                  <a:ext cx="203998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54" name="Ellipszis 53">
                  <a:extLst>
                    <a:ext uri="{FF2B5EF4-FFF2-40B4-BE49-F238E27FC236}">
                      <a16:creationId xmlns:a16="http://schemas.microsoft.com/office/drawing/2014/main" id="{8D33A3B2-E993-4997-B9D4-7B15BD01FEAA}"/>
                    </a:ext>
                  </a:extLst>
                </p:cNvPr>
                <p:cNvSpPr/>
                <p:nvPr/>
              </p:nvSpPr>
              <p:spPr>
                <a:xfrm flipV="1">
                  <a:off x="3806413" y="2971632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55" name="Egyenes összekötő 54">
                  <a:extLst>
                    <a:ext uri="{FF2B5EF4-FFF2-40B4-BE49-F238E27FC236}">
                      <a16:creationId xmlns:a16="http://schemas.microsoft.com/office/drawing/2014/main" id="{A16A3A2C-C81C-4504-95B3-60D54CF9A0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08471" y="2853226"/>
                  <a:ext cx="137726" cy="579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Egyenes összekötő 55">
                  <a:extLst>
                    <a:ext uri="{FF2B5EF4-FFF2-40B4-BE49-F238E27FC236}">
                      <a16:creationId xmlns:a16="http://schemas.microsoft.com/office/drawing/2014/main" id="{9139FEA9-5F88-46B4-A51E-4B9ABEBA6F4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747834" y="2881632"/>
                  <a:ext cx="112873" cy="3624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Egyenes összekötő 56">
                  <a:extLst>
                    <a:ext uri="{FF2B5EF4-FFF2-40B4-BE49-F238E27FC236}">
                      <a16:creationId xmlns:a16="http://schemas.microsoft.com/office/drawing/2014/main" id="{ACB1712C-CCD2-4A02-BE96-260678E966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41138" y="2858786"/>
                  <a:ext cx="239926" cy="75558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Egyenes összekötő 57">
                  <a:extLst>
                    <a:ext uri="{FF2B5EF4-FFF2-40B4-BE49-F238E27FC236}">
                      <a16:creationId xmlns:a16="http://schemas.microsoft.com/office/drawing/2014/main" id="{D92CDCCE-60FE-46AC-8673-15B39DDE6B9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824707" y="3063476"/>
                  <a:ext cx="123006" cy="30602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59" name="Ellipszis 58">
                  <a:extLst>
                    <a:ext uri="{FF2B5EF4-FFF2-40B4-BE49-F238E27FC236}">
                      <a16:creationId xmlns:a16="http://schemas.microsoft.com/office/drawing/2014/main" id="{7D1C7A72-B777-435B-B796-24C6336E3C10}"/>
                    </a:ext>
                  </a:extLst>
                </p:cNvPr>
                <p:cNvSpPr/>
                <p:nvPr/>
              </p:nvSpPr>
              <p:spPr>
                <a:xfrm flipV="1">
                  <a:off x="3908203" y="2974537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cxnSp>
            <p:nvCxnSpPr>
              <p:cNvPr id="49" name="Egyenes összekötő 48">
                <a:extLst>
                  <a:ext uri="{FF2B5EF4-FFF2-40B4-BE49-F238E27FC236}">
                    <a16:creationId xmlns:a16="http://schemas.microsoft.com/office/drawing/2014/main" id="{CEFFB50B-6EEE-46A7-8DD3-8E9E43A9742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767256" y="2844505"/>
                <a:ext cx="43345" cy="89839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0" name="Egyenes összekötő 49">
                <a:extLst>
                  <a:ext uri="{FF2B5EF4-FFF2-40B4-BE49-F238E27FC236}">
                    <a16:creationId xmlns:a16="http://schemas.microsoft.com/office/drawing/2014/main" id="{82726188-6608-4F43-952E-0182280393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7983" y="2820709"/>
                <a:ext cx="120698" cy="124437"/>
              </a:xfrm>
              <a:prstGeom prst="line">
                <a:avLst/>
              </a:prstGeom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20" name="Csoportba foglalás 19">
              <a:extLst>
                <a:ext uri="{FF2B5EF4-FFF2-40B4-BE49-F238E27FC236}">
                  <a16:creationId xmlns:a16="http://schemas.microsoft.com/office/drawing/2014/main" id="{BC5F5385-B65E-4C37-ADAC-388AB027743F}"/>
                </a:ext>
              </a:extLst>
            </p:cNvPr>
            <p:cNvGrpSpPr/>
            <p:nvPr/>
          </p:nvGrpSpPr>
          <p:grpSpPr>
            <a:xfrm flipH="1">
              <a:off x="8405199" y="4004675"/>
              <a:ext cx="188941" cy="291754"/>
              <a:chOff x="6019780" y="4023344"/>
              <a:chExt cx="188941" cy="291754"/>
            </a:xfrm>
          </p:grpSpPr>
          <p:sp>
            <p:nvSpPr>
              <p:cNvPr id="38" name="Henger 37">
                <a:extLst>
                  <a:ext uri="{FF2B5EF4-FFF2-40B4-BE49-F238E27FC236}">
                    <a16:creationId xmlns:a16="http://schemas.microsoft.com/office/drawing/2014/main" id="{10EBF454-29E2-416D-BCAB-9BB312053F4E}"/>
                  </a:ext>
                </a:extLst>
              </p:cNvPr>
              <p:cNvSpPr/>
              <p:nvPr/>
            </p:nvSpPr>
            <p:spPr>
              <a:xfrm flipH="1">
                <a:off x="6065841" y="4217074"/>
                <a:ext cx="90666" cy="98024"/>
              </a:xfrm>
              <a:prstGeom prst="can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39" name="Csoportba foglalás 38">
                <a:extLst>
                  <a:ext uri="{FF2B5EF4-FFF2-40B4-BE49-F238E27FC236}">
                    <a16:creationId xmlns:a16="http://schemas.microsoft.com/office/drawing/2014/main" id="{063FF2BD-BC0C-4904-AE35-C7F6FF3B39F2}"/>
                  </a:ext>
                </a:extLst>
              </p:cNvPr>
              <p:cNvGrpSpPr/>
              <p:nvPr/>
            </p:nvGrpSpPr>
            <p:grpSpPr>
              <a:xfrm flipH="1">
                <a:off x="6019780" y="4023344"/>
                <a:ext cx="188941" cy="221624"/>
                <a:chOff x="5205746" y="4519442"/>
                <a:chExt cx="277205" cy="344149"/>
              </a:xfrm>
            </p:grpSpPr>
            <p:sp>
              <p:nvSpPr>
                <p:cNvPr id="41" name="Ellipszis 40">
                  <a:extLst>
                    <a:ext uri="{FF2B5EF4-FFF2-40B4-BE49-F238E27FC236}">
                      <a16:creationId xmlns:a16="http://schemas.microsoft.com/office/drawing/2014/main" id="{009C8325-E4B8-4724-96D9-1A2A741D6673}"/>
                    </a:ext>
                  </a:extLst>
                </p:cNvPr>
                <p:cNvSpPr/>
                <p:nvPr/>
              </p:nvSpPr>
              <p:spPr>
                <a:xfrm>
                  <a:off x="5205746" y="4603616"/>
                  <a:ext cx="277205" cy="259975"/>
                </a:xfrm>
                <a:prstGeom prst="ellipse">
                  <a:avLst/>
                </a:prstGeom>
                <a:solidFill>
                  <a:srgbClr val="9966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42" name="Ellipszis 41">
                  <a:extLst>
                    <a:ext uri="{FF2B5EF4-FFF2-40B4-BE49-F238E27FC236}">
                      <a16:creationId xmlns:a16="http://schemas.microsoft.com/office/drawing/2014/main" id="{DFDFBDD2-4818-4041-BFBB-630BFB150255}"/>
                    </a:ext>
                  </a:extLst>
                </p:cNvPr>
                <p:cNvSpPr/>
                <p:nvPr/>
              </p:nvSpPr>
              <p:spPr>
                <a:xfrm flipV="1">
                  <a:off x="5261375" y="4680668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cxnSp>
              <p:nvCxnSpPr>
                <p:cNvPr id="43" name="Egyenes összekötő 42">
                  <a:extLst>
                    <a:ext uri="{FF2B5EF4-FFF2-40B4-BE49-F238E27FC236}">
                      <a16:creationId xmlns:a16="http://schemas.microsoft.com/office/drawing/2014/main" id="{7306A706-0BDE-45D2-9AE7-2C627ED1F4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385737" y="4543974"/>
                  <a:ext cx="15422" cy="76234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Egyenes összekötő 43">
                  <a:extLst>
                    <a:ext uri="{FF2B5EF4-FFF2-40B4-BE49-F238E27FC236}">
                      <a16:creationId xmlns:a16="http://schemas.microsoft.com/office/drawing/2014/main" id="{BED0C9C4-7850-411C-9D7B-454ABBB6FE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48776" y="4519442"/>
                  <a:ext cx="84212" cy="119896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Egyenes összekötő 44">
                  <a:extLst>
                    <a:ext uri="{FF2B5EF4-FFF2-40B4-BE49-F238E27FC236}">
                      <a16:creationId xmlns:a16="http://schemas.microsoft.com/office/drawing/2014/main" id="{CFCD2164-3E13-4012-9FE9-0864B7CAC7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5436025" y="4608141"/>
                  <a:ext cx="35765" cy="35239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Egyenes összekötő 45">
                  <a:extLst>
                    <a:ext uri="{FF2B5EF4-FFF2-40B4-BE49-F238E27FC236}">
                      <a16:creationId xmlns:a16="http://schemas.microsoft.com/office/drawing/2014/main" id="{D0816B7B-B703-42E5-9613-814AED393A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5268715" y="4790906"/>
                  <a:ext cx="121071" cy="14041"/>
                </a:xfrm>
                <a:prstGeom prst="line">
                  <a:avLst/>
                </a:prstGeom>
                <a:ln>
                  <a:solidFill>
                    <a:schemeClr val="accent4">
                      <a:lumMod val="5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sp>
              <p:nvSpPr>
                <p:cNvPr id="47" name="Ellipszis 46">
                  <a:extLst>
                    <a:ext uri="{FF2B5EF4-FFF2-40B4-BE49-F238E27FC236}">
                      <a16:creationId xmlns:a16="http://schemas.microsoft.com/office/drawing/2014/main" id="{F9E859FF-CF2A-42DE-A6D5-3884ED21106F}"/>
                    </a:ext>
                  </a:extLst>
                </p:cNvPr>
                <p:cNvSpPr/>
                <p:nvPr/>
              </p:nvSpPr>
              <p:spPr>
                <a:xfrm flipV="1">
                  <a:off x="5363165" y="4683573"/>
                  <a:ext cx="53243" cy="5107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40" name="Téglalap 39">
                <a:extLst>
                  <a:ext uri="{FF2B5EF4-FFF2-40B4-BE49-F238E27FC236}">
                    <a16:creationId xmlns:a16="http://schemas.microsoft.com/office/drawing/2014/main" id="{B7D0DFC7-B356-439D-A5C9-20FEEB24054D}"/>
                  </a:ext>
                </a:extLst>
              </p:cNvPr>
              <p:cNvSpPr/>
              <p:nvPr/>
            </p:nvSpPr>
            <p:spPr>
              <a:xfrm rot="1141618" flipH="1">
                <a:off x="6094281" y="4248651"/>
                <a:ext cx="111068" cy="45719"/>
              </a:xfrm>
              <a:prstGeom prst="rect">
                <a:avLst/>
              </a:prstGeom>
              <a:solidFill>
                <a:srgbClr val="9966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1" name="Csoportba foglalás 20">
              <a:extLst>
                <a:ext uri="{FF2B5EF4-FFF2-40B4-BE49-F238E27FC236}">
                  <a16:creationId xmlns:a16="http://schemas.microsoft.com/office/drawing/2014/main" id="{A615616D-0F63-45C7-83AA-7C1FA58E2331}"/>
                </a:ext>
              </a:extLst>
            </p:cNvPr>
            <p:cNvGrpSpPr/>
            <p:nvPr/>
          </p:nvGrpSpPr>
          <p:grpSpPr>
            <a:xfrm flipH="1">
              <a:off x="7524845" y="4040646"/>
              <a:ext cx="152086" cy="265094"/>
              <a:chOff x="-519618" y="3211145"/>
              <a:chExt cx="389120" cy="678258"/>
            </a:xfrm>
          </p:grpSpPr>
          <p:grpSp>
            <p:nvGrpSpPr>
              <p:cNvPr id="22" name="Csoportba foglalás 21">
                <a:extLst>
                  <a:ext uri="{FF2B5EF4-FFF2-40B4-BE49-F238E27FC236}">
                    <a16:creationId xmlns:a16="http://schemas.microsoft.com/office/drawing/2014/main" id="{C048A732-042B-496B-B76F-006239267472}"/>
                  </a:ext>
                </a:extLst>
              </p:cNvPr>
              <p:cNvGrpSpPr/>
              <p:nvPr/>
            </p:nvGrpSpPr>
            <p:grpSpPr>
              <a:xfrm>
                <a:off x="-501405" y="3365418"/>
                <a:ext cx="370907" cy="523985"/>
                <a:chOff x="5771858" y="4427087"/>
                <a:chExt cx="370907" cy="523985"/>
              </a:xfrm>
            </p:grpSpPr>
            <p:sp>
              <p:nvSpPr>
                <p:cNvPr id="30" name="Henger 29">
                  <a:extLst>
                    <a:ext uri="{FF2B5EF4-FFF2-40B4-BE49-F238E27FC236}">
                      <a16:creationId xmlns:a16="http://schemas.microsoft.com/office/drawing/2014/main" id="{2A3B2B97-C683-4879-B217-E7006E541187}"/>
                    </a:ext>
                  </a:extLst>
                </p:cNvPr>
                <p:cNvSpPr/>
                <p:nvPr/>
              </p:nvSpPr>
              <p:spPr>
                <a:xfrm flipH="1">
                  <a:off x="5831023" y="4633059"/>
                  <a:ext cx="168667" cy="318013"/>
                </a:xfrm>
                <a:prstGeom prst="can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dk1">
                    <a:shade val="50000"/>
                  </a:schemeClr>
                </a:lnRef>
                <a:fillRef idx="1">
                  <a:schemeClr val="dk1"/>
                </a:fillRef>
                <a:effectRef idx="0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1" name="Ellipszis 30">
                  <a:extLst>
                    <a:ext uri="{FF2B5EF4-FFF2-40B4-BE49-F238E27FC236}">
                      <a16:creationId xmlns:a16="http://schemas.microsoft.com/office/drawing/2014/main" id="{1E83C0EF-6153-4A1C-B893-C5B287E9D45F}"/>
                    </a:ext>
                  </a:extLst>
                </p:cNvPr>
                <p:cNvSpPr/>
                <p:nvPr/>
              </p:nvSpPr>
              <p:spPr>
                <a:xfrm flipH="1">
                  <a:off x="5773578" y="4427087"/>
                  <a:ext cx="277205" cy="259975"/>
                </a:xfrm>
                <a:prstGeom prst="ellipse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2" name="Ív 31">
                  <a:extLst>
                    <a:ext uri="{FF2B5EF4-FFF2-40B4-BE49-F238E27FC236}">
                      <a16:creationId xmlns:a16="http://schemas.microsoft.com/office/drawing/2014/main" id="{3C3CB49D-27C4-4EB7-98F8-2336C392D2B5}"/>
                    </a:ext>
                  </a:extLst>
                </p:cNvPr>
                <p:cNvSpPr/>
                <p:nvPr/>
              </p:nvSpPr>
              <p:spPr>
                <a:xfrm rot="13791435" flipH="1">
                  <a:off x="5797924" y="4492899"/>
                  <a:ext cx="238282" cy="230007"/>
                </a:xfrm>
                <a:prstGeom prst="arc">
                  <a:avLst/>
                </a:prstGeom>
                <a:ln>
                  <a:solidFill>
                    <a:srgbClr val="FFC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pic>
              <p:nvPicPr>
                <p:cNvPr id="33" name="Picture 2" descr="Forráskép megtekintése">
                  <a:extLst>
                    <a:ext uri="{FF2B5EF4-FFF2-40B4-BE49-F238E27FC236}">
                      <a16:creationId xmlns:a16="http://schemas.microsoft.com/office/drawing/2014/main" id="{8F9E964D-F82E-4E02-94FC-8E704ABBD29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backgroundRemoval t="10000" b="90000" l="10000" r="90000">
                              <a14:foregroundMark x1="56250" y1="51429" x2="35417" y2="43929"/>
                              <a14:foregroundMark x1="35417" y1="43929" x2="22917" y2="27143"/>
                              <a14:foregroundMark x1="22917" y1="27143" x2="44583" y2="35000"/>
                              <a14:foregroundMark x1="44583" y1="35000" x2="42500" y2="29643"/>
                              <a14:foregroundMark x1="30833" y1="31429" x2="46250" y2="42143"/>
                              <a14:foregroundMark x1="26667" y1="40000" x2="30417" y2="43214"/>
                              <a14:foregroundMark x1="38750" y1="30714" x2="50000" y2="30714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5957031" y="4720632"/>
                  <a:ext cx="54124" cy="16790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34" name="Téglalap 33">
                  <a:extLst>
                    <a:ext uri="{FF2B5EF4-FFF2-40B4-BE49-F238E27FC236}">
                      <a16:creationId xmlns:a16="http://schemas.microsoft.com/office/drawing/2014/main" id="{DF350C4E-EE07-4E02-ADC8-74111EC28107}"/>
                    </a:ext>
                  </a:extLst>
                </p:cNvPr>
                <p:cNvSpPr/>
                <p:nvPr/>
              </p:nvSpPr>
              <p:spPr>
                <a:xfrm rot="21405262" flipH="1">
                  <a:off x="5855237" y="4700723"/>
                  <a:ext cx="287528" cy="70602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5" name="Csillag: 4 ágú 34">
                  <a:extLst>
                    <a:ext uri="{FF2B5EF4-FFF2-40B4-BE49-F238E27FC236}">
                      <a16:creationId xmlns:a16="http://schemas.microsoft.com/office/drawing/2014/main" id="{DBC5C668-6E24-4961-A10A-39CFC0305ECA}"/>
                    </a:ext>
                  </a:extLst>
                </p:cNvPr>
                <p:cNvSpPr/>
                <p:nvPr/>
              </p:nvSpPr>
              <p:spPr>
                <a:xfrm flipH="1">
                  <a:off x="5771858" y="4491953"/>
                  <a:ext cx="102873" cy="79251"/>
                </a:xfrm>
                <a:prstGeom prst="star4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6" name="Szabadkézi sokszög: alakzat 35">
                  <a:extLst>
                    <a:ext uri="{FF2B5EF4-FFF2-40B4-BE49-F238E27FC236}">
                      <a16:creationId xmlns:a16="http://schemas.microsoft.com/office/drawing/2014/main" id="{37A77734-0ABC-4514-86C1-99AB73D34B79}"/>
                    </a:ext>
                  </a:extLst>
                </p:cNvPr>
                <p:cNvSpPr/>
                <p:nvPr/>
              </p:nvSpPr>
              <p:spPr>
                <a:xfrm flipH="1">
                  <a:off x="5848788" y="4612066"/>
                  <a:ext cx="121444" cy="26194"/>
                </a:xfrm>
                <a:custGeom>
                  <a:avLst/>
                  <a:gdLst>
                    <a:gd name="connsiteX0" fmla="*/ 0 w 121444"/>
                    <a:gd name="connsiteY0" fmla="*/ 7144 h 26194"/>
                    <a:gd name="connsiteX1" fmla="*/ 11906 w 121444"/>
                    <a:gd name="connsiteY1" fmla="*/ 14288 h 26194"/>
                    <a:gd name="connsiteX2" fmla="*/ 19050 w 121444"/>
                    <a:gd name="connsiteY2" fmla="*/ 19050 h 26194"/>
                    <a:gd name="connsiteX3" fmla="*/ 33338 w 121444"/>
                    <a:gd name="connsiteY3" fmla="*/ 23813 h 26194"/>
                    <a:gd name="connsiteX4" fmla="*/ 40481 w 121444"/>
                    <a:gd name="connsiteY4" fmla="*/ 26194 h 26194"/>
                    <a:gd name="connsiteX5" fmla="*/ 97631 w 121444"/>
                    <a:gd name="connsiteY5" fmla="*/ 23813 h 26194"/>
                    <a:gd name="connsiteX6" fmla="*/ 104775 w 121444"/>
                    <a:gd name="connsiteY6" fmla="*/ 21431 h 26194"/>
                    <a:gd name="connsiteX7" fmla="*/ 111919 w 121444"/>
                    <a:gd name="connsiteY7" fmla="*/ 14288 h 26194"/>
                    <a:gd name="connsiteX8" fmla="*/ 121444 w 121444"/>
                    <a:gd name="connsiteY8" fmla="*/ 0 h 26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444" h="26194">
                      <a:moveTo>
                        <a:pt x="0" y="7144"/>
                      </a:moveTo>
                      <a:cubicBezTo>
                        <a:pt x="3969" y="9525"/>
                        <a:pt x="7981" y="11835"/>
                        <a:pt x="11906" y="14288"/>
                      </a:cubicBezTo>
                      <a:cubicBezTo>
                        <a:pt x="14333" y="15805"/>
                        <a:pt x="16435" y="17888"/>
                        <a:pt x="19050" y="19050"/>
                      </a:cubicBezTo>
                      <a:cubicBezTo>
                        <a:pt x="23638" y="21089"/>
                        <a:pt x="28575" y="22225"/>
                        <a:pt x="33338" y="23813"/>
                      </a:cubicBezTo>
                      <a:lnTo>
                        <a:pt x="40481" y="26194"/>
                      </a:lnTo>
                      <a:cubicBezTo>
                        <a:pt x="59531" y="25400"/>
                        <a:pt x="78617" y="25222"/>
                        <a:pt x="97631" y="23813"/>
                      </a:cubicBezTo>
                      <a:cubicBezTo>
                        <a:pt x="100134" y="23628"/>
                        <a:pt x="102686" y="22823"/>
                        <a:pt x="104775" y="21431"/>
                      </a:cubicBezTo>
                      <a:cubicBezTo>
                        <a:pt x="107577" y="19563"/>
                        <a:pt x="109852" y="16946"/>
                        <a:pt x="111919" y="14288"/>
                      </a:cubicBezTo>
                      <a:cubicBezTo>
                        <a:pt x="115433" y="9770"/>
                        <a:pt x="121444" y="0"/>
                        <a:pt x="121444" y="0"/>
                      </a:cubicBez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7" name="Ellipszis 36">
                  <a:extLst>
                    <a:ext uri="{FF2B5EF4-FFF2-40B4-BE49-F238E27FC236}">
                      <a16:creationId xmlns:a16="http://schemas.microsoft.com/office/drawing/2014/main" id="{3A58FA0D-1F25-4C88-B63B-67E35E494B8F}"/>
                    </a:ext>
                  </a:extLst>
                </p:cNvPr>
                <p:cNvSpPr/>
                <p:nvPr/>
              </p:nvSpPr>
              <p:spPr>
                <a:xfrm rot="21415554" flipH="1">
                  <a:off x="5922653" y="4675584"/>
                  <a:ext cx="93768" cy="45719"/>
                </a:xfrm>
                <a:prstGeom prst="ellipse">
                  <a:avLst/>
                </a:prstGeom>
                <a:solidFill>
                  <a:srgbClr val="FFE6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23" name="Ellipszis 22">
                <a:extLst>
                  <a:ext uri="{FF2B5EF4-FFF2-40B4-BE49-F238E27FC236}">
                    <a16:creationId xmlns:a16="http://schemas.microsoft.com/office/drawing/2014/main" id="{8B7ADE3F-69AB-441C-BF2C-716258D30AAB}"/>
                  </a:ext>
                </a:extLst>
              </p:cNvPr>
              <p:cNvSpPr/>
              <p:nvPr/>
            </p:nvSpPr>
            <p:spPr>
              <a:xfrm flipH="1" flipV="1">
                <a:off x="-339071" y="3445120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" name="Ellipszis 23">
                <a:extLst>
                  <a:ext uri="{FF2B5EF4-FFF2-40B4-BE49-F238E27FC236}">
                    <a16:creationId xmlns:a16="http://schemas.microsoft.com/office/drawing/2014/main" id="{4FC8F32D-A643-4EE8-BEDC-C5B747DC6528}"/>
                  </a:ext>
                </a:extLst>
              </p:cNvPr>
              <p:cNvSpPr/>
              <p:nvPr/>
            </p:nvSpPr>
            <p:spPr>
              <a:xfrm flipH="1" flipV="1">
                <a:off x="-321935" y="3455121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" name="Egyenes összekötő 24">
                <a:extLst>
                  <a:ext uri="{FF2B5EF4-FFF2-40B4-BE49-F238E27FC236}">
                    <a16:creationId xmlns:a16="http://schemas.microsoft.com/office/drawing/2014/main" id="{3CCC861D-E773-434D-AC02-7A1CC4648E7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-310722" y="3356222"/>
                <a:ext cx="112873" cy="36246"/>
              </a:xfrm>
              <a:prstGeom prst="line">
                <a:avLst/>
              </a:prstGeom>
              <a:ln>
                <a:solidFill>
                  <a:srgbClr val="FFCC66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sp>
            <p:nvSpPr>
              <p:cNvPr id="26" name="Ellipszis 25">
                <a:extLst>
                  <a:ext uri="{FF2B5EF4-FFF2-40B4-BE49-F238E27FC236}">
                    <a16:creationId xmlns:a16="http://schemas.microsoft.com/office/drawing/2014/main" id="{3923ED0D-68D6-4462-B5CD-B7A2D2FC947E}"/>
                  </a:ext>
                </a:extLst>
              </p:cNvPr>
              <p:cNvSpPr/>
              <p:nvPr/>
            </p:nvSpPr>
            <p:spPr>
              <a:xfrm flipH="1" flipV="1">
                <a:off x="-429307" y="3447317"/>
                <a:ext cx="53243" cy="5107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E00B36D0-1F81-4C18-9807-F7F7E5743472}"/>
                  </a:ext>
                </a:extLst>
              </p:cNvPr>
              <p:cNvSpPr/>
              <p:nvPr/>
            </p:nvSpPr>
            <p:spPr>
              <a:xfrm flipH="1" flipV="1">
                <a:off x="-411283" y="3458628"/>
                <a:ext cx="36000" cy="3600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pic>
            <p:nvPicPr>
              <p:cNvPr id="28" name="Kép 27">
                <a:extLst>
                  <a:ext uri="{FF2B5EF4-FFF2-40B4-BE49-F238E27FC236}">
                    <a16:creationId xmlns:a16="http://schemas.microsoft.com/office/drawing/2014/main" id="{4D8E76AD-46DD-4D01-9B30-86039187E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9916" b="89662" l="4852" r="90295">
                            <a14:foregroundMark x1="41983" y1="35865" x2="45570" y2="27426"/>
                            <a14:foregroundMark x1="12869" y1="59283" x2="5063" y2="63291"/>
                            <a14:foregroundMark x1="88819" y1="58650" x2="90295" y2="44093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84623" flipH="1">
                <a:off x="-519618" y="3211145"/>
                <a:ext cx="304599" cy="304599"/>
              </a:xfrm>
              <a:prstGeom prst="rect">
                <a:avLst/>
              </a:prstGeom>
            </p:spPr>
          </p:pic>
          <p:cxnSp>
            <p:nvCxnSpPr>
              <p:cNvPr id="29" name="Egyenes összekötő 28">
                <a:extLst>
                  <a:ext uri="{FF2B5EF4-FFF2-40B4-BE49-F238E27FC236}">
                    <a16:creationId xmlns:a16="http://schemas.microsoft.com/office/drawing/2014/main" id="{EA76B6CC-E676-41AC-976F-DBA6E716278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-197849" y="3636774"/>
                <a:ext cx="10778" cy="72376"/>
              </a:xfrm>
              <a:prstGeom prst="line">
                <a:avLst/>
              </a:prstGeom>
              <a:ln>
                <a:solidFill>
                  <a:srgbClr val="FFCC0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76" name="Könnycsepp 75">
            <a:extLst>
              <a:ext uri="{FF2B5EF4-FFF2-40B4-BE49-F238E27FC236}">
                <a16:creationId xmlns:a16="http://schemas.microsoft.com/office/drawing/2014/main" id="{E287606A-C83F-4215-A47A-74D68F325B71}"/>
              </a:ext>
            </a:extLst>
          </p:cNvPr>
          <p:cNvSpPr/>
          <p:nvPr/>
        </p:nvSpPr>
        <p:spPr>
          <a:xfrm rot="19577717">
            <a:off x="10876659" y="271290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7" name="Könnycsepp 76">
            <a:extLst>
              <a:ext uri="{FF2B5EF4-FFF2-40B4-BE49-F238E27FC236}">
                <a16:creationId xmlns:a16="http://schemas.microsoft.com/office/drawing/2014/main" id="{A25574C1-864D-4224-B263-BA9CDCB2728B}"/>
              </a:ext>
            </a:extLst>
          </p:cNvPr>
          <p:cNvSpPr/>
          <p:nvPr/>
        </p:nvSpPr>
        <p:spPr>
          <a:xfrm rot="19577717">
            <a:off x="11226641" y="39129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8" name="Könnycsepp 77">
            <a:extLst>
              <a:ext uri="{FF2B5EF4-FFF2-40B4-BE49-F238E27FC236}">
                <a16:creationId xmlns:a16="http://schemas.microsoft.com/office/drawing/2014/main" id="{C200C9C2-8721-48C2-9000-F3356B9FB071}"/>
              </a:ext>
            </a:extLst>
          </p:cNvPr>
          <p:cNvSpPr/>
          <p:nvPr/>
        </p:nvSpPr>
        <p:spPr>
          <a:xfrm rot="19577717">
            <a:off x="12525735" y="325600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79" name="Könnycsepp 78">
            <a:extLst>
              <a:ext uri="{FF2B5EF4-FFF2-40B4-BE49-F238E27FC236}">
                <a16:creationId xmlns:a16="http://schemas.microsoft.com/office/drawing/2014/main" id="{CD761AC7-2DD1-4A8D-B7EE-83AA6A8A0C91}"/>
              </a:ext>
            </a:extLst>
          </p:cNvPr>
          <p:cNvSpPr/>
          <p:nvPr/>
        </p:nvSpPr>
        <p:spPr>
          <a:xfrm rot="19577717">
            <a:off x="10535826" y="171897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0" name="Könnycsepp 79">
            <a:extLst>
              <a:ext uri="{FF2B5EF4-FFF2-40B4-BE49-F238E27FC236}">
                <a16:creationId xmlns:a16="http://schemas.microsoft.com/office/drawing/2014/main" id="{04E71C85-0EE1-4827-AB33-4DD536464627}"/>
              </a:ext>
            </a:extLst>
          </p:cNvPr>
          <p:cNvSpPr/>
          <p:nvPr/>
        </p:nvSpPr>
        <p:spPr>
          <a:xfrm rot="19577717">
            <a:off x="10042447" y="34745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1" name="Könnycsepp 80">
            <a:extLst>
              <a:ext uri="{FF2B5EF4-FFF2-40B4-BE49-F238E27FC236}">
                <a16:creationId xmlns:a16="http://schemas.microsoft.com/office/drawing/2014/main" id="{D14BF2AA-79EB-4A32-A170-DEE5E2B6D01C}"/>
              </a:ext>
            </a:extLst>
          </p:cNvPr>
          <p:cNvSpPr/>
          <p:nvPr/>
        </p:nvSpPr>
        <p:spPr>
          <a:xfrm rot="19577717">
            <a:off x="12461601" y="568670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2" name="Könnycsepp 81">
            <a:extLst>
              <a:ext uri="{FF2B5EF4-FFF2-40B4-BE49-F238E27FC236}">
                <a16:creationId xmlns:a16="http://schemas.microsoft.com/office/drawing/2014/main" id="{4C1F4AA7-A4A5-49FD-8369-842321BBF0E7}"/>
              </a:ext>
            </a:extLst>
          </p:cNvPr>
          <p:cNvSpPr/>
          <p:nvPr/>
        </p:nvSpPr>
        <p:spPr>
          <a:xfrm rot="18333733">
            <a:off x="9909162" y="468438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3" name="Könnycsepp 82">
            <a:extLst>
              <a:ext uri="{FF2B5EF4-FFF2-40B4-BE49-F238E27FC236}">
                <a16:creationId xmlns:a16="http://schemas.microsoft.com/office/drawing/2014/main" id="{F83EBC9A-6E63-4B27-A83F-F8D79E46E598}"/>
              </a:ext>
            </a:extLst>
          </p:cNvPr>
          <p:cNvSpPr/>
          <p:nvPr/>
        </p:nvSpPr>
        <p:spPr>
          <a:xfrm rot="19577717">
            <a:off x="11479033" y="445786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4" name="Felhő 83">
            <a:extLst>
              <a:ext uri="{FF2B5EF4-FFF2-40B4-BE49-F238E27FC236}">
                <a16:creationId xmlns:a16="http://schemas.microsoft.com/office/drawing/2014/main" id="{78E368CC-ABAF-4A80-957F-45D812F25E2B}"/>
              </a:ext>
            </a:extLst>
          </p:cNvPr>
          <p:cNvSpPr/>
          <p:nvPr/>
        </p:nvSpPr>
        <p:spPr>
          <a:xfrm>
            <a:off x="10214990" y="894949"/>
            <a:ext cx="2486424" cy="942461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5" name="Könnycsepp 84">
            <a:extLst>
              <a:ext uri="{FF2B5EF4-FFF2-40B4-BE49-F238E27FC236}">
                <a16:creationId xmlns:a16="http://schemas.microsoft.com/office/drawing/2014/main" id="{E4C6F51F-72BD-4793-B825-D73F76791F3A}"/>
              </a:ext>
            </a:extLst>
          </p:cNvPr>
          <p:cNvSpPr/>
          <p:nvPr/>
        </p:nvSpPr>
        <p:spPr>
          <a:xfrm rot="19577717">
            <a:off x="10496757" y="326434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6" name="Könnycsepp 85">
            <a:extLst>
              <a:ext uri="{FF2B5EF4-FFF2-40B4-BE49-F238E27FC236}">
                <a16:creationId xmlns:a16="http://schemas.microsoft.com/office/drawing/2014/main" id="{0C3509BC-39F8-4946-B7D3-BAADCC1A2A63}"/>
              </a:ext>
            </a:extLst>
          </p:cNvPr>
          <p:cNvSpPr/>
          <p:nvPr/>
        </p:nvSpPr>
        <p:spPr>
          <a:xfrm rot="19577717">
            <a:off x="11610923" y="252123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7" name="Könnycsepp 86">
            <a:extLst>
              <a:ext uri="{FF2B5EF4-FFF2-40B4-BE49-F238E27FC236}">
                <a16:creationId xmlns:a16="http://schemas.microsoft.com/office/drawing/2014/main" id="{7DD20EA6-5415-4ECC-9DB8-4D3DA258065E}"/>
              </a:ext>
            </a:extLst>
          </p:cNvPr>
          <p:cNvSpPr/>
          <p:nvPr/>
        </p:nvSpPr>
        <p:spPr>
          <a:xfrm rot="19577717">
            <a:off x="11588121" y="196728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8" name="Könnycsepp 87">
            <a:extLst>
              <a:ext uri="{FF2B5EF4-FFF2-40B4-BE49-F238E27FC236}">
                <a16:creationId xmlns:a16="http://schemas.microsoft.com/office/drawing/2014/main" id="{AEAAC5EB-8893-4753-86A8-864F2D707A5A}"/>
              </a:ext>
            </a:extLst>
          </p:cNvPr>
          <p:cNvSpPr/>
          <p:nvPr/>
        </p:nvSpPr>
        <p:spPr>
          <a:xfrm rot="19577717">
            <a:off x="12987454" y="18306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89" name="Könnycsepp 88">
            <a:extLst>
              <a:ext uri="{FF2B5EF4-FFF2-40B4-BE49-F238E27FC236}">
                <a16:creationId xmlns:a16="http://schemas.microsoft.com/office/drawing/2014/main" id="{803FBE4B-7265-493B-AFA3-DE6CD2614396}"/>
              </a:ext>
            </a:extLst>
          </p:cNvPr>
          <p:cNvSpPr/>
          <p:nvPr/>
        </p:nvSpPr>
        <p:spPr>
          <a:xfrm rot="19577717">
            <a:off x="11999523" y="164885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0" name="Könnycsepp 89">
            <a:extLst>
              <a:ext uri="{FF2B5EF4-FFF2-40B4-BE49-F238E27FC236}">
                <a16:creationId xmlns:a16="http://schemas.microsoft.com/office/drawing/2014/main" id="{6B2C8245-364B-4D30-9025-8733342C4D91}"/>
              </a:ext>
            </a:extLst>
          </p:cNvPr>
          <p:cNvSpPr/>
          <p:nvPr/>
        </p:nvSpPr>
        <p:spPr>
          <a:xfrm rot="19577717">
            <a:off x="12901625" y="25393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1" name="Könnycsepp 90">
            <a:extLst>
              <a:ext uri="{FF2B5EF4-FFF2-40B4-BE49-F238E27FC236}">
                <a16:creationId xmlns:a16="http://schemas.microsoft.com/office/drawing/2014/main" id="{E78FCE98-7E0B-4CBA-99EF-9323098ABD3B}"/>
              </a:ext>
            </a:extLst>
          </p:cNvPr>
          <p:cNvSpPr/>
          <p:nvPr/>
        </p:nvSpPr>
        <p:spPr>
          <a:xfrm rot="19577717">
            <a:off x="10907099" y="162246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2" name="Könnycsepp 91">
            <a:extLst>
              <a:ext uri="{FF2B5EF4-FFF2-40B4-BE49-F238E27FC236}">
                <a16:creationId xmlns:a16="http://schemas.microsoft.com/office/drawing/2014/main" id="{E9CFF026-F550-4318-8135-9687BE242458}"/>
              </a:ext>
            </a:extLst>
          </p:cNvPr>
          <p:cNvSpPr/>
          <p:nvPr/>
        </p:nvSpPr>
        <p:spPr>
          <a:xfrm rot="19577717">
            <a:off x="12960346" y="193673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3" name="Könnycsepp 92">
            <a:extLst>
              <a:ext uri="{FF2B5EF4-FFF2-40B4-BE49-F238E27FC236}">
                <a16:creationId xmlns:a16="http://schemas.microsoft.com/office/drawing/2014/main" id="{10EB1907-6C6F-4081-8C18-AB97290FD2A1}"/>
              </a:ext>
            </a:extLst>
          </p:cNvPr>
          <p:cNvSpPr/>
          <p:nvPr/>
        </p:nvSpPr>
        <p:spPr>
          <a:xfrm rot="19577717">
            <a:off x="12710037" y="156426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4" name="Könnycsepp 93">
            <a:extLst>
              <a:ext uri="{FF2B5EF4-FFF2-40B4-BE49-F238E27FC236}">
                <a16:creationId xmlns:a16="http://schemas.microsoft.com/office/drawing/2014/main" id="{F9DC461D-3D6D-4ACD-9ABD-43918E817267}"/>
              </a:ext>
            </a:extLst>
          </p:cNvPr>
          <p:cNvSpPr/>
          <p:nvPr/>
        </p:nvSpPr>
        <p:spPr>
          <a:xfrm rot="19577717">
            <a:off x="10359860" y="223499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5" name="Könnycsepp 94">
            <a:extLst>
              <a:ext uri="{FF2B5EF4-FFF2-40B4-BE49-F238E27FC236}">
                <a16:creationId xmlns:a16="http://schemas.microsoft.com/office/drawing/2014/main" id="{84C5A135-D46A-4246-BC20-D81B9CA9656F}"/>
              </a:ext>
            </a:extLst>
          </p:cNvPr>
          <p:cNvSpPr/>
          <p:nvPr/>
        </p:nvSpPr>
        <p:spPr>
          <a:xfrm rot="19577717">
            <a:off x="11894319" y="337212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6" name="Könnycsepp 95">
            <a:extLst>
              <a:ext uri="{FF2B5EF4-FFF2-40B4-BE49-F238E27FC236}">
                <a16:creationId xmlns:a16="http://schemas.microsoft.com/office/drawing/2014/main" id="{009C390E-5C3B-488B-AD60-8BDA0A9A98C1}"/>
              </a:ext>
            </a:extLst>
          </p:cNvPr>
          <p:cNvSpPr/>
          <p:nvPr/>
        </p:nvSpPr>
        <p:spPr>
          <a:xfrm rot="19577717">
            <a:off x="11643610" y="29777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7" name="Könnycsepp 96">
            <a:extLst>
              <a:ext uri="{FF2B5EF4-FFF2-40B4-BE49-F238E27FC236}">
                <a16:creationId xmlns:a16="http://schemas.microsoft.com/office/drawing/2014/main" id="{0DAAB8AC-B7B5-4C4A-9642-BC52661DB256}"/>
              </a:ext>
            </a:extLst>
          </p:cNvPr>
          <p:cNvSpPr/>
          <p:nvPr/>
        </p:nvSpPr>
        <p:spPr>
          <a:xfrm rot="19577717">
            <a:off x="10680295" y="42709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8" name="Könnycsepp 97">
            <a:extLst>
              <a:ext uri="{FF2B5EF4-FFF2-40B4-BE49-F238E27FC236}">
                <a16:creationId xmlns:a16="http://schemas.microsoft.com/office/drawing/2014/main" id="{3CF6AB0A-A36C-4A5C-8FD7-2D801FE4473B}"/>
              </a:ext>
            </a:extLst>
          </p:cNvPr>
          <p:cNvSpPr/>
          <p:nvPr/>
        </p:nvSpPr>
        <p:spPr>
          <a:xfrm rot="2022283" flipH="1">
            <a:off x="11854693" y="559134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99" name="Könnycsepp 98">
            <a:extLst>
              <a:ext uri="{FF2B5EF4-FFF2-40B4-BE49-F238E27FC236}">
                <a16:creationId xmlns:a16="http://schemas.microsoft.com/office/drawing/2014/main" id="{2FB7D859-1D0E-4A82-BB0B-49F5BAEFD443}"/>
              </a:ext>
            </a:extLst>
          </p:cNvPr>
          <p:cNvSpPr/>
          <p:nvPr/>
        </p:nvSpPr>
        <p:spPr>
          <a:xfrm rot="2022283" flipH="1">
            <a:off x="12400080" y="470049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0" name="Könnycsepp 99">
            <a:extLst>
              <a:ext uri="{FF2B5EF4-FFF2-40B4-BE49-F238E27FC236}">
                <a16:creationId xmlns:a16="http://schemas.microsoft.com/office/drawing/2014/main" id="{EF90F4CE-813C-46A9-8889-5B62B3959E1F}"/>
              </a:ext>
            </a:extLst>
          </p:cNvPr>
          <p:cNvSpPr/>
          <p:nvPr/>
        </p:nvSpPr>
        <p:spPr>
          <a:xfrm rot="2022283" flipH="1">
            <a:off x="12834275" y="389563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1" name="Könnycsepp 100">
            <a:extLst>
              <a:ext uri="{FF2B5EF4-FFF2-40B4-BE49-F238E27FC236}">
                <a16:creationId xmlns:a16="http://schemas.microsoft.com/office/drawing/2014/main" id="{6C340BED-B4F4-4D73-AD47-C4CBCC90A463}"/>
              </a:ext>
            </a:extLst>
          </p:cNvPr>
          <p:cNvSpPr/>
          <p:nvPr/>
        </p:nvSpPr>
        <p:spPr>
          <a:xfrm rot="2022283" flipH="1">
            <a:off x="12425914" y="434456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2" name="Felhő 101">
            <a:extLst>
              <a:ext uri="{FF2B5EF4-FFF2-40B4-BE49-F238E27FC236}">
                <a16:creationId xmlns:a16="http://schemas.microsoft.com/office/drawing/2014/main" id="{753ABDAE-C355-4FD3-BB53-3BCFC4337B12}"/>
              </a:ext>
            </a:extLst>
          </p:cNvPr>
          <p:cNvSpPr/>
          <p:nvPr/>
        </p:nvSpPr>
        <p:spPr>
          <a:xfrm>
            <a:off x="10658326" y="921777"/>
            <a:ext cx="2668490" cy="1190686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3" name="Könnycsepp 102">
            <a:extLst>
              <a:ext uri="{FF2B5EF4-FFF2-40B4-BE49-F238E27FC236}">
                <a16:creationId xmlns:a16="http://schemas.microsoft.com/office/drawing/2014/main" id="{FA2E5EDD-3F77-434E-A175-0E299975047C}"/>
              </a:ext>
            </a:extLst>
          </p:cNvPr>
          <p:cNvSpPr/>
          <p:nvPr/>
        </p:nvSpPr>
        <p:spPr>
          <a:xfrm rot="19577717">
            <a:off x="12529122" y="205105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4" name="Könnycsepp 103">
            <a:extLst>
              <a:ext uri="{FF2B5EF4-FFF2-40B4-BE49-F238E27FC236}">
                <a16:creationId xmlns:a16="http://schemas.microsoft.com/office/drawing/2014/main" id="{803AF5B3-4FDF-454B-AC71-C1C0B2273032}"/>
              </a:ext>
            </a:extLst>
          </p:cNvPr>
          <p:cNvSpPr/>
          <p:nvPr/>
        </p:nvSpPr>
        <p:spPr>
          <a:xfrm rot="19577717">
            <a:off x="12543896" y="432778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5" name="Könnycsepp 104">
            <a:extLst>
              <a:ext uri="{FF2B5EF4-FFF2-40B4-BE49-F238E27FC236}">
                <a16:creationId xmlns:a16="http://schemas.microsoft.com/office/drawing/2014/main" id="{09A784CE-B3BA-48F6-A71A-7C476C6B2B95}"/>
              </a:ext>
            </a:extLst>
          </p:cNvPr>
          <p:cNvSpPr/>
          <p:nvPr/>
        </p:nvSpPr>
        <p:spPr>
          <a:xfrm rot="19577717">
            <a:off x="11857764" y="396619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6" name="Könnycsepp 105">
            <a:extLst>
              <a:ext uri="{FF2B5EF4-FFF2-40B4-BE49-F238E27FC236}">
                <a16:creationId xmlns:a16="http://schemas.microsoft.com/office/drawing/2014/main" id="{EF620984-6D62-4D8B-A0B6-05D2BC7B92F1}"/>
              </a:ext>
            </a:extLst>
          </p:cNvPr>
          <p:cNvSpPr/>
          <p:nvPr/>
        </p:nvSpPr>
        <p:spPr>
          <a:xfrm rot="19577717">
            <a:off x="12876030" y="275920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7" name="Könnycsepp 106">
            <a:extLst>
              <a:ext uri="{FF2B5EF4-FFF2-40B4-BE49-F238E27FC236}">
                <a16:creationId xmlns:a16="http://schemas.microsoft.com/office/drawing/2014/main" id="{9C93EE1C-FCAE-445C-A673-E5E566AD256F}"/>
              </a:ext>
            </a:extLst>
          </p:cNvPr>
          <p:cNvSpPr/>
          <p:nvPr/>
        </p:nvSpPr>
        <p:spPr>
          <a:xfrm rot="19577717">
            <a:off x="13025176" y="280058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8" name="Könnycsepp 107">
            <a:extLst>
              <a:ext uri="{FF2B5EF4-FFF2-40B4-BE49-F238E27FC236}">
                <a16:creationId xmlns:a16="http://schemas.microsoft.com/office/drawing/2014/main" id="{89986A4B-2A6F-4415-9527-FD4B4A13A6B1}"/>
              </a:ext>
            </a:extLst>
          </p:cNvPr>
          <p:cNvSpPr/>
          <p:nvPr/>
        </p:nvSpPr>
        <p:spPr>
          <a:xfrm rot="19577717">
            <a:off x="12520384" y="25917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09" name="Könnycsepp 108">
            <a:extLst>
              <a:ext uri="{FF2B5EF4-FFF2-40B4-BE49-F238E27FC236}">
                <a16:creationId xmlns:a16="http://schemas.microsoft.com/office/drawing/2014/main" id="{8F28F023-F0DB-48C0-B616-06B7E7193DA9}"/>
              </a:ext>
            </a:extLst>
          </p:cNvPr>
          <p:cNvSpPr/>
          <p:nvPr/>
        </p:nvSpPr>
        <p:spPr>
          <a:xfrm rot="19577717">
            <a:off x="11574704" y="258417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0" name="Könnycsepp 109">
            <a:extLst>
              <a:ext uri="{FF2B5EF4-FFF2-40B4-BE49-F238E27FC236}">
                <a16:creationId xmlns:a16="http://schemas.microsoft.com/office/drawing/2014/main" id="{163B3132-C464-4907-9A6E-9EFE7ABEE0CD}"/>
              </a:ext>
            </a:extLst>
          </p:cNvPr>
          <p:cNvSpPr/>
          <p:nvPr/>
        </p:nvSpPr>
        <p:spPr>
          <a:xfrm rot="19577717">
            <a:off x="12955277" y="3830359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1" name="Könnycsepp 110">
            <a:extLst>
              <a:ext uri="{FF2B5EF4-FFF2-40B4-BE49-F238E27FC236}">
                <a16:creationId xmlns:a16="http://schemas.microsoft.com/office/drawing/2014/main" id="{65483C11-0A3F-4B0A-842A-58E067BDA57E}"/>
              </a:ext>
            </a:extLst>
          </p:cNvPr>
          <p:cNvSpPr/>
          <p:nvPr/>
        </p:nvSpPr>
        <p:spPr>
          <a:xfrm rot="19577717">
            <a:off x="12794721" y="218600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2" name="Könnycsepp 111">
            <a:extLst>
              <a:ext uri="{FF2B5EF4-FFF2-40B4-BE49-F238E27FC236}">
                <a16:creationId xmlns:a16="http://schemas.microsoft.com/office/drawing/2014/main" id="{305F743A-85ED-4EA9-8F71-A786FE9CE3FA}"/>
              </a:ext>
            </a:extLst>
          </p:cNvPr>
          <p:cNvSpPr/>
          <p:nvPr/>
        </p:nvSpPr>
        <p:spPr>
          <a:xfrm rot="19577717">
            <a:off x="12218664" y="267866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3" name="Könnycsepp 112">
            <a:extLst>
              <a:ext uri="{FF2B5EF4-FFF2-40B4-BE49-F238E27FC236}">
                <a16:creationId xmlns:a16="http://schemas.microsoft.com/office/drawing/2014/main" id="{68F849F6-AACF-46F0-8CDC-C3E4D6E1CF03}"/>
              </a:ext>
            </a:extLst>
          </p:cNvPr>
          <p:cNvSpPr/>
          <p:nvPr/>
        </p:nvSpPr>
        <p:spPr>
          <a:xfrm rot="19577717">
            <a:off x="10173461" y="260980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4" name="Könnycsepp 113">
            <a:extLst>
              <a:ext uri="{FF2B5EF4-FFF2-40B4-BE49-F238E27FC236}">
                <a16:creationId xmlns:a16="http://schemas.microsoft.com/office/drawing/2014/main" id="{881172F0-D46C-429A-BDC7-2516F0A884A2}"/>
              </a:ext>
            </a:extLst>
          </p:cNvPr>
          <p:cNvSpPr/>
          <p:nvPr/>
        </p:nvSpPr>
        <p:spPr>
          <a:xfrm rot="19577717">
            <a:off x="12513651" y="4946802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5" name="Könnycsepp 114">
            <a:extLst>
              <a:ext uri="{FF2B5EF4-FFF2-40B4-BE49-F238E27FC236}">
                <a16:creationId xmlns:a16="http://schemas.microsoft.com/office/drawing/2014/main" id="{EC0A2DBB-72FF-4C6A-A060-EFB0919B76F3}"/>
              </a:ext>
            </a:extLst>
          </p:cNvPr>
          <p:cNvSpPr/>
          <p:nvPr/>
        </p:nvSpPr>
        <p:spPr>
          <a:xfrm rot="19577717">
            <a:off x="10418891" y="4030675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6" name="Könnycsepp 115">
            <a:extLst>
              <a:ext uri="{FF2B5EF4-FFF2-40B4-BE49-F238E27FC236}">
                <a16:creationId xmlns:a16="http://schemas.microsoft.com/office/drawing/2014/main" id="{E1A0BA15-DE13-4AB0-BA79-68CFEAD1E223}"/>
              </a:ext>
            </a:extLst>
          </p:cNvPr>
          <p:cNvSpPr/>
          <p:nvPr/>
        </p:nvSpPr>
        <p:spPr>
          <a:xfrm rot="19577717">
            <a:off x="13000648" y="493609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7" name="Könnycsepp 116">
            <a:extLst>
              <a:ext uri="{FF2B5EF4-FFF2-40B4-BE49-F238E27FC236}">
                <a16:creationId xmlns:a16="http://schemas.microsoft.com/office/drawing/2014/main" id="{ABBF584A-7C22-42C0-8397-493FA86A9C9B}"/>
              </a:ext>
            </a:extLst>
          </p:cNvPr>
          <p:cNvSpPr/>
          <p:nvPr/>
        </p:nvSpPr>
        <p:spPr>
          <a:xfrm rot="2022283" flipH="1">
            <a:off x="13824091" y="404535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8" name="Könnycsepp 117">
            <a:extLst>
              <a:ext uri="{FF2B5EF4-FFF2-40B4-BE49-F238E27FC236}">
                <a16:creationId xmlns:a16="http://schemas.microsoft.com/office/drawing/2014/main" id="{D3F8525E-006A-4555-A756-EFC26579AAAC}"/>
              </a:ext>
            </a:extLst>
          </p:cNvPr>
          <p:cNvSpPr/>
          <p:nvPr/>
        </p:nvSpPr>
        <p:spPr>
          <a:xfrm rot="19577717">
            <a:off x="12015655" y="5157458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19" name="Könnycsepp 118">
            <a:extLst>
              <a:ext uri="{FF2B5EF4-FFF2-40B4-BE49-F238E27FC236}">
                <a16:creationId xmlns:a16="http://schemas.microsoft.com/office/drawing/2014/main" id="{17C3D84A-4DB6-4234-98C0-2E761571F705}"/>
              </a:ext>
            </a:extLst>
          </p:cNvPr>
          <p:cNvSpPr/>
          <p:nvPr/>
        </p:nvSpPr>
        <p:spPr>
          <a:xfrm rot="2022283" flipH="1">
            <a:off x="11900093" y="450245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0" name="Könnycsepp 119">
            <a:extLst>
              <a:ext uri="{FF2B5EF4-FFF2-40B4-BE49-F238E27FC236}">
                <a16:creationId xmlns:a16="http://schemas.microsoft.com/office/drawing/2014/main" id="{0D876F6F-4678-4313-9842-F1990B5966C0}"/>
              </a:ext>
            </a:extLst>
          </p:cNvPr>
          <p:cNvSpPr/>
          <p:nvPr/>
        </p:nvSpPr>
        <p:spPr>
          <a:xfrm rot="19577717">
            <a:off x="12955277" y="580876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1" name="Könnycsepp 120">
            <a:extLst>
              <a:ext uri="{FF2B5EF4-FFF2-40B4-BE49-F238E27FC236}">
                <a16:creationId xmlns:a16="http://schemas.microsoft.com/office/drawing/2014/main" id="{8F5D8154-766C-4E68-B716-DB1BE874746D}"/>
              </a:ext>
            </a:extLst>
          </p:cNvPr>
          <p:cNvSpPr/>
          <p:nvPr/>
        </p:nvSpPr>
        <p:spPr>
          <a:xfrm rot="2022283" flipH="1">
            <a:off x="11791594" y="487118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2" name="Könnycsepp 121">
            <a:extLst>
              <a:ext uri="{FF2B5EF4-FFF2-40B4-BE49-F238E27FC236}">
                <a16:creationId xmlns:a16="http://schemas.microsoft.com/office/drawing/2014/main" id="{C9F61069-B125-408D-97CE-74664506DEF9}"/>
              </a:ext>
            </a:extLst>
          </p:cNvPr>
          <p:cNvSpPr/>
          <p:nvPr/>
        </p:nvSpPr>
        <p:spPr>
          <a:xfrm rot="2022283" flipH="1">
            <a:off x="12876030" y="5787543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3" name="Könnycsepp 122">
            <a:extLst>
              <a:ext uri="{FF2B5EF4-FFF2-40B4-BE49-F238E27FC236}">
                <a16:creationId xmlns:a16="http://schemas.microsoft.com/office/drawing/2014/main" id="{0AAA4B91-2614-42E4-A02C-871A5CB514C1}"/>
              </a:ext>
            </a:extLst>
          </p:cNvPr>
          <p:cNvSpPr/>
          <p:nvPr/>
        </p:nvSpPr>
        <p:spPr>
          <a:xfrm rot="18333733">
            <a:off x="11319237" y="5058121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4" name="Könnycsepp 123">
            <a:extLst>
              <a:ext uri="{FF2B5EF4-FFF2-40B4-BE49-F238E27FC236}">
                <a16:creationId xmlns:a16="http://schemas.microsoft.com/office/drawing/2014/main" id="{1A404641-65DA-4739-B5AA-DAC51FFBC187}"/>
              </a:ext>
            </a:extLst>
          </p:cNvPr>
          <p:cNvSpPr/>
          <p:nvPr/>
        </p:nvSpPr>
        <p:spPr>
          <a:xfrm rot="2022283" flipH="1">
            <a:off x="12000316" y="5945976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5" name="Könnycsepp 124">
            <a:extLst>
              <a:ext uri="{FF2B5EF4-FFF2-40B4-BE49-F238E27FC236}">
                <a16:creationId xmlns:a16="http://schemas.microsoft.com/office/drawing/2014/main" id="{EC276A90-98D5-4B08-8F1C-84DC477E408C}"/>
              </a:ext>
            </a:extLst>
          </p:cNvPr>
          <p:cNvSpPr/>
          <p:nvPr/>
        </p:nvSpPr>
        <p:spPr>
          <a:xfrm rot="18333733">
            <a:off x="10316426" y="5333414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6" name="Könnycsepp 125">
            <a:extLst>
              <a:ext uri="{FF2B5EF4-FFF2-40B4-BE49-F238E27FC236}">
                <a16:creationId xmlns:a16="http://schemas.microsoft.com/office/drawing/2014/main" id="{74D9987C-A9CC-4358-9F43-0587A139CBDF}"/>
              </a:ext>
            </a:extLst>
          </p:cNvPr>
          <p:cNvSpPr/>
          <p:nvPr/>
        </p:nvSpPr>
        <p:spPr>
          <a:xfrm rot="2022283" flipH="1">
            <a:off x="10756236" y="5339920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127" name="Könnycsepp 126">
            <a:extLst>
              <a:ext uri="{FF2B5EF4-FFF2-40B4-BE49-F238E27FC236}">
                <a16:creationId xmlns:a16="http://schemas.microsoft.com/office/drawing/2014/main" id="{C009F955-3A2A-4620-B2E2-E895E23E4F8A}"/>
              </a:ext>
            </a:extLst>
          </p:cNvPr>
          <p:cNvSpPr/>
          <p:nvPr/>
        </p:nvSpPr>
        <p:spPr>
          <a:xfrm rot="19577717">
            <a:off x="10889928" y="5581887"/>
            <a:ext cx="289306" cy="289306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128" name="Csoportba foglalás 127">
            <a:extLst>
              <a:ext uri="{FF2B5EF4-FFF2-40B4-BE49-F238E27FC236}">
                <a16:creationId xmlns:a16="http://schemas.microsoft.com/office/drawing/2014/main" id="{26368A84-2259-4472-AAD5-46046ADE03CA}"/>
              </a:ext>
            </a:extLst>
          </p:cNvPr>
          <p:cNvGrpSpPr/>
          <p:nvPr/>
        </p:nvGrpSpPr>
        <p:grpSpPr>
          <a:xfrm>
            <a:off x="695211" y="6131272"/>
            <a:ext cx="11101604" cy="936521"/>
            <a:chOff x="695211" y="6131272"/>
            <a:chExt cx="11101604" cy="936521"/>
          </a:xfrm>
        </p:grpSpPr>
        <p:sp>
          <p:nvSpPr>
            <p:cNvPr id="129" name="Folyamatábra: Egyesítés 128">
              <a:extLst>
                <a:ext uri="{FF2B5EF4-FFF2-40B4-BE49-F238E27FC236}">
                  <a16:creationId xmlns:a16="http://schemas.microsoft.com/office/drawing/2014/main" id="{F66A256B-7E72-4F2A-A987-54060CD74352}"/>
                </a:ext>
              </a:extLst>
            </p:cNvPr>
            <p:cNvSpPr/>
            <p:nvPr/>
          </p:nvSpPr>
          <p:spPr>
            <a:xfrm rot="17148069">
              <a:off x="630902" y="6334998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Folyamatábra: Egyesítés 129">
              <a:extLst>
                <a:ext uri="{FF2B5EF4-FFF2-40B4-BE49-F238E27FC236}">
                  <a16:creationId xmlns:a16="http://schemas.microsoft.com/office/drawing/2014/main" id="{F6F69C22-03C3-4B37-BF97-3BD417C4DAA0}"/>
                </a:ext>
              </a:extLst>
            </p:cNvPr>
            <p:cNvSpPr/>
            <p:nvPr/>
          </p:nvSpPr>
          <p:spPr>
            <a:xfrm rot="18590678">
              <a:off x="1450889" y="6334996"/>
              <a:ext cx="710429" cy="581811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Folyamatábra: Egyesítés 130">
              <a:extLst>
                <a:ext uri="{FF2B5EF4-FFF2-40B4-BE49-F238E27FC236}">
                  <a16:creationId xmlns:a16="http://schemas.microsoft.com/office/drawing/2014/main" id="{8EA79D60-B363-426D-99C7-47979942E5F6}"/>
                </a:ext>
              </a:extLst>
            </p:cNvPr>
            <p:cNvSpPr/>
            <p:nvPr/>
          </p:nvSpPr>
          <p:spPr>
            <a:xfrm rot="17170198">
              <a:off x="2360392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Folyamatábra: Egyesítés 131">
              <a:extLst>
                <a:ext uri="{FF2B5EF4-FFF2-40B4-BE49-F238E27FC236}">
                  <a16:creationId xmlns:a16="http://schemas.microsoft.com/office/drawing/2014/main" id="{A6C4EDF0-51A6-400E-BCC1-706AC1F89BDC}"/>
                </a:ext>
              </a:extLst>
            </p:cNvPr>
            <p:cNvSpPr/>
            <p:nvPr/>
          </p:nvSpPr>
          <p:spPr>
            <a:xfrm rot="18868404">
              <a:off x="3139692" y="647296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Folyamatábra: Egyesítés 132">
              <a:extLst>
                <a:ext uri="{FF2B5EF4-FFF2-40B4-BE49-F238E27FC236}">
                  <a16:creationId xmlns:a16="http://schemas.microsoft.com/office/drawing/2014/main" id="{D162CF79-E0A2-4AAB-843F-97D6B81568F7}"/>
                </a:ext>
              </a:extLst>
            </p:cNvPr>
            <p:cNvSpPr/>
            <p:nvPr/>
          </p:nvSpPr>
          <p:spPr>
            <a:xfrm rot="15902229">
              <a:off x="4200313" y="638182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Folyamatábra: Egyesítés 133">
              <a:extLst>
                <a:ext uri="{FF2B5EF4-FFF2-40B4-BE49-F238E27FC236}">
                  <a16:creationId xmlns:a16="http://schemas.microsoft.com/office/drawing/2014/main" id="{75BFD986-F364-4ECE-82AB-81F7AA2A7362}"/>
                </a:ext>
              </a:extLst>
            </p:cNvPr>
            <p:cNvSpPr/>
            <p:nvPr/>
          </p:nvSpPr>
          <p:spPr>
            <a:xfrm rot="17166914">
              <a:off x="4997804" y="6255487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Folyamatábra: Egyesítés 134">
              <a:extLst>
                <a:ext uri="{FF2B5EF4-FFF2-40B4-BE49-F238E27FC236}">
                  <a16:creationId xmlns:a16="http://schemas.microsoft.com/office/drawing/2014/main" id="{164C2E4F-63D2-49A3-8414-A1E25CF1D878}"/>
                </a:ext>
              </a:extLst>
            </p:cNvPr>
            <p:cNvSpPr/>
            <p:nvPr/>
          </p:nvSpPr>
          <p:spPr>
            <a:xfrm rot="17925792">
              <a:off x="5739703" y="6414950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Folyamatábra: Egyesítés 135">
              <a:extLst>
                <a:ext uri="{FF2B5EF4-FFF2-40B4-BE49-F238E27FC236}">
                  <a16:creationId xmlns:a16="http://schemas.microsoft.com/office/drawing/2014/main" id="{5BF3B6D7-69FC-4E29-BF62-3382D0F2BDEF}"/>
                </a:ext>
              </a:extLst>
            </p:cNvPr>
            <p:cNvSpPr/>
            <p:nvPr/>
          </p:nvSpPr>
          <p:spPr>
            <a:xfrm rot="18650200">
              <a:off x="6553005" y="6467225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Folyamatábra: Egyesítés 136">
              <a:extLst>
                <a:ext uri="{FF2B5EF4-FFF2-40B4-BE49-F238E27FC236}">
                  <a16:creationId xmlns:a16="http://schemas.microsoft.com/office/drawing/2014/main" id="{B3B8754B-E443-4C5D-9B29-00C85BBCA1C7}"/>
                </a:ext>
              </a:extLst>
            </p:cNvPr>
            <p:cNvSpPr/>
            <p:nvPr/>
          </p:nvSpPr>
          <p:spPr>
            <a:xfrm rot="17211477">
              <a:off x="7522761" y="637754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Folyamatábra: Egyesítés 137">
              <a:extLst>
                <a:ext uri="{FF2B5EF4-FFF2-40B4-BE49-F238E27FC236}">
                  <a16:creationId xmlns:a16="http://schemas.microsoft.com/office/drawing/2014/main" id="{0E5C94AD-7E4B-4A85-BD12-1126FE223886}"/>
                </a:ext>
              </a:extLst>
            </p:cNvPr>
            <p:cNvSpPr/>
            <p:nvPr/>
          </p:nvSpPr>
          <p:spPr>
            <a:xfrm rot="16200000">
              <a:off x="8292798" y="6246872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9" name="Folyamatábra: Egyesítés 138">
              <a:extLst>
                <a:ext uri="{FF2B5EF4-FFF2-40B4-BE49-F238E27FC236}">
                  <a16:creationId xmlns:a16="http://schemas.microsoft.com/office/drawing/2014/main" id="{024C7CDE-A0C1-4F17-A015-1641D9E02964}"/>
                </a:ext>
              </a:extLst>
            </p:cNvPr>
            <p:cNvSpPr/>
            <p:nvPr/>
          </p:nvSpPr>
          <p:spPr>
            <a:xfrm rot="15977339">
              <a:off x="9379716" y="6291056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0" name="Folyamatábra: Egyesítés 139">
              <a:extLst>
                <a:ext uri="{FF2B5EF4-FFF2-40B4-BE49-F238E27FC236}">
                  <a16:creationId xmlns:a16="http://schemas.microsoft.com/office/drawing/2014/main" id="{BB0F4DDE-53B4-4991-8862-B3FCA5D0304D}"/>
                </a:ext>
              </a:extLst>
            </p:cNvPr>
            <p:cNvSpPr/>
            <p:nvPr/>
          </p:nvSpPr>
          <p:spPr>
            <a:xfrm rot="17357916">
              <a:off x="10318277" y="6436044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Folyamatábra: Egyesítés 140">
              <a:extLst>
                <a:ext uri="{FF2B5EF4-FFF2-40B4-BE49-F238E27FC236}">
                  <a16:creationId xmlns:a16="http://schemas.microsoft.com/office/drawing/2014/main" id="{548D24A4-A6FC-4630-BBC9-2355444E4B46}"/>
                </a:ext>
              </a:extLst>
            </p:cNvPr>
            <p:cNvSpPr/>
            <p:nvPr/>
          </p:nvSpPr>
          <p:spPr>
            <a:xfrm rot="17129553">
              <a:off x="11201985" y="6434333"/>
              <a:ext cx="710429" cy="479230"/>
            </a:xfrm>
            <a:prstGeom prst="flowChartMerge">
              <a:avLst/>
            </a:prstGeom>
            <a:solidFill>
              <a:srgbClr val="2F559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649404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Click="0" advTm="100">
        <p:cut/>
      </p:transition>
    </mc:Choice>
    <mc:Fallback xmlns="">
      <p:transition advClick="0" advTm="100">
        <p:cut/>
      </p:transition>
    </mc:Fallback>
  </mc:AlternateContent>
</p:sld>
</file>

<file path=ppt/theme/theme1.xml><?xml version="1.0" encoding="utf-8"?>
<a:theme xmlns:a="http://schemas.openxmlformats.org/drawingml/2006/main" name="Office-té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Office PowerPoint</Application>
  <PresentationFormat>Szélesvásznú</PresentationFormat>
  <Paragraphs>0</Paragraphs>
  <Slides>122</Slides>
  <Notes>0</Notes>
  <HiddenSlides>0</HiddenSlides>
  <MMClips>0</MMClips>
  <ScaleCrop>false</ScaleCrop>
  <HeadingPairs>
    <vt:vector size="6" baseType="variant">
      <vt:variant>
        <vt:lpstr>Használt betűtípusok</vt:lpstr>
      </vt:variant>
      <vt:variant>
        <vt:i4>3</vt:i4>
      </vt:variant>
      <vt:variant>
        <vt:lpstr>Téma</vt:lpstr>
      </vt:variant>
      <vt:variant>
        <vt:i4>1</vt:i4>
      </vt:variant>
      <vt:variant>
        <vt:lpstr>Diacímek</vt:lpstr>
      </vt:variant>
      <vt:variant>
        <vt:i4>122</vt:i4>
      </vt:variant>
    </vt:vector>
  </HeadingPairs>
  <TitlesOfParts>
    <vt:vector size="126" baseType="lpstr">
      <vt:lpstr>Arial</vt:lpstr>
      <vt:lpstr>Calibri</vt:lpstr>
      <vt:lpstr>Calibri Light</vt:lpstr>
      <vt:lpstr>Office-téma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PowerPoint-bemutató</dc:title>
  <dc:creator>Kothencz Martin</dc:creator>
  <cp:lastModifiedBy>Kothencz Martin</cp:lastModifiedBy>
  <cp:revision>46</cp:revision>
  <dcterms:created xsi:type="dcterms:W3CDTF">2022-05-30T12:42:19Z</dcterms:created>
  <dcterms:modified xsi:type="dcterms:W3CDTF">2022-06-08T06:45:07Z</dcterms:modified>
</cp:coreProperties>
</file>